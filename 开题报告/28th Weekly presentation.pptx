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960" r:id="rId2"/>
    <p:sldId id="966" r:id="rId3"/>
    <p:sldId id="916" r:id="rId4"/>
    <p:sldId id="985" r:id="rId5"/>
    <p:sldId id="955" r:id="rId6"/>
    <p:sldId id="969" r:id="rId7"/>
    <p:sldId id="970" r:id="rId8"/>
    <p:sldId id="971" r:id="rId9"/>
    <p:sldId id="972" r:id="rId10"/>
    <p:sldId id="986" r:id="rId11"/>
    <p:sldId id="973" r:id="rId12"/>
    <p:sldId id="979" r:id="rId13"/>
    <p:sldId id="980" r:id="rId14"/>
    <p:sldId id="981" r:id="rId15"/>
    <p:sldId id="982" r:id="rId16"/>
    <p:sldId id="983" r:id="rId17"/>
    <p:sldId id="984" r:id="rId18"/>
    <p:sldId id="974" r:id="rId19"/>
    <p:sldId id="975" r:id="rId20"/>
    <p:sldId id="978" r:id="rId21"/>
    <p:sldId id="976" r:id="rId22"/>
    <p:sldId id="977" r:id="rId23"/>
  </p:sldIdLst>
  <p:sldSz cx="9144000" cy="5143500" type="screen16x9"/>
  <p:notesSz cx="6858000" cy="9144000"/>
  <p:custDataLst>
    <p:tags r:id="rId25"/>
  </p:custDataLst>
  <p:defaultTextStyle>
    <a:defPPr>
      <a:defRPr lang="zh-CN"/>
    </a:defPPr>
    <a:lvl1pPr marL="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7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 Shichao" initials="JS" lastIdx="2" clrIdx="0">
    <p:extLst>
      <p:ext uri="{19B8F6BF-5375-455C-9EA6-DF929625EA0E}">
        <p15:presenceInfo xmlns:p15="http://schemas.microsoft.com/office/powerpoint/2012/main" userId="2ca62d1e7428c4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17375E"/>
    <a:srgbClr val="FFC000"/>
    <a:srgbClr val="0075BF"/>
    <a:srgbClr val="0087CD"/>
    <a:srgbClr val="C68F06"/>
    <a:srgbClr val="DB2C03"/>
    <a:srgbClr val="EBAC07"/>
    <a:srgbClr val="008487"/>
    <a:srgbClr val="163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77" autoAdjust="0"/>
    <p:restoredTop sz="93963" autoAdjust="0"/>
  </p:normalViewPr>
  <p:slideViewPr>
    <p:cSldViewPr>
      <p:cViewPr varScale="1">
        <p:scale>
          <a:sx n="85" d="100"/>
          <a:sy n="85" d="100"/>
        </p:scale>
        <p:origin x="660" y="80"/>
      </p:cViewPr>
      <p:guideLst>
        <p:guide orient="horz" pos="1620"/>
        <p:guide pos="2880"/>
        <p:guide orient="horz" pos="279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680" y="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3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51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639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78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849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802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 smtClean="0"/>
              <a:t>So far, three</a:t>
            </a:r>
            <a:r>
              <a:rPr lang="en-US" altLang="zh-CN" baseline="0" dirty="0" smtClean="0"/>
              <a:t> kinds of serpentine are identified, C, L and A. They have similar structure but different morphology.</a:t>
            </a:r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4213" fontAlgn="base">
              <a:spcBef>
                <a:spcPct val="0"/>
              </a:spcBef>
              <a:spcAft>
                <a:spcPct val="0"/>
              </a:spcAft>
            </a:pPr>
            <a:fld id="{CC93303C-3497-4F76-9803-500ECC048CCA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 defTabSz="684213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50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4213" fontAlgn="base">
              <a:spcBef>
                <a:spcPct val="0"/>
              </a:spcBef>
              <a:spcAft>
                <a:spcPct val="0"/>
              </a:spcAft>
            </a:pPr>
            <a:fld id="{CC93303C-3497-4F76-9803-500ECC048CCA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 defTabSz="684213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6330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4213" fontAlgn="base">
              <a:spcBef>
                <a:spcPct val="0"/>
              </a:spcBef>
              <a:spcAft>
                <a:spcPct val="0"/>
              </a:spcAft>
            </a:pPr>
            <a:fld id="{CC93303C-3497-4F76-9803-500ECC048CCA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 defTabSz="684213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3246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172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926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755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194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0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63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45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095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340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552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37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Antigorite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117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Standard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1204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</a:t>
            </a:r>
            <a:r>
              <a:rPr lang="en-US" altLang="zh-CN" baseline="0" dirty="0" smtClean="0"/>
              <a:t> clusters  distribution,  score of the </a:t>
            </a:r>
            <a:r>
              <a:rPr lang="en-US" altLang="zh-CN" baseline="0" dirty="0" err="1" smtClean="0"/>
              <a:t>Kmeans</a:t>
            </a:r>
            <a:r>
              <a:rPr lang="en-US" altLang="zh-CN" baseline="0" dirty="0" smtClean="0"/>
              <a:t>, enough data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90F24-971F-48E3-A885-C81073CC90E7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474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7"/>
          <p:cNvSpPr txBox="1"/>
          <p:nvPr userDrawn="1"/>
        </p:nvSpPr>
        <p:spPr>
          <a:xfrm>
            <a:off x="323528" y="195486"/>
            <a:ext cx="1791086" cy="405152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Team Members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7"/>
          <p:cNvSpPr txBox="1"/>
          <p:nvPr userDrawn="1"/>
        </p:nvSpPr>
        <p:spPr>
          <a:xfrm>
            <a:off x="323528" y="195486"/>
            <a:ext cx="1459521" cy="405152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Introduction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39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7"/>
          <p:cNvSpPr txBox="1"/>
          <p:nvPr userDrawn="1"/>
        </p:nvSpPr>
        <p:spPr>
          <a:xfrm>
            <a:off x="323528" y="195486"/>
            <a:ext cx="1624630" cy="405152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Main Purpose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41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7"/>
          <p:cNvSpPr txBox="1"/>
          <p:nvPr userDrawn="1"/>
        </p:nvSpPr>
        <p:spPr>
          <a:xfrm>
            <a:off x="323528" y="195486"/>
            <a:ext cx="1076403" cy="405152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Progress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53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7"/>
          <p:cNvSpPr txBox="1"/>
          <p:nvPr userDrawn="1"/>
        </p:nvSpPr>
        <p:spPr>
          <a:xfrm>
            <a:off x="323528" y="195486"/>
            <a:ext cx="749390" cy="405152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Plans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3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7"/>
          <p:cNvSpPr txBox="1"/>
          <p:nvPr userDrawn="1"/>
        </p:nvSpPr>
        <p:spPr>
          <a:xfrm>
            <a:off x="323528" y="195486"/>
            <a:ext cx="3168352" cy="405152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4278"/>
            <a:r>
              <a:rPr lang="en-US" altLang="zh-CN" sz="20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Data Details 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7"/>
          <p:cNvSpPr txBox="1"/>
          <p:nvPr userDrawn="1"/>
        </p:nvSpPr>
        <p:spPr>
          <a:xfrm>
            <a:off x="323528" y="195486"/>
            <a:ext cx="3168352" cy="405152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Data Sources</a:t>
            </a:r>
            <a:r>
              <a:rPr lang="en-US" altLang="zh-CN" sz="20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 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72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images with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7"/>
          <p:cNvSpPr txBox="1"/>
          <p:nvPr userDrawn="1"/>
        </p:nvSpPr>
        <p:spPr>
          <a:xfrm>
            <a:off x="323528" y="195486"/>
            <a:ext cx="3168352" cy="405152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Nutstore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97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7"/>
          <p:cNvSpPr txBox="1"/>
          <p:nvPr userDrawn="1"/>
        </p:nvSpPr>
        <p:spPr>
          <a:xfrm>
            <a:off x="323528" y="195486"/>
            <a:ext cx="3168352" cy="405152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4278"/>
            <a:r>
              <a:rPr lang="en-US" altLang="zh-CN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Working</a:t>
            </a:r>
            <a:r>
              <a:rPr lang="en-US" altLang="zh-CN" sz="20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 summary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195486"/>
            <a:ext cx="179512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34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81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8388423" y="4868863"/>
            <a:ext cx="7505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7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2" r:id="rId2"/>
    <p:sldLayoutId id="2147483673" r:id="rId3"/>
    <p:sldLayoutId id="2147483674" r:id="rId4"/>
    <p:sldLayoutId id="2147483675" r:id="rId5"/>
    <p:sldLayoutId id="2147483664" r:id="rId6"/>
    <p:sldLayoutId id="2147483665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28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5" indent="-342855" algn="l" defTabSz="91428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4" indent="-285713" algn="l" defTabSz="91428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2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93" indent="-228570" algn="l" defTabSz="91428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33" indent="-228570" algn="l" defTabSz="91428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7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6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7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3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4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6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space.bilibili.com/616904352?spm_id_from=333.788.b_765f7570696e666f.1" TargetMode="Externa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Freeform 5">
            <a:extLst>
              <a:ext uri="{FF2B5EF4-FFF2-40B4-BE49-F238E27FC236}">
                <a16:creationId xmlns:a16="http://schemas.microsoft.com/office/drawing/2014/main" id="{49CBD24D-286C-4134-85F5-4CF29D068DA6}"/>
              </a:ext>
            </a:extLst>
          </p:cNvPr>
          <p:cNvSpPr>
            <a:spLocks/>
          </p:cNvSpPr>
          <p:nvPr/>
        </p:nvSpPr>
        <p:spPr bwMode="auto">
          <a:xfrm>
            <a:off x="-2382" y="448685"/>
            <a:ext cx="2302139" cy="3281489"/>
          </a:xfrm>
          <a:custGeom>
            <a:avLst/>
            <a:gdLst>
              <a:gd name="T0" fmla="*/ 0 w 2078"/>
              <a:gd name="T1" fmla="*/ 1732 h 2962"/>
              <a:gd name="T2" fmla="*/ 1211 w 2078"/>
              <a:gd name="T3" fmla="*/ 2962 h 2962"/>
              <a:gd name="T4" fmla="*/ 2078 w 2078"/>
              <a:gd name="T5" fmla="*/ 2097 h 2962"/>
              <a:gd name="T6" fmla="*/ 0 w 2078"/>
              <a:gd name="T7" fmla="*/ 0 h 2962"/>
              <a:gd name="T8" fmla="*/ 0 w 2078"/>
              <a:gd name="T9" fmla="*/ 1732 h 29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8" h="2962">
                <a:moveTo>
                  <a:pt x="0" y="1732"/>
                </a:moveTo>
                <a:lnTo>
                  <a:pt x="1211" y="2962"/>
                </a:lnTo>
                <a:lnTo>
                  <a:pt x="2078" y="2097"/>
                </a:lnTo>
                <a:lnTo>
                  <a:pt x="0" y="0"/>
                </a:lnTo>
                <a:lnTo>
                  <a:pt x="0" y="17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75" name="Freeform 6">
            <a:extLst>
              <a:ext uri="{FF2B5EF4-FFF2-40B4-BE49-F238E27FC236}">
                <a16:creationId xmlns:a16="http://schemas.microsoft.com/office/drawing/2014/main" id="{A477EF26-4606-4B5A-A290-7CA302CC8E52}"/>
              </a:ext>
            </a:extLst>
          </p:cNvPr>
          <p:cNvSpPr>
            <a:spLocks/>
          </p:cNvSpPr>
          <p:nvPr/>
        </p:nvSpPr>
        <p:spPr bwMode="auto">
          <a:xfrm>
            <a:off x="-36512" y="123478"/>
            <a:ext cx="3634370" cy="3480400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3" name="Freeform 8">
            <a:extLst>
              <a:ext uri="{FF2B5EF4-FFF2-40B4-BE49-F238E27FC236}">
                <a16:creationId xmlns:a16="http://schemas.microsoft.com/office/drawing/2014/main" id="{1E85359D-B52F-4CA0-99C8-A7A8B288C432}"/>
              </a:ext>
            </a:extLst>
          </p:cNvPr>
          <p:cNvSpPr>
            <a:spLocks/>
          </p:cNvSpPr>
          <p:nvPr/>
        </p:nvSpPr>
        <p:spPr bwMode="auto">
          <a:xfrm>
            <a:off x="1022392" y="1"/>
            <a:ext cx="3361255" cy="2395199"/>
          </a:xfrm>
          <a:custGeom>
            <a:avLst/>
            <a:gdLst>
              <a:gd name="T0" fmla="*/ 2165 w 3034"/>
              <a:gd name="T1" fmla="*/ 2162 h 2162"/>
              <a:gd name="T2" fmla="*/ 3034 w 3034"/>
              <a:gd name="T3" fmla="*/ 1297 h 2162"/>
              <a:gd name="T4" fmla="*/ 1737 w 3034"/>
              <a:gd name="T5" fmla="*/ 0 h 2162"/>
              <a:gd name="T6" fmla="*/ 0 w 3034"/>
              <a:gd name="T7" fmla="*/ 0 h 2162"/>
              <a:gd name="T8" fmla="*/ 2165 w 3034"/>
              <a:gd name="T9" fmla="*/ 2162 h 2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4" h="2162">
                <a:moveTo>
                  <a:pt x="2165" y="2162"/>
                </a:moveTo>
                <a:lnTo>
                  <a:pt x="3034" y="1297"/>
                </a:lnTo>
                <a:lnTo>
                  <a:pt x="1737" y="0"/>
                </a:lnTo>
                <a:lnTo>
                  <a:pt x="0" y="0"/>
                </a:lnTo>
                <a:lnTo>
                  <a:pt x="2165" y="21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72" name="Freeform 6">
            <a:extLst>
              <a:ext uri="{FF2B5EF4-FFF2-40B4-BE49-F238E27FC236}">
                <a16:creationId xmlns:a16="http://schemas.microsoft.com/office/drawing/2014/main" id="{A477EF26-4606-4B5A-A290-7CA302CC8E52}"/>
              </a:ext>
            </a:extLst>
          </p:cNvPr>
          <p:cNvSpPr>
            <a:spLocks/>
          </p:cNvSpPr>
          <p:nvPr/>
        </p:nvSpPr>
        <p:spPr bwMode="auto">
          <a:xfrm>
            <a:off x="35496" y="-164554"/>
            <a:ext cx="3509247" cy="3367942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2" name="Freeform 7">
            <a:extLst>
              <a:ext uri="{FF2B5EF4-FFF2-40B4-BE49-F238E27FC236}">
                <a16:creationId xmlns:a16="http://schemas.microsoft.com/office/drawing/2014/main" id="{BF566B7F-126D-4FCC-BD10-B38A90E3A439}"/>
              </a:ext>
            </a:extLst>
          </p:cNvPr>
          <p:cNvSpPr>
            <a:spLocks/>
          </p:cNvSpPr>
          <p:nvPr/>
        </p:nvSpPr>
        <p:spPr bwMode="auto">
          <a:xfrm>
            <a:off x="-2382" y="0"/>
            <a:ext cx="3824342" cy="3670349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8" name="Freeform 13">
            <a:extLst>
              <a:ext uri="{FF2B5EF4-FFF2-40B4-BE49-F238E27FC236}">
                <a16:creationId xmlns:a16="http://schemas.microsoft.com/office/drawing/2014/main" id="{02B9587B-6BE5-4792-86AE-63B9898F0E2B}"/>
              </a:ext>
            </a:extLst>
          </p:cNvPr>
          <p:cNvSpPr>
            <a:spLocks/>
          </p:cNvSpPr>
          <p:nvPr/>
        </p:nvSpPr>
        <p:spPr bwMode="auto">
          <a:xfrm>
            <a:off x="2737363" y="2592399"/>
            <a:ext cx="1157717" cy="1156608"/>
          </a:xfrm>
          <a:custGeom>
            <a:avLst/>
            <a:gdLst>
              <a:gd name="T0" fmla="*/ 426 w 503"/>
              <a:gd name="T1" fmla="*/ 9 h 503"/>
              <a:gd name="T2" fmla="*/ 495 w 503"/>
              <a:gd name="T3" fmla="*/ 77 h 503"/>
              <a:gd name="T4" fmla="*/ 495 w 503"/>
              <a:gd name="T5" fmla="*/ 109 h 503"/>
              <a:gd name="T6" fmla="*/ 109 w 503"/>
              <a:gd name="T7" fmla="*/ 495 h 503"/>
              <a:gd name="T8" fmla="*/ 77 w 503"/>
              <a:gd name="T9" fmla="*/ 495 h 503"/>
              <a:gd name="T10" fmla="*/ 9 w 503"/>
              <a:gd name="T11" fmla="*/ 426 h 503"/>
              <a:gd name="T12" fmla="*/ 9 w 503"/>
              <a:gd name="T13" fmla="*/ 394 h 503"/>
              <a:gd name="T14" fmla="*/ 394 w 503"/>
              <a:gd name="T15" fmla="*/ 9 h 503"/>
              <a:gd name="T16" fmla="*/ 426 w 503"/>
              <a:gd name="T17" fmla="*/ 9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3" h="503">
                <a:moveTo>
                  <a:pt x="426" y="9"/>
                </a:moveTo>
                <a:cubicBezTo>
                  <a:pt x="495" y="77"/>
                  <a:pt x="495" y="77"/>
                  <a:pt x="495" y="77"/>
                </a:cubicBezTo>
                <a:cubicBezTo>
                  <a:pt x="503" y="86"/>
                  <a:pt x="503" y="100"/>
                  <a:pt x="495" y="109"/>
                </a:cubicBezTo>
                <a:cubicBezTo>
                  <a:pt x="109" y="495"/>
                  <a:pt x="109" y="495"/>
                  <a:pt x="109" y="495"/>
                </a:cubicBezTo>
                <a:cubicBezTo>
                  <a:pt x="100" y="503"/>
                  <a:pt x="86" y="503"/>
                  <a:pt x="77" y="495"/>
                </a:cubicBezTo>
                <a:cubicBezTo>
                  <a:pt x="9" y="426"/>
                  <a:pt x="9" y="426"/>
                  <a:pt x="9" y="426"/>
                </a:cubicBezTo>
                <a:cubicBezTo>
                  <a:pt x="0" y="418"/>
                  <a:pt x="0" y="403"/>
                  <a:pt x="9" y="394"/>
                </a:cubicBezTo>
                <a:cubicBezTo>
                  <a:pt x="394" y="9"/>
                  <a:pt x="394" y="9"/>
                  <a:pt x="394" y="9"/>
                </a:cubicBezTo>
                <a:cubicBezTo>
                  <a:pt x="403" y="0"/>
                  <a:pt x="418" y="0"/>
                  <a:pt x="426" y="9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9" name="Freeform 14">
            <a:extLst>
              <a:ext uri="{FF2B5EF4-FFF2-40B4-BE49-F238E27FC236}">
                <a16:creationId xmlns:a16="http://schemas.microsoft.com/office/drawing/2014/main" id="{17651BCA-9F55-4E11-93D8-1FBF6BFC7949}"/>
              </a:ext>
            </a:extLst>
          </p:cNvPr>
          <p:cNvSpPr>
            <a:spLocks/>
          </p:cNvSpPr>
          <p:nvPr/>
        </p:nvSpPr>
        <p:spPr bwMode="auto">
          <a:xfrm>
            <a:off x="2739579" y="3578397"/>
            <a:ext cx="172826" cy="172826"/>
          </a:xfrm>
          <a:custGeom>
            <a:avLst/>
            <a:gdLst>
              <a:gd name="T0" fmla="*/ 11 w 75"/>
              <a:gd name="T1" fmla="*/ 0 h 75"/>
              <a:gd name="T2" fmla="*/ 75 w 75"/>
              <a:gd name="T3" fmla="*/ 64 h 75"/>
              <a:gd name="T4" fmla="*/ 67 w 75"/>
              <a:gd name="T5" fmla="*/ 72 h 75"/>
              <a:gd name="T6" fmla="*/ 56 w 75"/>
              <a:gd name="T7" fmla="*/ 72 h 75"/>
              <a:gd name="T8" fmla="*/ 3 w 75"/>
              <a:gd name="T9" fmla="*/ 19 h 75"/>
              <a:gd name="T10" fmla="*/ 3 w 75"/>
              <a:gd name="T11" fmla="*/ 8 h 75"/>
              <a:gd name="T12" fmla="*/ 11 w 75"/>
              <a:gd name="T13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75">
                <a:moveTo>
                  <a:pt x="11" y="0"/>
                </a:moveTo>
                <a:cubicBezTo>
                  <a:pt x="75" y="64"/>
                  <a:pt x="75" y="64"/>
                  <a:pt x="75" y="64"/>
                </a:cubicBezTo>
                <a:cubicBezTo>
                  <a:pt x="67" y="72"/>
                  <a:pt x="67" y="72"/>
                  <a:pt x="67" y="72"/>
                </a:cubicBezTo>
                <a:cubicBezTo>
                  <a:pt x="64" y="75"/>
                  <a:pt x="59" y="75"/>
                  <a:pt x="56" y="72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6"/>
                  <a:pt x="0" y="11"/>
                  <a:pt x="3" y="8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7E52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0" name="Freeform 15">
            <a:extLst>
              <a:ext uri="{FF2B5EF4-FFF2-40B4-BE49-F238E27FC236}">
                <a16:creationId xmlns:a16="http://schemas.microsoft.com/office/drawing/2014/main" id="{673F0EED-5D56-43D8-86B9-7338B352CD35}"/>
              </a:ext>
            </a:extLst>
          </p:cNvPr>
          <p:cNvSpPr>
            <a:spLocks/>
          </p:cNvSpPr>
          <p:nvPr/>
        </p:nvSpPr>
        <p:spPr bwMode="auto">
          <a:xfrm>
            <a:off x="2739579" y="3578397"/>
            <a:ext cx="43207" cy="50962"/>
          </a:xfrm>
          <a:custGeom>
            <a:avLst/>
            <a:gdLst>
              <a:gd name="T0" fmla="*/ 11 w 19"/>
              <a:gd name="T1" fmla="*/ 0 h 22"/>
              <a:gd name="T2" fmla="*/ 19 w 19"/>
              <a:gd name="T3" fmla="*/ 9 h 22"/>
              <a:gd name="T4" fmla="*/ 6 w 19"/>
              <a:gd name="T5" fmla="*/ 22 h 22"/>
              <a:gd name="T6" fmla="*/ 3 w 19"/>
              <a:gd name="T7" fmla="*/ 19 h 22"/>
              <a:gd name="T8" fmla="*/ 3 w 19"/>
              <a:gd name="T9" fmla="*/ 8 h 22"/>
              <a:gd name="T10" fmla="*/ 11 w 19"/>
              <a:gd name="T11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22">
                <a:moveTo>
                  <a:pt x="11" y="0"/>
                </a:moveTo>
                <a:cubicBezTo>
                  <a:pt x="19" y="9"/>
                  <a:pt x="19" y="9"/>
                  <a:pt x="19" y="9"/>
                </a:cubicBezTo>
                <a:cubicBezTo>
                  <a:pt x="6" y="22"/>
                  <a:pt x="6" y="22"/>
                  <a:pt x="6" y="22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6"/>
                  <a:pt x="0" y="11"/>
                  <a:pt x="3" y="8"/>
                </a:cubicBezTo>
                <a:lnTo>
                  <a:pt x="11" y="0"/>
                </a:lnTo>
                <a:close/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1" name="Freeform 16">
            <a:extLst>
              <a:ext uri="{FF2B5EF4-FFF2-40B4-BE49-F238E27FC236}">
                <a16:creationId xmlns:a16="http://schemas.microsoft.com/office/drawing/2014/main" id="{0EB39F6F-FB96-430B-95B0-05A402AE38CE}"/>
              </a:ext>
            </a:extLst>
          </p:cNvPr>
          <p:cNvSpPr>
            <a:spLocks/>
          </p:cNvSpPr>
          <p:nvPr/>
        </p:nvSpPr>
        <p:spPr bwMode="auto">
          <a:xfrm>
            <a:off x="2818237" y="3661486"/>
            <a:ext cx="94169" cy="89737"/>
          </a:xfrm>
          <a:custGeom>
            <a:avLst/>
            <a:gdLst>
              <a:gd name="T0" fmla="*/ 13 w 41"/>
              <a:gd name="T1" fmla="*/ 0 h 39"/>
              <a:gd name="T2" fmla="*/ 41 w 41"/>
              <a:gd name="T3" fmla="*/ 28 h 39"/>
              <a:gd name="T4" fmla="*/ 33 w 41"/>
              <a:gd name="T5" fmla="*/ 36 h 39"/>
              <a:gd name="T6" fmla="*/ 22 w 41"/>
              <a:gd name="T7" fmla="*/ 36 h 39"/>
              <a:gd name="T8" fmla="*/ 0 w 41"/>
              <a:gd name="T9" fmla="*/ 13 h 39"/>
              <a:gd name="T10" fmla="*/ 13 w 41"/>
              <a:gd name="T11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39">
                <a:moveTo>
                  <a:pt x="13" y="0"/>
                </a:moveTo>
                <a:cubicBezTo>
                  <a:pt x="41" y="28"/>
                  <a:pt x="41" y="28"/>
                  <a:pt x="41" y="28"/>
                </a:cubicBezTo>
                <a:cubicBezTo>
                  <a:pt x="33" y="36"/>
                  <a:pt x="33" y="36"/>
                  <a:pt x="33" y="36"/>
                </a:cubicBezTo>
                <a:cubicBezTo>
                  <a:pt x="30" y="39"/>
                  <a:pt x="25" y="39"/>
                  <a:pt x="22" y="36"/>
                </a:cubicBezTo>
                <a:cubicBezTo>
                  <a:pt x="0" y="13"/>
                  <a:pt x="0" y="13"/>
                  <a:pt x="0" y="13"/>
                </a:cubicBezTo>
                <a:cubicBezTo>
                  <a:pt x="13" y="0"/>
                  <a:pt x="13" y="0"/>
                  <a:pt x="13" y="0"/>
                </a:cubicBezTo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2" name="Freeform 17">
            <a:extLst>
              <a:ext uri="{FF2B5EF4-FFF2-40B4-BE49-F238E27FC236}">
                <a16:creationId xmlns:a16="http://schemas.microsoft.com/office/drawing/2014/main" id="{81DC054C-528C-48A2-B163-2022798C7F4E}"/>
              </a:ext>
            </a:extLst>
          </p:cNvPr>
          <p:cNvSpPr>
            <a:spLocks/>
          </p:cNvSpPr>
          <p:nvPr/>
        </p:nvSpPr>
        <p:spPr bwMode="auto">
          <a:xfrm>
            <a:off x="3724469" y="2594615"/>
            <a:ext cx="172826" cy="170611"/>
          </a:xfrm>
          <a:custGeom>
            <a:avLst/>
            <a:gdLst>
              <a:gd name="T0" fmla="*/ 0 w 75"/>
              <a:gd name="T1" fmla="*/ 10 h 74"/>
              <a:gd name="T2" fmla="*/ 64 w 75"/>
              <a:gd name="T3" fmla="*/ 74 h 74"/>
              <a:gd name="T4" fmla="*/ 72 w 75"/>
              <a:gd name="T5" fmla="*/ 67 h 74"/>
              <a:gd name="T6" fmla="*/ 72 w 75"/>
              <a:gd name="T7" fmla="*/ 56 h 74"/>
              <a:gd name="T8" fmla="*/ 19 w 75"/>
              <a:gd name="T9" fmla="*/ 3 h 74"/>
              <a:gd name="T10" fmla="*/ 8 w 75"/>
              <a:gd name="T11" fmla="*/ 3 h 74"/>
              <a:gd name="T12" fmla="*/ 0 w 75"/>
              <a:gd name="T13" fmla="*/ 1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74">
                <a:moveTo>
                  <a:pt x="0" y="10"/>
                </a:moveTo>
                <a:cubicBezTo>
                  <a:pt x="64" y="74"/>
                  <a:pt x="64" y="74"/>
                  <a:pt x="64" y="74"/>
                </a:cubicBezTo>
                <a:cubicBezTo>
                  <a:pt x="72" y="67"/>
                  <a:pt x="72" y="67"/>
                  <a:pt x="72" y="67"/>
                </a:cubicBezTo>
                <a:cubicBezTo>
                  <a:pt x="75" y="64"/>
                  <a:pt x="75" y="59"/>
                  <a:pt x="72" y="56"/>
                </a:cubicBezTo>
                <a:cubicBezTo>
                  <a:pt x="19" y="3"/>
                  <a:pt x="19" y="3"/>
                  <a:pt x="19" y="3"/>
                </a:cubicBezTo>
                <a:cubicBezTo>
                  <a:pt x="16" y="0"/>
                  <a:pt x="11" y="0"/>
                  <a:pt x="8" y="3"/>
                </a:cubicBezTo>
                <a:cubicBezTo>
                  <a:pt x="0" y="10"/>
                  <a:pt x="0" y="10"/>
                  <a:pt x="0" y="10"/>
                </a:cubicBezTo>
              </a:path>
            </a:pathLst>
          </a:custGeom>
          <a:solidFill>
            <a:srgbClr val="7E52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3" name="Freeform 18">
            <a:extLst>
              <a:ext uri="{FF2B5EF4-FFF2-40B4-BE49-F238E27FC236}">
                <a16:creationId xmlns:a16="http://schemas.microsoft.com/office/drawing/2014/main" id="{45CCE2BE-4508-4255-9DEA-3C432700F98F}"/>
              </a:ext>
            </a:extLst>
          </p:cNvPr>
          <p:cNvSpPr>
            <a:spLocks/>
          </p:cNvSpPr>
          <p:nvPr/>
        </p:nvSpPr>
        <p:spPr bwMode="auto">
          <a:xfrm>
            <a:off x="3724469" y="2594614"/>
            <a:ext cx="48746" cy="44315"/>
          </a:xfrm>
          <a:custGeom>
            <a:avLst/>
            <a:gdLst>
              <a:gd name="T0" fmla="*/ 0 w 21"/>
              <a:gd name="T1" fmla="*/ 10 h 19"/>
              <a:gd name="T2" fmla="*/ 9 w 21"/>
              <a:gd name="T3" fmla="*/ 19 h 19"/>
              <a:gd name="T4" fmla="*/ 21 w 21"/>
              <a:gd name="T5" fmla="*/ 6 h 19"/>
              <a:gd name="T6" fmla="*/ 19 w 21"/>
              <a:gd name="T7" fmla="*/ 3 h 19"/>
              <a:gd name="T8" fmla="*/ 8 w 21"/>
              <a:gd name="T9" fmla="*/ 3 h 19"/>
              <a:gd name="T10" fmla="*/ 0 w 21"/>
              <a:gd name="T11" fmla="*/ 1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19">
                <a:moveTo>
                  <a:pt x="0" y="10"/>
                </a:moveTo>
                <a:cubicBezTo>
                  <a:pt x="9" y="19"/>
                  <a:pt x="9" y="19"/>
                  <a:pt x="9" y="19"/>
                </a:cubicBezTo>
                <a:cubicBezTo>
                  <a:pt x="21" y="6"/>
                  <a:pt x="21" y="6"/>
                  <a:pt x="21" y="6"/>
                </a:cubicBezTo>
                <a:cubicBezTo>
                  <a:pt x="19" y="3"/>
                  <a:pt x="19" y="3"/>
                  <a:pt x="19" y="3"/>
                </a:cubicBezTo>
                <a:cubicBezTo>
                  <a:pt x="16" y="0"/>
                  <a:pt x="11" y="0"/>
                  <a:pt x="8" y="3"/>
                </a:cubicBezTo>
                <a:cubicBezTo>
                  <a:pt x="0" y="10"/>
                  <a:pt x="0" y="10"/>
                  <a:pt x="0" y="10"/>
                </a:cubicBezTo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4" name="Freeform 19">
            <a:extLst>
              <a:ext uri="{FF2B5EF4-FFF2-40B4-BE49-F238E27FC236}">
                <a16:creationId xmlns:a16="http://schemas.microsoft.com/office/drawing/2014/main" id="{52068A66-A7C3-49F7-A20F-AC3968105A6B}"/>
              </a:ext>
            </a:extLst>
          </p:cNvPr>
          <p:cNvSpPr>
            <a:spLocks/>
          </p:cNvSpPr>
          <p:nvPr/>
        </p:nvSpPr>
        <p:spPr bwMode="auto">
          <a:xfrm>
            <a:off x="3807558" y="2671057"/>
            <a:ext cx="89737" cy="94169"/>
          </a:xfrm>
          <a:custGeom>
            <a:avLst/>
            <a:gdLst>
              <a:gd name="T0" fmla="*/ 0 w 39"/>
              <a:gd name="T1" fmla="*/ 13 h 41"/>
              <a:gd name="T2" fmla="*/ 28 w 39"/>
              <a:gd name="T3" fmla="*/ 41 h 41"/>
              <a:gd name="T4" fmla="*/ 36 w 39"/>
              <a:gd name="T5" fmla="*/ 34 h 41"/>
              <a:gd name="T6" fmla="*/ 36 w 39"/>
              <a:gd name="T7" fmla="*/ 23 h 41"/>
              <a:gd name="T8" fmla="*/ 13 w 39"/>
              <a:gd name="T9" fmla="*/ 0 h 41"/>
              <a:gd name="T10" fmla="*/ 0 w 39"/>
              <a:gd name="T11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" h="41">
                <a:moveTo>
                  <a:pt x="0" y="13"/>
                </a:moveTo>
                <a:cubicBezTo>
                  <a:pt x="28" y="41"/>
                  <a:pt x="28" y="41"/>
                  <a:pt x="28" y="41"/>
                </a:cubicBezTo>
                <a:cubicBezTo>
                  <a:pt x="36" y="34"/>
                  <a:pt x="36" y="34"/>
                  <a:pt x="36" y="34"/>
                </a:cubicBezTo>
                <a:cubicBezTo>
                  <a:pt x="39" y="31"/>
                  <a:pt x="39" y="26"/>
                  <a:pt x="36" y="23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13"/>
                  <a:pt x="0" y="13"/>
                  <a:pt x="0" y="13"/>
                </a:cubicBezTo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1" name="Freeform 26">
            <a:extLst>
              <a:ext uri="{FF2B5EF4-FFF2-40B4-BE49-F238E27FC236}">
                <a16:creationId xmlns:a16="http://schemas.microsoft.com/office/drawing/2014/main" id="{1D74B24D-897E-450A-834C-57CD29D72A67}"/>
              </a:ext>
            </a:extLst>
          </p:cNvPr>
          <p:cNvSpPr>
            <a:spLocks/>
          </p:cNvSpPr>
          <p:nvPr/>
        </p:nvSpPr>
        <p:spPr bwMode="auto">
          <a:xfrm>
            <a:off x="1413468" y="2857179"/>
            <a:ext cx="854162" cy="848623"/>
          </a:xfrm>
          <a:custGeom>
            <a:avLst/>
            <a:gdLst>
              <a:gd name="T0" fmla="*/ 0 w 771"/>
              <a:gd name="T1" fmla="*/ 766 h 766"/>
              <a:gd name="T2" fmla="*/ 771 w 771"/>
              <a:gd name="T3" fmla="*/ 0 h 766"/>
              <a:gd name="T4" fmla="*/ 0 w 771"/>
              <a:gd name="T5" fmla="*/ 766 h 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1" h="766">
                <a:moveTo>
                  <a:pt x="0" y="766"/>
                </a:moveTo>
                <a:lnTo>
                  <a:pt x="771" y="0"/>
                </a:lnTo>
                <a:lnTo>
                  <a:pt x="0" y="7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2" name="Line 27">
            <a:extLst>
              <a:ext uri="{FF2B5EF4-FFF2-40B4-BE49-F238E27FC236}">
                <a16:creationId xmlns:a16="http://schemas.microsoft.com/office/drawing/2014/main" id="{99289D7D-20F7-451E-B010-A7409C16CA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3468" y="2857179"/>
            <a:ext cx="854162" cy="84862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3" name="Freeform 28">
            <a:extLst>
              <a:ext uri="{FF2B5EF4-FFF2-40B4-BE49-F238E27FC236}">
                <a16:creationId xmlns:a16="http://schemas.microsoft.com/office/drawing/2014/main" id="{D3FA4DF2-929C-4BA3-B842-28FD5C47E228}"/>
              </a:ext>
            </a:extLst>
          </p:cNvPr>
          <p:cNvSpPr>
            <a:spLocks/>
          </p:cNvSpPr>
          <p:nvPr/>
        </p:nvSpPr>
        <p:spPr bwMode="auto">
          <a:xfrm>
            <a:off x="2221099" y="2836129"/>
            <a:ext cx="27697" cy="27697"/>
          </a:xfrm>
          <a:custGeom>
            <a:avLst/>
            <a:gdLst>
              <a:gd name="T0" fmla="*/ 4 w 12"/>
              <a:gd name="T1" fmla="*/ 11 h 12"/>
              <a:gd name="T2" fmla="*/ 6 w 12"/>
              <a:gd name="T3" fmla="*/ 11 h 12"/>
              <a:gd name="T4" fmla="*/ 6 w 12"/>
              <a:gd name="T5" fmla="*/ 7 h 12"/>
              <a:gd name="T6" fmla="*/ 9 w 12"/>
              <a:gd name="T7" fmla="*/ 8 h 12"/>
              <a:gd name="T8" fmla="*/ 11 w 12"/>
              <a:gd name="T9" fmla="*/ 3 h 12"/>
              <a:gd name="T10" fmla="*/ 8 w 12"/>
              <a:gd name="T11" fmla="*/ 5 h 12"/>
              <a:gd name="T12" fmla="*/ 11 w 12"/>
              <a:gd name="T13" fmla="*/ 0 h 12"/>
              <a:gd name="T14" fmla="*/ 7 w 12"/>
              <a:gd name="T15" fmla="*/ 3 h 12"/>
              <a:gd name="T16" fmla="*/ 7 w 12"/>
              <a:gd name="T17" fmla="*/ 2 h 12"/>
              <a:gd name="T18" fmla="*/ 4 w 12"/>
              <a:gd name="T19" fmla="*/ 5 h 12"/>
              <a:gd name="T20" fmla="*/ 4 w 12"/>
              <a:gd name="T21" fmla="*/ 4 h 12"/>
              <a:gd name="T22" fmla="*/ 3 w 12"/>
              <a:gd name="T23" fmla="*/ 12 h 12"/>
              <a:gd name="T24" fmla="*/ 4 w 12"/>
              <a:gd name="T25" fmla="*/ 11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" h="12">
                <a:moveTo>
                  <a:pt x="4" y="11"/>
                </a:moveTo>
                <a:cubicBezTo>
                  <a:pt x="5" y="10"/>
                  <a:pt x="6" y="11"/>
                  <a:pt x="6" y="11"/>
                </a:cubicBezTo>
                <a:cubicBezTo>
                  <a:pt x="7" y="8"/>
                  <a:pt x="8" y="10"/>
                  <a:pt x="6" y="7"/>
                </a:cubicBezTo>
                <a:cubicBezTo>
                  <a:pt x="7" y="5"/>
                  <a:pt x="9" y="5"/>
                  <a:pt x="9" y="8"/>
                </a:cubicBezTo>
                <a:cubicBezTo>
                  <a:pt x="11" y="3"/>
                  <a:pt x="11" y="3"/>
                  <a:pt x="11" y="3"/>
                </a:cubicBezTo>
                <a:cubicBezTo>
                  <a:pt x="8" y="5"/>
                  <a:pt x="8" y="5"/>
                  <a:pt x="8" y="5"/>
                </a:cubicBezTo>
                <a:cubicBezTo>
                  <a:pt x="7" y="2"/>
                  <a:pt x="12" y="2"/>
                  <a:pt x="11" y="0"/>
                </a:cubicBezTo>
                <a:cubicBezTo>
                  <a:pt x="7" y="3"/>
                  <a:pt x="7" y="3"/>
                  <a:pt x="7" y="3"/>
                </a:cubicBezTo>
                <a:cubicBezTo>
                  <a:pt x="7" y="2"/>
                  <a:pt x="7" y="2"/>
                  <a:pt x="7" y="2"/>
                </a:cubicBezTo>
                <a:cubicBezTo>
                  <a:pt x="7" y="4"/>
                  <a:pt x="5" y="5"/>
                  <a:pt x="4" y="5"/>
                </a:cubicBezTo>
                <a:cubicBezTo>
                  <a:pt x="4" y="5"/>
                  <a:pt x="3" y="5"/>
                  <a:pt x="4" y="4"/>
                </a:cubicBezTo>
                <a:cubicBezTo>
                  <a:pt x="0" y="8"/>
                  <a:pt x="6" y="8"/>
                  <a:pt x="3" y="12"/>
                </a:cubicBezTo>
                <a:cubicBezTo>
                  <a:pt x="3" y="12"/>
                  <a:pt x="3" y="12"/>
                  <a:pt x="4" y="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4" name="Freeform 29">
            <a:extLst>
              <a:ext uri="{FF2B5EF4-FFF2-40B4-BE49-F238E27FC236}">
                <a16:creationId xmlns:a16="http://schemas.microsoft.com/office/drawing/2014/main" id="{4E987054-7631-48F6-B3E4-D1E8D483C7AE}"/>
              </a:ext>
            </a:extLst>
          </p:cNvPr>
          <p:cNvSpPr>
            <a:spLocks/>
          </p:cNvSpPr>
          <p:nvPr/>
        </p:nvSpPr>
        <p:spPr bwMode="auto">
          <a:xfrm>
            <a:off x="2203373" y="2848315"/>
            <a:ext cx="25481" cy="38775"/>
          </a:xfrm>
          <a:custGeom>
            <a:avLst/>
            <a:gdLst>
              <a:gd name="T0" fmla="*/ 4 w 11"/>
              <a:gd name="T1" fmla="*/ 6 h 17"/>
              <a:gd name="T2" fmla="*/ 5 w 11"/>
              <a:gd name="T3" fmla="*/ 9 h 17"/>
              <a:gd name="T4" fmla="*/ 2 w 11"/>
              <a:gd name="T5" fmla="*/ 11 h 17"/>
              <a:gd name="T6" fmla="*/ 3 w 11"/>
              <a:gd name="T7" fmla="*/ 14 h 17"/>
              <a:gd name="T8" fmla="*/ 4 w 11"/>
              <a:gd name="T9" fmla="*/ 12 h 17"/>
              <a:gd name="T10" fmla="*/ 4 w 11"/>
              <a:gd name="T11" fmla="*/ 17 h 17"/>
              <a:gd name="T12" fmla="*/ 6 w 11"/>
              <a:gd name="T13" fmla="*/ 13 h 17"/>
              <a:gd name="T14" fmla="*/ 11 w 11"/>
              <a:gd name="T15" fmla="*/ 10 h 17"/>
              <a:gd name="T16" fmla="*/ 11 w 11"/>
              <a:gd name="T17" fmla="*/ 7 h 17"/>
              <a:gd name="T18" fmla="*/ 11 w 11"/>
              <a:gd name="T19" fmla="*/ 8 h 17"/>
              <a:gd name="T20" fmla="*/ 8 w 11"/>
              <a:gd name="T21" fmla="*/ 5 h 17"/>
              <a:gd name="T22" fmla="*/ 7 w 11"/>
              <a:gd name="T23" fmla="*/ 7 h 17"/>
              <a:gd name="T24" fmla="*/ 7 w 11"/>
              <a:gd name="T25" fmla="*/ 2 h 17"/>
              <a:gd name="T26" fmla="*/ 0 w 11"/>
              <a:gd name="T27" fmla="*/ 5 h 17"/>
              <a:gd name="T28" fmla="*/ 4 w 11"/>
              <a:gd name="T29" fmla="*/ 6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" h="17">
                <a:moveTo>
                  <a:pt x="4" y="6"/>
                </a:moveTo>
                <a:cubicBezTo>
                  <a:pt x="5" y="9"/>
                  <a:pt x="5" y="9"/>
                  <a:pt x="5" y="9"/>
                </a:cubicBezTo>
                <a:cubicBezTo>
                  <a:pt x="2" y="11"/>
                  <a:pt x="2" y="11"/>
                  <a:pt x="2" y="11"/>
                </a:cubicBezTo>
                <a:cubicBezTo>
                  <a:pt x="3" y="12"/>
                  <a:pt x="2" y="14"/>
                  <a:pt x="3" y="14"/>
                </a:cubicBezTo>
                <a:cubicBezTo>
                  <a:pt x="4" y="13"/>
                  <a:pt x="4" y="13"/>
                  <a:pt x="4" y="12"/>
                </a:cubicBezTo>
                <a:cubicBezTo>
                  <a:pt x="6" y="14"/>
                  <a:pt x="2" y="16"/>
                  <a:pt x="4" y="17"/>
                </a:cubicBezTo>
                <a:cubicBezTo>
                  <a:pt x="6" y="15"/>
                  <a:pt x="6" y="15"/>
                  <a:pt x="6" y="13"/>
                </a:cubicBezTo>
                <a:cubicBezTo>
                  <a:pt x="8" y="11"/>
                  <a:pt x="10" y="10"/>
                  <a:pt x="11" y="10"/>
                </a:cubicBezTo>
                <a:cubicBezTo>
                  <a:pt x="11" y="9"/>
                  <a:pt x="10" y="8"/>
                  <a:pt x="11" y="7"/>
                </a:cubicBezTo>
                <a:cubicBezTo>
                  <a:pt x="11" y="8"/>
                  <a:pt x="11" y="8"/>
                  <a:pt x="11" y="8"/>
                </a:cubicBezTo>
                <a:cubicBezTo>
                  <a:pt x="8" y="5"/>
                  <a:pt x="8" y="5"/>
                  <a:pt x="8" y="5"/>
                </a:cubicBezTo>
                <a:cubicBezTo>
                  <a:pt x="8" y="6"/>
                  <a:pt x="7" y="7"/>
                  <a:pt x="7" y="7"/>
                </a:cubicBezTo>
                <a:cubicBezTo>
                  <a:pt x="7" y="2"/>
                  <a:pt x="7" y="2"/>
                  <a:pt x="7" y="2"/>
                </a:cubicBezTo>
                <a:cubicBezTo>
                  <a:pt x="4" y="0"/>
                  <a:pt x="2" y="4"/>
                  <a:pt x="0" y="5"/>
                </a:cubicBezTo>
                <a:cubicBezTo>
                  <a:pt x="3" y="5"/>
                  <a:pt x="0" y="7"/>
                  <a:pt x="4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5" name="Freeform 30">
            <a:extLst>
              <a:ext uri="{FF2B5EF4-FFF2-40B4-BE49-F238E27FC236}">
                <a16:creationId xmlns:a16="http://schemas.microsoft.com/office/drawing/2014/main" id="{649E3730-72C0-49D0-82E7-A1DDCBBDF114}"/>
              </a:ext>
            </a:extLst>
          </p:cNvPr>
          <p:cNvSpPr>
            <a:spLocks/>
          </p:cNvSpPr>
          <p:nvPr/>
        </p:nvSpPr>
        <p:spPr bwMode="auto">
          <a:xfrm>
            <a:off x="2228854" y="28638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6" name="Freeform 31">
            <a:extLst>
              <a:ext uri="{FF2B5EF4-FFF2-40B4-BE49-F238E27FC236}">
                <a16:creationId xmlns:a16="http://schemas.microsoft.com/office/drawing/2014/main" id="{25517D3C-754D-410C-A2E1-09E91823B704}"/>
              </a:ext>
            </a:extLst>
          </p:cNvPr>
          <p:cNvSpPr>
            <a:spLocks/>
          </p:cNvSpPr>
          <p:nvPr/>
        </p:nvSpPr>
        <p:spPr bwMode="auto">
          <a:xfrm>
            <a:off x="1767983" y="3365687"/>
            <a:ext cx="21050" cy="24373"/>
          </a:xfrm>
          <a:custGeom>
            <a:avLst/>
            <a:gdLst>
              <a:gd name="T0" fmla="*/ 2 w 9"/>
              <a:gd name="T1" fmla="*/ 7 h 11"/>
              <a:gd name="T2" fmla="*/ 2 w 9"/>
              <a:gd name="T3" fmla="*/ 8 h 11"/>
              <a:gd name="T4" fmla="*/ 9 w 9"/>
              <a:gd name="T5" fmla="*/ 2 h 11"/>
              <a:gd name="T6" fmla="*/ 6 w 9"/>
              <a:gd name="T7" fmla="*/ 1 h 11"/>
              <a:gd name="T8" fmla="*/ 4 w 9"/>
              <a:gd name="T9" fmla="*/ 4 h 11"/>
              <a:gd name="T10" fmla="*/ 4 w 9"/>
              <a:gd name="T11" fmla="*/ 2 h 11"/>
              <a:gd name="T12" fmla="*/ 0 w 9"/>
              <a:gd name="T13" fmla="*/ 2 h 11"/>
              <a:gd name="T14" fmla="*/ 0 w 9"/>
              <a:gd name="T15" fmla="*/ 2 h 11"/>
              <a:gd name="T16" fmla="*/ 1 w 9"/>
              <a:gd name="T17" fmla="*/ 11 h 11"/>
              <a:gd name="T18" fmla="*/ 2 w 9"/>
              <a:gd name="T19" fmla="*/ 7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11">
                <a:moveTo>
                  <a:pt x="2" y="7"/>
                </a:moveTo>
                <a:cubicBezTo>
                  <a:pt x="2" y="7"/>
                  <a:pt x="2" y="8"/>
                  <a:pt x="2" y="8"/>
                </a:cubicBezTo>
                <a:cubicBezTo>
                  <a:pt x="9" y="2"/>
                  <a:pt x="9" y="2"/>
                  <a:pt x="9" y="2"/>
                </a:cubicBezTo>
                <a:cubicBezTo>
                  <a:pt x="8" y="1"/>
                  <a:pt x="5" y="2"/>
                  <a:pt x="6" y="1"/>
                </a:cubicBezTo>
                <a:cubicBezTo>
                  <a:pt x="5" y="0"/>
                  <a:pt x="4" y="3"/>
                  <a:pt x="4" y="4"/>
                </a:cubicBezTo>
                <a:cubicBezTo>
                  <a:pt x="4" y="2"/>
                  <a:pt x="4" y="2"/>
                  <a:pt x="4" y="2"/>
                </a:cubicBezTo>
                <a:cubicBezTo>
                  <a:pt x="4" y="5"/>
                  <a:pt x="0" y="4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" y="11"/>
                  <a:pt x="1" y="11"/>
                  <a:pt x="1" y="11"/>
                </a:cubicBezTo>
                <a:cubicBezTo>
                  <a:pt x="3" y="10"/>
                  <a:pt x="0" y="9"/>
                  <a:pt x="2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7" name="Freeform 32">
            <a:extLst>
              <a:ext uri="{FF2B5EF4-FFF2-40B4-BE49-F238E27FC236}">
                <a16:creationId xmlns:a16="http://schemas.microsoft.com/office/drawing/2014/main" id="{1337501A-94B0-4F2F-87A7-F3630E2160F0}"/>
              </a:ext>
            </a:extLst>
          </p:cNvPr>
          <p:cNvSpPr>
            <a:spLocks/>
          </p:cNvSpPr>
          <p:nvPr/>
        </p:nvSpPr>
        <p:spPr bwMode="auto">
          <a:xfrm>
            <a:off x="1445595" y="3689183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8" name="Freeform 33">
            <a:extLst>
              <a:ext uri="{FF2B5EF4-FFF2-40B4-BE49-F238E27FC236}">
                <a16:creationId xmlns:a16="http://schemas.microsoft.com/office/drawing/2014/main" id="{87168F6C-9BF4-40D4-BF8A-6451648AA3EA}"/>
              </a:ext>
            </a:extLst>
          </p:cNvPr>
          <p:cNvSpPr>
            <a:spLocks/>
          </p:cNvSpPr>
          <p:nvPr/>
        </p:nvSpPr>
        <p:spPr bwMode="auto">
          <a:xfrm>
            <a:off x="1770199" y="3397815"/>
            <a:ext cx="0" cy="4432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9" name="Freeform 34">
            <a:extLst>
              <a:ext uri="{FF2B5EF4-FFF2-40B4-BE49-F238E27FC236}">
                <a16:creationId xmlns:a16="http://schemas.microsoft.com/office/drawing/2014/main" id="{0B40CC2F-5784-448D-A459-92934E8EC55D}"/>
              </a:ext>
            </a:extLst>
          </p:cNvPr>
          <p:cNvSpPr>
            <a:spLocks/>
          </p:cNvSpPr>
          <p:nvPr/>
        </p:nvSpPr>
        <p:spPr bwMode="auto">
          <a:xfrm>
            <a:off x="1738071" y="3321372"/>
            <a:ext cx="2216" cy="4432"/>
          </a:xfrm>
          <a:custGeom>
            <a:avLst/>
            <a:gdLst>
              <a:gd name="T0" fmla="*/ 1 w 1"/>
              <a:gd name="T1" fmla="*/ 0 h 2"/>
              <a:gd name="T2" fmla="*/ 0 w 1"/>
              <a:gd name="T3" fmla="*/ 0 h 2"/>
              <a:gd name="T4" fmla="*/ 0 w 1"/>
              <a:gd name="T5" fmla="*/ 2 h 2"/>
              <a:gd name="T6" fmla="*/ 1 w 1"/>
              <a:gd name="T7" fmla="*/ 2 h 2"/>
              <a:gd name="T8" fmla="*/ 1 w 1"/>
              <a:gd name="T9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0" name="Freeform 35">
            <a:extLst>
              <a:ext uri="{FF2B5EF4-FFF2-40B4-BE49-F238E27FC236}">
                <a16:creationId xmlns:a16="http://schemas.microsoft.com/office/drawing/2014/main" id="{042FECD3-37AB-44E4-8480-A562CBFAB85C}"/>
              </a:ext>
            </a:extLst>
          </p:cNvPr>
          <p:cNvSpPr>
            <a:spLocks/>
          </p:cNvSpPr>
          <p:nvPr/>
        </p:nvSpPr>
        <p:spPr bwMode="auto">
          <a:xfrm>
            <a:off x="1710374" y="3479797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1" name="Freeform 36">
            <a:extLst>
              <a:ext uri="{FF2B5EF4-FFF2-40B4-BE49-F238E27FC236}">
                <a16:creationId xmlns:a16="http://schemas.microsoft.com/office/drawing/2014/main" id="{75EE70D4-4183-475D-8507-2CC0FAB42EC4}"/>
              </a:ext>
            </a:extLst>
          </p:cNvPr>
          <p:cNvSpPr>
            <a:spLocks/>
          </p:cNvSpPr>
          <p:nvPr/>
        </p:nvSpPr>
        <p:spPr bwMode="auto">
          <a:xfrm>
            <a:off x="1751366" y="3261548"/>
            <a:ext cx="12187" cy="27697"/>
          </a:xfrm>
          <a:custGeom>
            <a:avLst/>
            <a:gdLst>
              <a:gd name="T0" fmla="*/ 5 w 5"/>
              <a:gd name="T1" fmla="*/ 0 h 12"/>
              <a:gd name="T2" fmla="*/ 3 w 5"/>
              <a:gd name="T3" fmla="*/ 4 h 12"/>
              <a:gd name="T4" fmla="*/ 1 w 5"/>
              <a:gd name="T5" fmla="*/ 3 h 12"/>
              <a:gd name="T6" fmla="*/ 1 w 5"/>
              <a:gd name="T7" fmla="*/ 5 h 12"/>
              <a:gd name="T8" fmla="*/ 2 w 5"/>
              <a:gd name="T9" fmla="*/ 4 h 12"/>
              <a:gd name="T10" fmla="*/ 2 w 5"/>
              <a:gd name="T11" fmla="*/ 12 h 12"/>
              <a:gd name="T12" fmla="*/ 5 w 5"/>
              <a:gd name="T13" fmla="*/ 8 h 12"/>
              <a:gd name="T14" fmla="*/ 5 w 5"/>
              <a:gd name="T15" fmla="*/ 7 h 12"/>
              <a:gd name="T16" fmla="*/ 5 w 5"/>
              <a:gd name="T17" fmla="*/ 1 h 12"/>
              <a:gd name="T18" fmla="*/ 5 w 5"/>
              <a:gd name="T1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" h="12">
                <a:moveTo>
                  <a:pt x="5" y="0"/>
                </a:moveTo>
                <a:cubicBezTo>
                  <a:pt x="3" y="4"/>
                  <a:pt x="3" y="4"/>
                  <a:pt x="3" y="4"/>
                </a:cubicBezTo>
                <a:cubicBezTo>
                  <a:pt x="3" y="3"/>
                  <a:pt x="1" y="5"/>
                  <a:pt x="1" y="3"/>
                </a:cubicBezTo>
                <a:cubicBezTo>
                  <a:pt x="1" y="4"/>
                  <a:pt x="0" y="5"/>
                  <a:pt x="1" y="5"/>
                </a:cubicBezTo>
                <a:cubicBezTo>
                  <a:pt x="2" y="4"/>
                  <a:pt x="2" y="4"/>
                  <a:pt x="2" y="4"/>
                </a:cubicBezTo>
                <a:cubicBezTo>
                  <a:pt x="2" y="8"/>
                  <a:pt x="4" y="8"/>
                  <a:pt x="2" y="12"/>
                </a:cubicBezTo>
                <a:cubicBezTo>
                  <a:pt x="5" y="11"/>
                  <a:pt x="5" y="10"/>
                  <a:pt x="5" y="8"/>
                </a:cubicBezTo>
                <a:cubicBezTo>
                  <a:pt x="5" y="7"/>
                  <a:pt x="5" y="7"/>
                  <a:pt x="5" y="7"/>
                </a:cubicBezTo>
                <a:cubicBezTo>
                  <a:pt x="5" y="1"/>
                  <a:pt x="5" y="1"/>
                  <a:pt x="5" y="1"/>
                </a:cubicBezTo>
                <a:lnTo>
                  <a:pt x="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2" name="Freeform 37">
            <a:extLst>
              <a:ext uri="{FF2B5EF4-FFF2-40B4-BE49-F238E27FC236}">
                <a16:creationId xmlns:a16="http://schemas.microsoft.com/office/drawing/2014/main" id="{84B94F6C-47D4-422E-A907-B821ABC67B20}"/>
              </a:ext>
            </a:extLst>
          </p:cNvPr>
          <p:cNvSpPr>
            <a:spLocks/>
          </p:cNvSpPr>
          <p:nvPr/>
        </p:nvSpPr>
        <p:spPr bwMode="auto">
          <a:xfrm>
            <a:off x="1516499" y="3569533"/>
            <a:ext cx="0" cy="2216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3" name="Freeform 38">
            <a:extLst>
              <a:ext uri="{FF2B5EF4-FFF2-40B4-BE49-F238E27FC236}">
                <a16:creationId xmlns:a16="http://schemas.microsoft.com/office/drawing/2014/main" id="{8117A727-9BD7-4131-AD7D-4162CAD6BE08}"/>
              </a:ext>
            </a:extLst>
          </p:cNvPr>
          <p:cNvSpPr>
            <a:spLocks/>
          </p:cNvSpPr>
          <p:nvPr/>
        </p:nvSpPr>
        <p:spPr bwMode="auto">
          <a:xfrm>
            <a:off x="1516499" y="3567318"/>
            <a:ext cx="0" cy="2216"/>
          </a:xfrm>
          <a:custGeom>
            <a:avLst/>
            <a:gdLst>
              <a:gd name="T0" fmla="*/ 1 h 1"/>
              <a:gd name="T1" fmla="*/ 1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4" name="Freeform 39">
            <a:extLst>
              <a:ext uri="{FF2B5EF4-FFF2-40B4-BE49-F238E27FC236}">
                <a16:creationId xmlns:a16="http://schemas.microsoft.com/office/drawing/2014/main" id="{60464CF6-0FAA-431F-8E8A-18EDD007FBEF}"/>
              </a:ext>
            </a:extLst>
          </p:cNvPr>
          <p:cNvSpPr>
            <a:spLocks/>
          </p:cNvSpPr>
          <p:nvPr/>
        </p:nvSpPr>
        <p:spPr bwMode="auto">
          <a:xfrm>
            <a:off x="1767983" y="3390060"/>
            <a:ext cx="2216" cy="7755"/>
          </a:xfrm>
          <a:custGeom>
            <a:avLst/>
            <a:gdLst>
              <a:gd name="T0" fmla="*/ 0 w 1"/>
              <a:gd name="T1" fmla="*/ 1 h 3"/>
              <a:gd name="T2" fmla="*/ 1 w 1"/>
              <a:gd name="T3" fmla="*/ 3 h 3"/>
              <a:gd name="T4" fmla="*/ 1 w 1"/>
              <a:gd name="T5" fmla="*/ 0 h 3"/>
              <a:gd name="T6" fmla="*/ 0 w 1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3">
                <a:moveTo>
                  <a:pt x="0" y="1"/>
                </a:moveTo>
                <a:cubicBezTo>
                  <a:pt x="0" y="1"/>
                  <a:pt x="1" y="2"/>
                  <a:pt x="1" y="3"/>
                </a:cubicBezTo>
                <a:cubicBezTo>
                  <a:pt x="1" y="0"/>
                  <a:pt x="1" y="0"/>
                  <a:pt x="1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5" name="Freeform 40">
            <a:extLst>
              <a:ext uri="{FF2B5EF4-FFF2-40B4-BE49-F238E27FC236}">
                <a16:creationId xmlns:a16="http://schemas.microsoft.com/office/drawing/2014/main" id="{5FE8B025-7384-47E2-8836-6D0CCCD5E946}"/>
              </a:ext>
            </a:extLst>
          </p:cNvPr>
          <p:cNvSpPr>
            <a:spLocks/>
          </p:cNvSpPr>
          <p:nvPr/>
        </p:nvSpPr>
        <p:spPr bwMode="auto">
          <a:xfrm>
            <a:off x="1763552" y="3365687"/>
            <a:ext cx="4432" cy="11078"/>
          </a:xfrm>
          <a:custGeom>
            <a:avLst/>
            <a:gdLst>
              <a:gd name="T0" fmla="*/ 0 w 2"/>
              <a:gd name="T1" fmla="*/ 5 h 5"/>
              <a:gd name="T2" fmla="*/ 2 w 2"/>
              <a:gd name="T3" fmla="*/ 2 h 5"/>
              <a:gd name="T4" fmla="*/ 2 w 2"/>
              <a:gd name="T5" fmla="*/ 0 h 5"/>
              <a:gd name="T6" fmla="*/ 0 w 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5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2" y="2"/>
                  <a:pt x="1" y="3"/>
                  <a:pt x="0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6" name="Freeform 41">
            <a:extLst>
              <a:ext uri="{FF2B5EF4-FFF2-40B4-BE49-F238E27FC236}">
                <a16:creationId xmlns:a16="http://schemas.microsoft.com/office/drawing/2014/main" id="{DE580474-E89C-431F-9A22-48E9193F479F}"/>
              </a:ext>
            </a:extLst>
          </p:cNvPr>
          <p:cNvSpPr>
            <a:spLocks/>
          </p:cNvSpPr>
          <p:nvPr/>
        </p:nvSpPr>
        <p:spPr bwMode="auto">
          <a:xfrm>
            <a:off x="1697080" y="3400030"/>
            <a:ext cx="75335" cy="121865"/>
          </a:xfrm>
          <a:custGeom>
            <a:avLst/>
            <a:gdLst>
              <a:gd name="T0" fmla="*/ 12 w 33"/>
              <a:gd name="T1" fmla="*/ 32 h 53"/>
              <a:gd name="T2" fmla="*/ 8 w 33"/>
              <a:gd name="T3" fmla="*/ 30 h 53"/>
              <a:gd name="T4" fmla="*/ 7 w 33"/>
              <a:gd name="T5" fmla="*/ 35 h 53"/>
              <a:gd name="T6" fmla="*/ 13 w 33"/>
              <a:gd name="T7" fmla="*/ 34 h 53"/>
              <a:gd name="T8" fmla="*/ 10 w 33"/>
              <a:gd name="T9" fmla="*/ 40 h 53"/>
              <a:gd name="T10" fmla="*/ 9 w 33"/>
              <a:gd name="T11" fmla="*/ 35 h 53"/>
              <a:gd name="T12" fmla="*/ 9 w 33"/>
              <a:gd name="T13" fmla="*/ 39 h 53"/>
              <a:gd name="T14" fmla="*/ 1 w 33"/>
              <a:gd name="T15" fmla="*/ 46 h 53"/>
              <a:gd name="T16" fmla="*/ 1 w 33"/>
              <a:gd name="T17" fmla="*/ 51 h 53"/>
              <a:gd name="T18" fmla="*/ 7 w 33"/>
              <a:gd name="T19" fmla="*/ 50 h 53"/>
              <a:gd name="T20" fmla="*/ 6 w 33"/>
              <a:gd name="T21" fmla="*/ 50 h 53"/>
              <a:gd name="T22" fmla="*/ 8 w 33"/>
              <a:gd name="T23" fmla="*/ 48 h 53"/>
              <a:gd name="T24" fmla="*/ 7 w 33"/>
              <a:gd name="T25" fmla="*/ 45 h 53"/>
              <a:gd name="T26" fmla="*/ 9 w 33"/>
              <a:gd name="T27" fmla="*/ 44 h 53"/>
              <a:gd name="T28" fmla="*/ 8 w 33"/>
              <a:gd name="T29" fmla="*/ 45 h 53"/>
              <a:gd name="T30" fmla="*/ 12 w 33"/>
              <a:gd name="T31" fmla="*/ 41 h 53"/>
              <a:gd name="T32" fmla="*/ 12 w 33"/>
              <a:gd name="T33" fmla="*/ 43 h 53"/>
              <a:gd name="T34" fmla="*/ 15 w 33"/>
              <a:gd name="T35" fmla="*/ 35 h 53"/>
              <a:gd name="T36" fmla="*/ 16 w 33"/>
              <a:gd name="T37" fmla="*/ 39 h 53"/>
              <a:gd name="T38" fmla="*/ 23 w 33"/>
              <a:gd name="T39" fmla="*/ 30 h 53"/>
              <a:gd name="T40" fmla="*/ 22 w 33"/>
              <a:gd name="T41" fmla="*/ 30 h 53"/>
              <a:gd name="T42" fmla="*/ 26 w 33"/>
              <a:gd name="T43" fmla="*/ 30 h 53"/>
              <a:gd name="T44" fmla="*/ 33 w 33"/>
              <a:gd name="T45" fmla="*/ 21 h 53"/>
              <a:gd name="T46" fmla="*/ 32 w 33"/>
              <a:gd name="T47" fmla="*/ 1 h 53"/>
              <a:gd name="T48" fmla="*/ 31 w 33"/>
              <a:gd name="T49" fmla="*/ 3 h 53"/>
              <a:gd name="T50" fmla="*/ 28 w 33"/>
              <a:gd name="T51" fmla="*/ 0 h 53"/>
              <a:gd name="T52" fmla="*/ 28 w 33"/>
              <a:gd name="T53" fmla="*/ 5 h 53"/>
              <a:gd name="T54" fmla="*/ 23 w 33"/>
              <a:gd name="T55" fmla="*/ 3 h 53"/>
              <a:gd name="T56" fmla="*/ 19 w 33"/>
              <a:gd name="T57" fmla="*/ 26 h 53"/>
              <a:gd name="T58" fmla="*/ 12 w 33"/>
              <a:gd name="T59" fmla="*/ 31 h 53"/>
              <a:gd name="T60" fmla="*/ 13 w 33"/>
              <a:gd name="T61" fmla="*/ 25 h 53"/>
              <a:gd name="T62" fmla="*/ 9 w 33"/>
              <a:gd name="T63" fmla="*/ 29 h 53"/>
              <a:gd name="T64" fmla="*/ 12 w 33"/>
              <a:gd name="T65" fmla="*/ 3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" h="53">
                <a:moveTo>
                  <a:pt x="12" y="32"/>
                </a:moveTo>
                <a:cubicBezTo>
                  <a:pt x="7" y="37"/>
                  <a:pt x="11" y="28"/>
                  <a:pt x="8" y="30"/>
                </a:cubicBezTo>
                <a:cubicBezTo>
                  <a:pt x="7" y="32"/>
                  <a:pt x="7" y="33"/>
                  <a:pt x="7" y="35"/>
                </a:cubicBezTo>
                <a:cubicBezTo>
                  <a:pt x="10" y="30"/>
                  <a:pt x="10" y="39"/>
                  <a:pt x="13" y="34"/>
                </a:cubicBezTo>
                <a:cubicBezTo>
                  <a:pt x="15" y="37"/>
                  <a:pt x="12" y="39"/>
                  <a:pt x="10" y="40"/>
                </a:cubicBezTo>
                <a:cubicBezTo>
                  <a:pt x="7" y="40"/>
                  <a:pt x="10" y="37"/>
                  <a:pt x="9" y="35"/>
                </a:cubicBezTo>
                <a:cubicBezTo>
                  <a:pt x="8" y="37"/>
                  <a:pt x="8" y="37"/>
                  <a:pt x="9" y="39"/>
                </a:cubicBezTo>
                <a:cubicBezTo>
                  <a:pt x="5" y="41"/>
                  <a:pt x="5" y="47"/>
                  <a:pt x="1" y="46"/>
                </a:cubicBezTo>
                <a:cubicBezTo>
                  <a:pt x="0" y="48"/>
                  <a:pt x="1" y="49"/>
                  <a:pt x="1" y="51"/>
                </a:cubicBezTo>
                <a:cubicBezTo>
                  <a:pt x="3" y="53"/>
                  <a:pt x="5" y="49"/>
                  <a:pt x="7" y="50"/>
                </a:cubicBezTo>
                <a:cubicBezTo>
                  <a:pt x="7" y="50"/>
                  <a:pt x="6" y="50"/>
                  <a:pt x="6" y="50"/>
                </a:cubicBezTo>
                <a:cubicBezTo>
                  <a:pt x="8" y="48"/>
                  <a:pt x="8" y="48"/>
                  <a:pt x="8" y="48"/>
                </a:cubicBezTo>
                <a:cubicBezTo>
                  <a:pt x="6" y="49"/>
                  <a:pt x="6" y="46"/>
                  <a:pt x="7" y="45"/>
                </a:cubicBezTo>
                <a:cubicBezTo>
                  <a:pt x="7" y="45"/>
                  <a:pt x="8" y="43"/>
                  <a:pt x="9" y="44"/>
                </a:cubicBezTo>
                <a:cubicBezTo>
                  <a:pt x="8" y="45"/>
                  <a:pt x="8" y="45"/>
                  <a:pt x="8" y="45"/>
                </a:cubicBezTo>
                <a:cubicBezTo>
                  <a:pt x="10" y="45"/>
                  <a:pt x="9" y="41"/>
                  <a:pt x="12" y="41"/>
                </a:cubicBezTo>
                <a:cubicBezTo>
                  <a:pt x="12" y="41"/>
                  <a:pt x="12" y="42"/>
                  <a:pt x="12" y="43"/>
                </a:cubicBezTo>
                <a:cubicBezTo>
                  <a:pt x="12" y="40"/>
                  <a:pt x="14" y="38"/>
                  <a:pt x="15" y="35"/>
                </a:cubicBezTo>
                <a:cubicBezTo>
                  <a:pt x="16" y="39"/>
                  <a:pt x="16" y="39"/>
                  <a:pt x="16" y="39"/>
                </a:cubicBezTo>
                <a:cubicBezTo>
                  <a:pt x="15" y="35"/>
                  <a:pt x="20" y="32"/>
                  <a:pt x="23" y="30"/>
                </a:cubicBezTo>
                <a:cubicBezTo>
                  <a:pt x="23" y="30"/>
                  <a:pt x="22" y="30"/>
                  <a:pt x="22" y="30"/>
                </a:cubicBezTo>
                <a:cubicBezTo>
                  <a:pt x="23" y="28"/>
                  <a:pt x="25" y="28"/>
                  <a:pt x="26" y="30"/>
                </a:cubicBezTo>
                <a:cubicBezTo>
                  <a:pt x="26" y="26"/>
                  <a:pt x="33" y="25"/>
                  <a:pt x="33" y="21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2"/>
                  <a:pt x="32" y="3"/>
                  <a:pt x="31" y="3"/>
                </a:cubicBezTo>
                <a:cubicBezTo>
                  <a:pt x="29" y="2"/>
                  <a:pt x="29" y="3"/>
                  <a:pt x="28" y="0"/>
                </a:cubicBezTo>
                <a:cubicBezTo>
                  <a:pt x="28" y="2"/>
                  <a:pt x="30" y="3"/>
                  <a:pt x="28" y="5"/>
                </a:cubicBezTo>
                <a:cubicBezTo>
                  <a:pt x="28" y="3"/>
                  <a:pt x="26" y="1"/>
                  <a:pt x="23" y="3"/>
                </a:cubicBezTo>
                <a:cubicBezTo>
                  <a:pt x="20" y="10"/>
                  <a:pt x="21" y="19"/>
                  <a:pt x="19" y="26"/>
                </a:cubicBezTo>
                <a:cubicBezTo>
                  <a:pt x="18" y="25"/>
                  <a:pt x="14" y="29"/>
                  <a:pt x="12" y="31"/>
                </a:cubicBezTo>
                <a:cubicBezTo>
                  <a:pt x="11" y="29"/>
                  <a:pt x="12" y="27"/>
                  <a:pt x="13" y="25"/>
                </a:cubicBezTo>
                <a:cubicBezTo>
                  <a:pt x="12" y="26"/>
                  <a:pt x="11" y="27"/>
                  <a:pt x="9" y="29"/>
                </a:cubicBezTo>
                <a:lnTo>
                  <a:pt x="12" y="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7" name="Freeform 42">
            <a:extLst>
              <a:ext uri="{FF2B5EF4-FFF2-40B4-BE49-F238E27FC236}">
                <a16:creationId xmlns:a16="http://schemas.microsoft.com/office/drawing/2014/main" id="{470B05C9-38F8-4A39-8A5E-7A72C01F997F}"/>
              </a:ext>
            </a:extLst>
          </p:cNvPr>
          <p:cNvSpPr>
            <a:spLocks/>
          </p:cNvSpPr>
          <p:nvPr/>
        </p:nvSpPr>
        <p:spPr bwMode="auto">
          <a:xfrm>
            <a:off x="1740287" y="34343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8" name="Freeform 43">
            <a:extLst>
              <a:ext uri="{FF2B5EF4-FFF2-40B4-BE49-F238E27FC236}">
                <a16:creationId xmlns:a16="http://schemas.microsoft.com/office/drawing/2014/main" id="{EFD2A6F4-6517-4CCD-8B2D-1C4B5F591137}"/>
              </a:ext>
            </a:extLst>
          </p:cNvPr>
          <p:cNvSpPr>
            <a:spLocks/>
          </p:cNvSpPr>
          <p:nvPr/>
        </p:nvSpPr>
        <p:spPr bwMode="auto">
          <a:xfrm>
            <a:off x="1726992" y="3456532"/>
            <a:ext cx="2216" cy="0"/>
          </a:xfrm>
          <a:custGeom>
            <a:avLst/>
            <a:gdLst>
              <a:gd name="T0" fmla="*/ 2 w 2"/>
              <a:gd name="T1" fmla="*/ 2 w 2"/>
              <a:gd name="T2" fmla="*/ 0 w 2"/>
              <a:gd name="T3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9" name="Freeform 44">
            <a:extLst>
              <a:ext uri="{FF2B5EF4-FFF2-40B4-BE49-F238E27FC236}">
                <a16:creationId xmlns:a16="http://schemas.microsoft.com/office/drawing/2014/main" id="{59A96AD6-F8E2-40D1-BDF7-E6864347CED6}"/>
              </a:ext>
            </a:extLst>
          </p:cNvPr>
          <p:cNvSpPr>
            <a:spLocks/>
          </p:cNvSpPr>
          <p:nvPr/>
        </p:nvSpPr>
        <p:spPr bwMode="auto">
          <a:xfrm>
            <a:off x="1756904" y="3383413"/>
            <a:ext cx="2216" cy="4432"/>
          </a:xfrm>
          <a:custGeom>
            <a:avLst/>
            <a:gdLst>
              <a:gd name="T0" fmla="*/ 1 w 1"/>
              <a:gd name="T1" fmla="*/ 2 h 2"/>
              <a:gd name="T2" fmla="*/ 1 w 1"/>
              <a:gd name="T3" fmla="*/ 0 h 2"/>
              <a:gd name="T4" fmla="*/ 0 w 1"/>
              <a:gd name="T5" fmla="*/ 1 h 2"/>
              <a:gd name="T6" fmla="*/ 1 w 1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2"/>
                </a:moveTo>
                <a:cubicBezTo>
                  <a:pt x="1" y="1"/>
                  <a:pt x="1" y="1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2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0" name="Freeform 45">
            <a:extLst>
              <a:ext uri="{FF2B5EF4-FFF2-40B4-BE49-F238E27FC236}">
                <a16:creationId xmlns:a16="http://schemas.microsoft.com/office/drawing/2014/main" id="{1CA07F5F-D0AB-449E-96C3-3386DCF48409}"/>
              </a:ext>
            </a:extLst>
          </p:cNvPr>
          <p:cNvSpPr>
            <a:spLocks/>
          </p:cNvSpPr>
          <p:nvPr/>
        </p:nvSpPr>
        <p:spPr bwMode="auto">
          <a:xfrm>
            <a:off x="1765768" y="3390060"/>
            <a:ext cx="2216" cy="2216"/>
          </a:xfrm>
          <a:custGeom>
            <a:avLst/>
            <a:gdLst>
              <a:gd name="T0" fmla="*/ 0 w 2"/>
              <a:gd name="T1" fmla="*/ 0 h 2"/>
              <a:gd name="T2" fmla="*/ 2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1" name="Freeform 46">
            <a:extLst>
              <a:ext uri="{FF2B5EF4-FFF2-40B4-BE49-F238E27FC236}">
                <a16:creationId xmlns:a16="http://schemas.microsoft.com/office/drawing/2014/main" id="{F4270CDB-6C4A-4BF9-ADA0-F376F11C763C}"/>
              </a:ext>
            </a:extLst>
          </p:cNvPr>
          <p:cNvSpPr>
            <a:spLocks/>
          </p:cNvSpPr>
          <p:nvPr/>
        </p:nvSpPr>
        <p:spPr bwMode="auto">
          <a:xfrm>
            <a:off x="1648334" y="3489767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2" name="Freeform 47">
            <a:extLst>
              <a:ext uri="{FF2B5EF4-FFF2-40B4-BE49-F238E27FC236}">
                <a16:creationId xmlns:a16="http://schemas.microsoft.com/office/drawing/2014/main" id="{5873DAEA-A2B3-4792-B7F7-79538EEB94EA}"/>
              </a:ext>
            </a:extLst>
          </p:cNvPr>
          <p:cNvSpPr>
            <a:spLocks/>
          </p:cNvSpPr>
          <p:nvPr/>
        </p:nvSpPr>
        <p:spPr bwMode="auto">
          <a:xfrm>
            <a:off x="1682678" y="3424403"/>
            <a:ext cx="57609" cy="59825"/>
          </a:xfrm>
          <a:custGeom>
            <a:avLst/>
            <a:gdLst>
              <a:gd name="T0" fmla="*/ 10 w 25"/>
              <a:gd name="T1" fmla="*/ 24 h 26"/>
              <a:gd name="T2" fmla="*/ 10 w 25"/>
              <a:gd name="T3" fmla="*/ 19 h 26"/>
              <a:gd name="T4" fmla="*/ 9 w 25"/>
              <a:gd name="T5" fmla="*/ 20 h 26"/>
              <a:gd name="T6" fmla="*/ 16 w 25"/>
              <a:gd name="T7" fmla="*/ 12 h 26"/>
              <a:gd name="T8" fmla="*/ 20 w 25"/>
              <a:gd name="T9" fmla="*/ 14 h 26"/>
              <a:gd name="T10" fmla="*/ 21 w 25"/>
              <a:gd name="T11" fmla="*/ 8 h 26"/>
              <a:gd name="T12" fmla="*/ 25 w 25"/>
              <a:gd name="T13" fmla="*/ 4 h 26"/>
              <a:gd name="T14" fmla="*/ 22 w 25"/>
              <a:gd name="T15" fmla="*/ 4 h 26"/>
              <a:gd name="T16" fmla="*/ 22 w 25"/>
              <a:gd name="T17" fmla="*/ 3 h 26"/>
              <a:gd name="T18" fmla="*/ 18 w 25"/>
              <a:gd name="T19" fmla="*/ 8 h 26"/>
              <a:gd name="T20" fmla="*/ 18 w 25"/>
              <a:gd name="T21" fmla="*/ 6 h 26"/>
              <a:gd name="T22" fmla="*/ 13 w 25"/>
              <a:gd name="T23" fmla="*/ 14 h 26"/>
              <a:gd name="T24" fmla="*/ 10 w 25"/>
              <a:gd name="T25" fmla="*/ 15 h 26"/>
              <a:gd name="T26" fmla="*/ 4 w 25"/>
              <a:gd name="T27" fmla="*/ 26 h 26"/>
              <a:gd name="T28" fmla="*/ 7 w 25"/>
              <a:gd name="T29" fmla="*/ 22 h 26"/>
              <a:gd name="T30" fmla="*/ 10 w 25"/>
              <a:gd name="T31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" h="26">
                <a:moveTo>
                  <a:pt x="10" y="24"/>
                </a:moveTo>
                <a:cubicBezTo>
                  <a:pt x="11" y="22"/>
                  <a:pt x="8" y="22"/>
                  <a:pt x="10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10" y="17"/>
                  <a:pt x="14" y="15"/>
                  <a:pt x="16" y="12"/>
                </a:cubicBezTo>
                <a:cubicBezTo>
                  <a:pt x="17" y="13"/>
                  <a:pt x="19" y="12"/>
                  <a:pt x="20" y="14"/>
                </a:cubicBezTo>
                <a:cubicBezTo>
                  <a:pt x="21" y="12"/>
                  <a:pt x="22" y="10"/>
                  <a:pt x="21" y="8"/>
                </a:cubicBezTo>
                <a:cubicBezTo>
                  <a:pt x="23" y="7"/>
                  <a:pt x="23" y="5"/>
                  <a:pt x="25" y="4"/>
                </a:cubicBezTo>
                <a:cubicBezTo>
                  <a:pt x="24" y="4"/>
                  <a:pt x="24" y="0"/>
                  <a:pt x="22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19" y="4"/>
                  <a:pt x="20" y="6"/>
                  <a:pt x="18" y="8"/>
                </a:cubicBezTo>
                <a:cubicBezTo>
                  <a:pt x="17" y="8"/>
                  <a:pt x="19" y="5"/>
                  <a:pt x="18" y="6"/>
                </a:cubicBezTo>
                <a:cubicBezTo>
                  <a:pt x="16" y="8"/>
                  <a:pt x="10" y="11"/>
                  <a:pt x="13" y="14"/>
                </a:cubicBezTo>
                <a:cubicBezTo>
                  <a:pt x="12" y="15"/>
                  <a:pt x="11" y="15"/>
                  <a:pt x="10" y="15"/>
                </a:cubicBezTo>
                <a:cubicBezTo>
                  <a:pt x="11" y="20"/>
                  <a:pt x="0" y="22"/>
                  <a:pt x="4" y="26"/>
                </a:cubicBezTo>
                <a:cubicBezTo>
                  <a:pt x="5" y="25"/>
                  <a:pt x="7" y="24"/>
                  <a:pt x="7" y="22"/>
                </a:cubicBezTo>
                <a:lnTo>
                  <a:pt x="10" y="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3" name="Freeform 48">
            <a:extLst>
              <a:ext uri="{FF2B5EF4-FFF2-40B4-BE49-F238E27FC236}">
                <a16:creationId xmlns:a16="http://schemas.microsoft.com/office/drawing/2014/main" id="{AF49E348-0F9B-4C5A-9A27-05023A537551}"/>
              </a:ext>
            </a:extLst>
          </p:cNvPr>
          <p:cNvSpPr>
            <a:spLocks/>
          </p:cNvSpPr>
          <p:nvPr/>
        </p:nvSpPr>
        <p:spPr bwMode="auto">
          <a:xfrm>
            <a:off x="1749149" y="3394491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4" name="Freeform 49">
            <a:extLst>
              <a:ext uri="{FF2B5EF4-FFF2-40B4-BE49-F238E27FC236}">
                <a16:creationId xmlns:a16="http://schemas.microsoft.com/office/drawing/2014/main" id="{A684C610-A46E-407B-8517-8CE0376DE294}"/>
              </a:ext>
            </a:extLst>
          </p:cNvPr>
          <p:cNvSpPr>
            <a:spLocks noEditPoints="1"/>
          </p:cNvSpPr>
          <p:nvPr/>
        </p:nvSpPr>
        <p:spPr bwMode="auto">
          <a:xfrm>
            <a:off x="1772414" y="3367903"/>
            <a:ext cx="62040" cy="54285"/>
          </a:xfrm>
          <a:custGeom>
            <a:avLst/>
            <a:gdLst>
              <a:gd name="T0" fmla="*/ 25 w 27"/>
              <a:gd name="T1" fmla="*/ 1 h 24"/>
              <a:gd name="T2" fmla="*/ 27 w 27"/>
              <a:gd name="T3" fmla="*/ 4 h 24"/>
              <a:gd name="T4" fmla="*/ 17 w 27"/>
              <a:gd name="T5" fmla="*/ 14 h 24"/>
              <a:gd name="T6" fmla="*/ 17 w 27"/>
              <a:gd name="T7" fmla="*/ 12 h 24"/>
              <a:gd name="T8" fmla="*/ 9 w 27"/>
              <a:gd name="T9" fmla="*/ 22 h 24"/>
              <a:gd name="T10" fmla="*/ 5 w 27"/>
              <a:gd name="T11" fmla="*/ 23 h 24"/>
              <a:gd name="T12" fmla="*/ 4 w 27"/>
              <a:gd name="T13" fmla="*/ 24 h 24"/>
              <a:gd name="T14" fmla="*/ 5 w 27"/>
              <a:gd name="T15" fmla="*/ 22 h 24"/>
              <a:gd name="T16" fmla="*/ 4 w 27"/>
              <a:gd name="T17" fmla="*/ 23 h 24"/>
              <a:gd name="T18" fmla="*/ 3 w 27"/>
              <a:gd name="T19" fmla="*/ 17 h 24"/>
              <a:gd name="T20" fmla="*/ 4 w 27"/>
              <a:gd name="T21" fmla="*/ 21 h 24"/>
              <a:gd name="T22" fmla="*/ 4 w 27"/>
              <a:gd name="T23" fmla="*/ 19 h 24"/>
              <a:gd name="T24" fmla="*/ 7 w 27"/>
              <a:gd name="T25" fmla="*/ 19 h 24"/>
              <a:gd name="T26" fmla="*/ 8 w 27"/>
              <a:gd name="T27" fmla="*/ 16 h 24"/>
              <a:gd name="T28" fmla="*/ 12 w 27"/>
              <a:gd name="T29" fmla="*/ 16 h 24"/>
              <a:gd name="T30" fmla="*/ 10 w 27"/>
              <a:gd name="T31" fmla="*/ 13 h 24"/>
              <a:gd name="T32" fmla="*/ 13 w 27"/>
              <a:gd name="T33" fmla="*/ 11 h 24"/>
              <a:gd name="T34" fmla="*/ 12 w 27"/>
              <a:gd name="T35" fmla="*/ 1 h 24"/>
              <a:gd name="T36" fmla="*/ 19 w 27"/>
              <a:gd name="T37" fmla="*/ 2 h 24"/>
              <a:gd name="T38" fmla="*/ 15 w 27"/>
              <a:gd name="T39" fmla="*/ 8 h 24"/>
              <a:gd name="T40" fmla="*/ 15 w 27"/>
              <a:gd name="T41" fmla="*/ 12 h 24"/>
              <a:gd name="T42" fmla="*/ 19 w 27"/>
              <a:gd name="T43" fmla="*/ 7 h 24"/>
              <a:gd name="T44" fmla="*/ 19 w 27"/>
              <a:gd name="T45" fmla="*/ 8 h 24"/>
              <a:gd name="T46" fmla="*/ 22 w 27"/>
              <a:gd name="T47" fmla="*/ 2 h 24"/>
              <a:gd name="T48" fmla="*/ 24 w 27"/>
              <a:gd name="T49" fmla="*/ 2 h 24"/>
              <a:gd name="T50" fmla="*/ 25 w 27"/>
              <a:gd name="T51" fmla="*/ 1 h 24"/>
              <a:gd name="T52" fmla="*/ 23 w 27"/>
              <a:gd name="T53" fmla="*/ 3 h 24"/>
              <a:gd name="T54" fmla="*/ 22 w 27"/>
              <a:gd name="T55" fmla="*/ 4 h 24"/>
              <a:gd name="T56" fmla="*/ 23 w 27"/>
              <a:gd name="T57" fmla="*/ 3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7" h="24">
                <a:moveTo>
                  <a:pt x="25" y="1"/>
                </a:moveTo>
                <a:cubicBezTo>
                  <a:pt x="27" y="4"/>
                  <a:pt x="27" y="4"/>
                  <a:pt x="27" y="4"/>
                </a:cubicBezTo>
                <a:cubicBezTo>
                  <a:pt x="23" y="9"/>
                  <a:pt x="21" y="10"/>
                  <a:pt x="17" y="14"/>
                </a:cubicBezTo>
                <a:cubicBezTo>
                  <a:pt x="17" y="13"/>
                  <a:pt x="17" y="13"/>
                  <a:pt x="17" y="12"/>
                </a:cubicBezTo>
                <a:cubicBezTo>
                  <a:pt x="15" y="15"/>
                  <a:pt x="10" y="19"/>
                  <a:pt x="9" y="22"/>
                </a:cubicBezTo>
                <a:cubicBezTo>
                  <a:pt x="8" y="23"/>
                  <a:pt x="5" y="24"/>
                  <a:pt x="5" y="23"/>
                </a:cubicBezTo>
                <a:cubicBezTo>
                  <a:pt x="5" y="23"/>
                  <a:pt x="5" y="24"/>
                  <a:pt x="4" y="24"/>
                </a:cubicBezTo>
                <a:cubicBezTo>
                  <a:pt x="3" y="24"/>
                  <a:pt x="5" y="23"/>
                  <a:pt x="5" y="22"/>
                </a:cubicBezTo>
                <a:cubicBezTo>
                  <a:pt x="4" y="23"/>
                  <a:pt x="4" y="22"/>
                  <a:pt x="4" y="23"/>
                </a:cubicBezTo>
                <a:cubicBezTo>
                  <a:pt x="4" y="21"/>
                  <a:pt x="0" y="20"/>
                  <a:pt x="3" y="17"/>
                </a:cubicBezTo>
                <a:cubicBezTo>
                  <a:pt x="6" y="19"/>
                  <a:pt x="1" y="20"/>
                  <a:pt x="4" y="21"/>
                </a:cubicBezTo>
                <a:cubicBezTo>
                  <a:pt x="5" y="21"/>
                  <a:pt x="4" y="20"/>
                  <a:pt x="4" y="19"/>
                </a:cubicBezTo>
                <a:cubicBezTo>
                  <a:pt x="6" y="18"/>
                  <a:pt x="6" y="19"/>
                  <a:pt x="7" y="19"/>
                </a:cubicBezTo>
                <a:cubicBezTo>
                  <a:pt x="6" y="18"/>
                  <a:pt x="9" y="18"/>
                  <a:pt x="8" y="16"/>
                </a:cubicBezTo>
                <a:cubicBezTo>
                  <a:pt x="11" y="13"/>
                  <a:pt x="10" y="18"/>
                  <a:pt x="12" y="16"/>
                </a:cubicBezTo>
                <a:cubicBezTo>
                  <a:pt x="10" y="13"/>
                  <a:pt x="10" y="13"/>
                  <a:pt x="10" y="13"/>
                </a:cubicBezTo>
                <a:cubicBezTo>
                  <a:pt x="13" y="11"/>
                  <a:pt x="13" y="11"/>
                  <a:pt x="13" y="11"/>
                </a:cubicBezTo>
                <a:cubicBezTo>
                  <a:pt x="16" y="6"/>
                  <a:pt x="9" y="7"/>
                  <a:pt x="12" y="1"/>
                </a:cubicBezTo>
                <a:cubicBezTo>
                  <a:pt x="12" y="3"/>
                  <a:pt x="16" y="4"/>
                  <a:pt x="19" y="2"/>
                </a:cubicBezTo>
                <a:cubicBezTo>
                  <a:pt x="18" y="3"/>
                  <a:pt x="17" y="7"/>
                  <a:pt x="15" y="8"/>
                </a:cubicBezTo>
                <a:cubicBezTo>
                  <a:pt x="19" y="8"/>
                  <a:pt x="12" y="11"/>
                  <a:pt x="15" y="12"/>
                </a:cubicBezTo>
                <a:cubicBezTo>
                  <a:pt x="15" y="10"/>
                  <a:pt x="17" y="8"/>
                  <a:pt x="19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7"/>
                  <a:pt x="19" y="3"/>
                  <a:pt x="22" y="2"/>
                </a:cubicBezTo>
                <a:cubicBezTo>
                  <a:pt x="23" y="1"/>
                  <a:pt x="23" y="2"/>
                  <a:pt x="24" y="2"/>
                </a:cubicBezTo>
                <a:cubicBezTo>
                  <a:pt x="24" y="1"/>
                  <a:pt x="25" y="0"/>
                  <a:pt x="25" y="1"/>
                </a:cubicBezTo>
                <a:close/>
                <a:moveTo>
                  <a:pt x="23" y="3"/>
                </a:move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3" y="4"/>
                  <a:pt x="23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5" name="Freeform 50">
            <a:extLst>
              <a:ext uri="{FF2B5EF4-FFF2-40B4-BE49-F238E27FC236}">
                <a16:creationId xmlns:a16="http://schemas.microsoft.com/office/drawing/2014/main" id="{A74A8324-D876-450D-BB77-A349594E69DC}"/>
              </a:ext>
            </a:extLst>
          </p:cNvPr>
          <p:cNvSpPr>
            <a:spLocks/>
          </p:cNvSpPr>
          <p:nvPr/>
        </p:nvSpPr>
        <p:spPr bwMode="auto">
          <a:xfrm>
            <a:off x="2169029" y="2905924"/>
            <a:ext cx="2216" cy="0"/>
          </a:xfrm>
          <a:custGeom>
            <a:avLst/>
            <a:gdLst>
              <a:gd name="T0" fmla="*/ 0 w 2"/>
              <a:gd name="T1" fmla="*/ 2 w 2"/>
              <a:gd name="T2" fmla="*/ 0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6" name="Freeform 51">
            <a:extLst>
              <a:ext uri="{FF2B5EF4-FFF2-40B4-BE49-F238E27FC236}">
                <a16:creationId xmlns:a16="http://schemas.microsoft.com/office/drawing/2014/main" id="{53A9FD75-C3B2-4D90-BD6C-88FC54D7B171}"/>
              </a:ext>
            </a:extLst>
          </p:cNvPr>
          <p:cNvSpPr>
            <a:spLocks/>
          </p:cNvSpPr>
          <p:nvPr/>
        </p:nvSpPr>
        <p:spPr bwMode="auto">
          <a:xfrm>
            <a:off x="1883201" y="3183997"/>
            <a:ext cx="0" cy="2216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7" name="Freeform 52">
            <a:extLst>
              <a:ext uri="{FF2B5EF4-FFF2-40B4-BE49-F238E27FC236}">
                <a16:creationId xmlns:a16="http://schemas.microsoft.com/office/drawing/2014/main" id="{FCA679B6-7C8B-4767-B67C-144D197DD7DF}"/>
              </a:ext>
            </a:extLst>
          </p:cNvPr>
          <p:cNvSpPr>
            <a:spLocks/>
          </p:cNvSpPr>
          <p:nvPr/>
        </p:nvSpPr>
        <p:spPr bwMode="auto">
          <a:xfrm>
            <a:off x="1906466" y="3124173"/>
            <a:ext cx="0" cy="2216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8" name="Rectangle 53">
            <a:extLst>
              <a:ext uri="{FF2B5EF4-FFF2-40B4-BE49-F238E27FC236}">
                <a16:creationId xmlns:a16="http://schemas.microsoft.com/office/drawing/2014/main" id="{8341D550-CD8A-469A-8349-C6610F63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765" y="2928081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9" name="Freeform 54">
            <a:extLst>
              <a:ext uri="{FF2B5EF4-FFF2-40B4-BE49-F238E27FC236}">
                <a16:creationId xmlns:a16="http://schemas.microsoft.com/office/drawing/2014/main" id="{8F256CE8-28EF-4495-8DB3-1CF708FCDDE6}"/>
              </a:ext>
            </a:extLst>
          </p:cNvPr>
          <p:cNvSpPr>
            <a:spLocks/>
          </p:cNvSpPr>
          <p:nvPr/>
        </p:nvSpPr>
        <p:spPr bwMode="auto">
          <a:xfrm>
            <a:off x="2002850" y="3054377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1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0" y="1"/>
                  <a:pt x="1" y="1"/>
                </a:cubicBezTo>
                <a:cubicBezTo>
                  <a:pt x="1" y="0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0" name="Freeform 55">
            <a:extLst>
              <a:ext uri="{FF2B5EF4-FFF2-40B4-BE49-F238E27FC236}">
                <a16:creationId xmlns:a16="http://schemas.microsoft.com/office/drawing/2014/main" id="{7A2527D9-3E08-4E7B-ACDA-FC6CCFE28ADD}"/>
              </a:ext>
            </a:extLst>
          </p:cNvPr>
          <p:cNvSpPr>
            <a:spLocks/>
          </p:cNvSpPr>
          <p:nvPr/>
        </p:nvSpPr>
        <p:spPr bwMode="auto">
          <a:xfrm>
            <a:off x="1906466" y="3126388"/>
            <a:ext cx="0" cy="2216"/>
          </a:xfrm>
          <a:custGeom>
            <a:avLst/>
            <a:gdLst>
              <a:gd name="T0" fmla="*/ 2 h 2"/>
              <a:gd name="T1" fmla="*/ 2 h 2"/>
              <a:gd name="T2" fmla="*/ 0 h 2"/>
              <a:gd name="T3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1" name="Freeform 56">
            <a:extLst>
              <a:ext uri="{FF2B5EF4-FFF2-40B4-BE49-F238E27FC236}">
                <a16:creationId xmlns:a16="http://schemas.microsoft.com/office/drawing/2014/main" id="{CC5ED93E-D26D-4DA0-B727-8AE4303156F7}"/>
              </a:ext>
            </a:extLst>
          </p:cNvPr>
          <p:cNvSpPr>
            <a:spLocks/>
          </p:cNvSpPr>
          <p:nvPr/>
        </p:nvSpPr>
        <p:spPr bwMode="auto">
          <a:xfrm>
            <a:off x="1846641" y="3188428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2" name="Freeform 57">
            <a:extLst>
              <a:ext uri="{FF2B5EF4-FFF2-40B4-BE49-F238E27FC236}">
                <a16:creationId xmlns:a16="http://schemas.microsoft.com/office/drawing/2014/main" id="{21DBE9C5-3A5D-4528-8785-E6F51105D334}"/>
              </a:ext>
            </a:extLst>
          </p:cNvPr>
          <p:cNvSpPr>
            <a:spLocks/>
          </p:cNvSpPr>
          <p:nvPr/>
        </p:nvSpPr>
        <p:spPr bwMode="auto">
          <a:xfrm>
            <a:off x="1864367" y="3201723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3" name="Freeform 58">
            <a:extLst>
              <a:ext uri="{FF2B5EF4-FFF2-40B4-BE49-F238E27FC236}">
                <a16:creationId xmlns:a16="http://schemas.microsoft.com/office/drawing/2014/main" id="{A69E2EA9-A3FD-4490-AAFF-58977265D04D}"/>
              </a:ext>
            </a:extLst>
          </p:cNvPr>
          <p:cNvSpPr>
            <a:spLocks/>
          </p:cNvSpPr>
          <p:nvPr/>
        </p:nvSpPr>
        <p:spPr bwMode="auto">
          <a:xfrm>
            <a:off x="1789032" y="3254900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4" name="Freeform 59">
            <a:extLst>
              <a:ext uri="{FF2B5EF4-FFF2-40B4-BE49-F238E27FC236}">
                <a16:creationId xmlns:a16="http://schemas.microsoft.com/office/drawing/2014/main" id="{0AC88D21-03C7-4112-8F3C-783787B617D8}"/>
              </a:ext>
            </a:extLst>
          </p:cNvPr>
          <p:cNvSpPr>
            <a:spLocks/>
          </p:cNvSpPr>
          <p:nvPr/>
        </p:nvSpPr>
        <p:spPr bwMode="auto">
          <a:xfrm>
            <a:off x="1855505" y="3203938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5" name="Rectangle 60">
            <a:extLst>
              <a:ext uri="{FF2B5EF4-FFF2-40B4-BE49-F238E27FC236}">
                <a16:creationId xmlns:a16="http://schemas.microsoft.com/office/drawing/2014/main" id="{A8374848-64A3-4028-A72A-FEA5707D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157" y="2908140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6" name="Freeform 61">
            <a:extLst>
              <a:ext uri="{FF2B5EF4-FFF2-40B4-BE49-F238E27FC236}">
                <a16:creationId xmlns:a16="http://schemas.microsoft.com/office/drawing/2014/main" id="{3533D4CE-A582-4C99-92A2-FF6E468845BC}"/>
              </a:ext>
            </a:extLst>
          </p:cNvPr>
          <p:cNvSpPr>
            <a:spLocks/>
          </p:cNvSpPr>
          <p:nvPr/>
        </p:nvSpPr>
        <p:spPr bwMode="auto">
          <a:xfrm>
            <a:off x="2198941" y="2889306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7" name="Freeform 62">
            <a:extLst>
              <a:ext uri="{FF2B5EF4-FFF2-40B4-BE49-F238E27FC236}">
                <a16:creationId xmlns:a16="http://schemas.microsoft.com/office/drawing/2014/main" id="{EB620771-3452-4036-83B4-0895CE08E884}"/>
              </a:ext>
            </a:extLst>
          </p:cNvPr>
          <p:cNvSpPr>
            <a:spLocks/>
          </p:cNvSpPr>
          <p:nvPr/>
        </p:nvSpPr>
        <p:spPr bwMode="auto">
          <a:xfrm>
            <a:off x="2046056" y="3024465"/>
            <a:ext cx="5540" cy="7755"/>
          </a:xfrm>
          <a:custGeom>
            <a:avLst/>
            <a:gdLst>
              <a:gd name="T0" fmla="*/ 0 w 2"/>
              <a:gd name="T1" fmla="*/ 2 h 3"/>
              <a:gd name="T2" fmla="*/ 2 w 2"/>
              <a:gd name="T3" fmla="*/ 3 h 3"/>
              <a:gd name="T4" fmla="*/ 0 w 2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3">
                <a:moveTo>
                  <a:pt x="0" y="2"/>
                </a:moveTo>
                <a:cubicBezTo>
                  <a:pt x="1" y="2"/>
                  <a:pt x="2" y="2"/>
                  <a:pt x="2" y="3"/>
                </a:cubicBezTo>
                <a:cubicBezTo>
                  <a:pt x="2" y="1"/>
                  <a:pt x="1" y="0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8" name="Freeform 63">
            <a:extLst>
              <a:ext uri="{FF2B5EF4-FFF2-40B4-BE49-F238E27FC236}">
                <a16:creationId xmlns:a16="http://schemas.microsoft.com/office/drawing/2014/main" id="{A85A9829-F551-43F3-90B5-40EFB70FEA2D}"/>
              </a:ext>
            </a:extLst>
          </p:cNvPr>
          <p:cNvSpPr>
            <a:spLocks/>
          </p:cNvSpPr>
          <p:nvPr/>
        </p:nvSpPr>
        <p:spPr bwMode="auto">
          <a:xfrm>
            <a:off x="2221099" y="2951346"/>
            <a:ext cx="2216" cy="2216"/>
          </a:xfrm>
          <a:custGeom>
            <a:avLst/>
            <a:gdLst>
              <a:gd name="T0" fmla="*/ 1 w 1"/>
              <a:gd name="T1" fmla="*/ 1 h 1"/>
              <a:gd name="T2" fmla="*/ 1 w 1"/>
              <a:gd name="T3" fmla="*/ 0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9" name="Freeform 64">
            <a:extLst>
              <a:ext uri="{FF2B5EF4-FFF2-40B4-BE49-F238E27FC236}">
                <a16:creationId xmlns:a16="http://schemas.microsoft.com/office/drawing/2014/main" id="{732CFE42-B51C-4689-B3B9-485B7E435C2A}"/>
              </a:ext>
            </a:extLst>
          </p:cNvPr>
          <p:cNvSpPr>
            <a:spLocks/>
          </p:cNvSpPr>
          <p:nvPr/>
        </p:nvSpPr>
        <p:spPr bwMode="auto">
          <a:xfrm>
            <a:off x="2223314" y="2946915"/>
            <a:ext cx="0" cy="4432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cubicBezTo>
                  <a:pt x="0" y="1"/>
                  <a:pt x="0" y="1"/>
                  <a:pt x="0" y="0"/>
                </a:cubicBezTo>
                <a:cubicBezTo>
                  <a:pt x="0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0" name="Freeform 65">
            <a:extLst>
              <a:ext uri="{FF2B5EF4-FFF2-40B4-BE49-F238E27FC236}">
                <a16:creationId xmlns:a16="http://schemas.microsoft.com/office/drawing/2014/main" id="{3C69A394-AEA9-477C-B2C0-2DCE53B32C06}"/>
              </a:ext>
            </a:extLst>
          </p:cNvPr>
          <p:cNvSpPr>
            <a:spLocks/>
          </p:cNvSpPr>
          <p:nvPr/>
        </p:nvSpPr>
        <p:spPr bwMode="auto">
          <a:xfrm>
            <a:off x="2073753" y="3092044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1" name="Freeform 66">
            <a:extLst>
              <a:ext uri="{FF2B5EF4-FFF2-40B4-BE49-F238E27FC236}">
                <a16:creationId xmlns:a16="http://schemas.microsoft.com/office/drawing/2014/main" id="{FBF3BF09-BBC9-499A-A657-EF9828B8CD43}"/>
              </a:ext>
            </a:extLst>
          </p:cNvPr>
          <p:cNvSpPr>
            <a:spLocks/>
          </p:cNvSpPr>
          <p:nvPr/>
        </p:nvSpPr>
        <p:spPr bwMode="auto">
          <a:xfrm>
            <a:off x="2184539" y="2859394"/>
            <a:ext cx="25481" cy="32128"/>
          </a:xfrm>
          <a:custGeom>
            <a:avLst/>
            <a:gdLst>
              <a:gd name="T0" fmla="*/ 8 w 11"/>
              <a:gd name="T1" fmla="*/ 13 h 14"/>
              <a:gd name="T2" fmla="*/ 7 w 11"/>
              <a:gd name="T3" fmla="*/ 10 h 14"/>
              <a:gd name="T4" fmla="*/ 9 w 11"/>
              <a:gd name="T5" fmla="*/ 6 h 14"/>
              <a:gd name="T6" fmla="*/ 7 w 11"/>
              <a:gd name="T7" fmla="*/ 4 h 14"/>
              <a:gd name="T8" fmla="*/ 6 w 11"/>
              <a:gd name="T9" fmla="*/ 6 h 14"/>
              <a:gd name="T10" fmla="*/ 7 w 11"/>
              <a:gd name="T11" fmla="*/ 3 h 14"/>
              <a:gd name="T12" fmla="*/ 4 w 11"/>
              <a:gd name="T13" fmla="*/ 1 h 14"/>
              <a:gd name="T14" fmla="*/ 0 w 11"/>
              <a:gd name="T15" fmla="*/ 13 h 14"/>
              <a:gd name="T16" fmla="*/ 6 w 11"/>
              <a:gd name="T17" fmla="*/ 7 h 14"/>
              <a:gd name="T18" fmla="*/ 6 w 11"/>
              <a:gd name="T19" fmla="*/ 10 h 14"/>
              <a:gd name="T20" fmla="*/ 1 w 11"/>
              <a:gd name="T21" fmla="*/ 14 h 14"/>
              <a:gd name="T22" fmla="*/ 6 w 11"/>
              <a:gd name="T23" fmla="*/ 11 h 14"/>
              <a:gd name="T24" fmla="*/ 7 w 11"/>
              <a:gd name="T25" fmla="*/ 13 h 14"/>
              <a:gd name="T26" fmla="*/ 8 w 11"/>
              <a:gd name="T27" fmla="*/ 13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" h="14">
                <a:moveTo>
                  <a:pt x="8" y="13"/>
                </a:moveTo>
                <a:cubicBezTo>
                  <a:pt x="8" y="12"/>
                  <a:pt x="11" y="7"/>
                  <a:pt x="7" y="10"/>
                </a:cubicBezTo>
                <a:cubicBezTo>
                  <a:pt x="5" y="8"/>
                  <a:pt x="8" y="7"/>
                  <a:pt x="9" y="6"/>
                </a:cubicBezTo>
                <a:cubicBezTo>
                  <a:pt x="8" y="6"/>
                  <a:pt x="8" y="4"/>
                  <a:pt x="7" y="4"/>
                </a:cubicBezTo>
                <a:cubicBezTo>
                  <a:pt x="7" y="4"/>
                  <a:pt x="7" y="5"/>
                  <a:pt x="6" y="6"/>
                </a:cubicBezTo>
                <a:cubicBezTo>
                  <a:pt x="5" y="6"/>
                  <a:pt x="5" y="4"/>
                  <a:pt x="7" y="3"/>
                </a:cubicBezTo>
                <a:cubicBezTo>
                  <a:pt x="5" y="3"/>
                  <a:pt x="7" y="0"/>
                  <a:pt x="4" y="1"/>
                </a:cubicBezTo>
                <a:cubicBezTo>
                  <a:pt x="2" y="5"/>
                  <a:pt x="0" y="8"/>
                  <a:pt x="0" y="13"/>
                </a:cubicBezTo>
                <a:cubicBezTo>
                  <a:pt x="2" y="11"/>
                  <a:pt x="3" y="8"/>
                  <a:pt x="6" y="7"/>
                </a:cubicBezTo>
                <a:cubicBezTo>
                  <a:pt x="6" y="10"/>
                  <a:pt x="6" y="10"/>
                  <a:pt x="6" y="10"/>
                </a:cubicBezTo>
                <a:cubicBezTo>
                  <a:pt x="3" y="10"/>
                  <a:pt x="3" y="12"/>
                  <a:pt x="1" y="14"/>
                </a:cubicBezTo>
                <a:cubicBezTo>
                  <a:pt x="6" y="11"/>
                  <a:pt x="6" y="11"/>
                  <a:pt x="6" y="11"/>
                </a:cubicBezTo>
                <a:cubicBezTo>
                  <a:pt x="9" y="10"/>
                  <a:pt x="8" y="12"/>
                  <a:pt x="7" y="13"/>
                </a:cubicBezTo>
                <a:cubicBezTo>
                  <a:pt x="7" y="13"/>
                  <a:pt x="8" y="13"/>
                  <a:pt x="8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2" name="Rectangle 67">
            <a:extLst>
              <a:ext uri="{FF2B5EF4-FFF2-40B4-BE49-F238E27FC236}">
                <a16:creationId xmlns:a16="http://schemas.microsoft.com/office/drawing/2014/main" id="{8C23A8FF-A858-4846-8745-B3381BC5E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4" y="2925866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3" name="Freeform 68">
            <a:extLst>
              <a:ext uri="{FF2B5EF4-FFF2-40B4-BE49-F238E27FC236}">
                <a16:creationId xmlns:a16="http://schemas.microsoft.com/office/drawing/2014/main" id="{E041B494-A299-4E32-84CC-693F1B4ED503}"/>
              </a:ext>
            </a:extLst>
          </p:cNvPr>
          <p:cNvSpPr>
            <a:spLocks/>
          </p:cNvSpPr>
          <p:nvPr/>
        </p:nvSpPr>
        <p:spPr bwMode="auto">
          <a:xfrm>
            <a:off x="1862152" y="3325804"/>
            <a:ext cx="2216" cy="2216"/>
          </a:xfrm>
          <a:custGeom>
            <a:avLst/>
            <a:gdLst>
              <a:gd name="T0" fmla="*/ 0 w 1"/>
              <a:gd name="T1" fmla="*/ 0 h 1"/>
              <a:gd name="T2" fmla="*/ 0 w 1"/>
              <a:gd name="T3" fmla="*/ 1 h 1"/>
              <a:gd name="T4" fmla="*/ 0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4" name="Freeform 69">
            <a:extLst>
              <a:ext uri="{FF2B5EF4-FFF2-40B4-BE49-F238E27FC236}">
                <a16:creationId xmlns:a16="http://schemas.microsoft.com/office/drawing/2014/main" id="{3E6A47B2-C57F-440A-A785-D30D2AA9EF7E}"/>
              </a:ext>
            </a:extLst>
          </p:cNvPr>
          <p:cNvSpPr>
            <a:spLocks/>
          </p:cNvSpPr>
          <p:nvPr/>
        </p:nvSpPr>
        <p:spPr bwMode="auto">
          <a:xfrm>
            <a:off x="2205589" y="29147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5" name="Freeform 70">
            <a:extLst>
              <a:ext uri="{FF2B5EF4-FFF2-40B4-BE49-F238E27FC236}">
                <a16:creationId xmlns:a16="http://schemas.microsoft.com/office/drawing/2014/main" id="{A9272032-03A5-4547-A599-174B174DC023}"/>
              </a:ext>
            </a:extLst>
          </p:cNvPr>
          <p:cNvSpPr>
            <a:spLocks/>
          </p:cNvSpPr>
          <p:nvPr/>
        </p:nvSpPr>
        <p:spPr bwMode="auto">
          <a:xfrm>
            <a:off x="1883201" y="330807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6" name="Freeform 71">
            <a:extLst>
              <a:ext uri="{FF2B5EF4-FFF2-40B4-BE49-F238E27FC236}">
                <a16:creationId xmlns:a16="http://schemas.microsoft.com/office/drawing/2014/main" id="{B05EE843-2001-443E-B08F-0DB5B41B552C}"/>
              </a:ext>
            </a:extLst>
          </p:cNvPr>
          <p:cNvSpPr>
            <a:spLocks/>
          </p:cNvSpPr>
          <p:nvPr/>
        </p:nvSpPr>
        <p:spPr bwMode="auto">
          <a:xfrm>
            <a:off x="1811190" y="3224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7" name="Freeform 72">
            <a:extLst>
              <a:ext uri="{FF2B5EF4-FFF2-40B4-BE49-F238E27FC236}">
                <a16:creationId xmlns:a16="http://schemas.microsoft.com/office/drawing/2014/main" id="{A19B6EB4-6834-4DF4-9A4C-0236E0287068}"/>
              </a:ext>
            </a:extLst>
          </p:cNvPr>
          <p:cNvSpPr>
            <a:spLocks/>
          </p:cNvSpPr>
          <p:nvPr/>
        </p:nvSpPr>
        <p:spPr bwMode="auto">
          <a:xfrm>
            <a:off x="1883201" y="3305862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8" name="Freeform 73">
            <a:extLst>
              <a:ext uri="{FF2B5EF4-FFF2-40B4-BE49-F238E27FC236}">
                <a16:creationId xmlns:a16="http://schemas.microsoft.com/office/drawing/2014/main" id="{3B333388-8F8A-4B1C-AC1F-D1330BA4F7DA}"/>
              </a:ext>
            </a:extLst>
          </p:cNvPr>
          <p:cNvSpPr>
            <a:spLocks/>
          </p:cNvSpPr>
          <p:nvPr/>
        </p:nvSpPr>
        <p:spPr bwMode="auto">
          <a:xfrm>
            <a:off x="1960752" y="3199508"/>
            <a:ext cx="3323" cy="0"/>
          </a:xfrm>
          <a:custGeom>
            <a:avLst/>
            <a:gdLst>
              <a:gd name="T0" fmla="*/ 1 w 1"/>
              <a:gd name="T1" fmla="*/ 0 w 1"/>
              <a:gd name="T2" fmla="*/ 1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1" y="0"/>
                </a:move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9" name="Freeform 74">
            <a:extLst>
              <a:ext uri="{FF2B5EF4-FFF2-40B4-BE49-F238E27FC236}">
                <a16:creationId xmlns:a16="http://schemas.microsoft.com/office/drawing/2014/main" id="{DA8D172C-9806-4746-A723-5042AECC7214}"/>
              </a:ext>
            </a:extLst>
          </p:cNvPr>
          <p:cNvSpPr>
            <a:spLocks/>
          </p:cNvSpPr>
          <p:nvPr/>
        </p:nvSpPr>
        <p:spPr bwMode="auto">
          <a:xfrm>
            <a:off x="1938594" y="3213910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0" name="Freeform 75">
            <a:extLst>
              <a:ext uri="{FF2B5EF4-FFF2-40B4-BE49-F238E27FC236}">
                <a16:creationId xmlns:a16="http://schemas.microsoft.com/office/drawing/2014/main" id="{11B62381-A92D-460E-80D2-B8E2597CEF9A}"/>
              </a:ext>
            </a:extLst>
          </p:cNvPr>
          <p:cNvSpPr>
            <a:spLocks/>
          </p:cNvSpPr>
          <p:nvPr/>
        </p:nvSpPr>
        <p:spPr bwMode="auto">
          <a:xfrm>
            <a:off x="2026115" y="3017817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1" name="Freeform 76">
            <a:extLst>
              <a:ext uri="{FF2B5EF4-FFF2-40B4-BE49-F238E27FC236}">
                <a16:creationId xmlns:a16="http://schemas.microsoft.com/office/drawing/2014/main" id="{473CB27D-C19F-4010-AACD-6FE24C5D3719}"/>
              </a:ext>
            </a:extLst>
          </p:cNvPr>
          <p:cNvSpPr>
            <a:spLocks/>
          </p:cNvSpPr>
          <p:nvPr/>
        </p:nvSpPr>
        <p:spPr bwMode="auto">
          <a:xfrm>
            <a:off x="1883201" y="3308078"/>
            <a:ext cx="0" cy="2216"/>
          </a:xfrm>
          <a:custGeom>
            <a:avLst/>
            <a:gdLst>
              <a:gd name="T0" fmla="*/ 0 h 1"/>
              <a:gd name="T1" fmla="*/ 1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0"/>
                  <a:pt x="0" y="0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2" name="Freeform 77">
            <a:extLst>
              <a:ext uri="{FF2B5EF4-FFF2-40B4-BE49-F238E27FC236}">
                <a16:creationId xmlns:a16="http://schemas.microsoft.com/office/drawing/2014/main" id="{D4ADA2D7-8FF7-40CF-974E-2293C14EEC0B}"/>
              </a:ext>
            </a:extLst>
          </p:cNvPr>
          <p:cNvSpPr>
            <a:spLocks/>
          </p:cNvSpPr>
          <p:nvPr/>
        </p:nvSpPr>
        <p:spPr bwMode="auto">
          <a:xfrm>
            <a:off x="1972938" y="3154085"/>
            <a:ext cx="2216" cy="2216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3" name="Freeform 78">
            <a:extLst>
              <a:ext uri="{FF2B5EF4-FFF2-40B4-BE49-F238E27FC236}">
                <a16:creationId xmlns:a16="http://schemas.microsoft.com/office/drawing/2014/main" id="{9D3B67B8-3505-42C4-8F12-24051A00A112}"/>
              </a:ext>
            </a:extLst>
          </p:cNvPr>
          <p:cNvSpPr>
            <a:spLocks/>
          </p:cNvSpPr>
          <p:nvPr/>
        </p:nvSpPr>
        <p:spPr bwMode="auto">
          <a:xfrm>
            <a:off x="1966291" y="3135251"/>
            <a:ext cx="29912" cy="23265"/>
          </a:xfrm>
          <a:custGeom>
            <a:avLst/>
            <a:gdLst>
              <a:gd name="T0" fmla="*/ 9 w 13"/>
              <a:gd name="T1" fmla="*/ 5 h 10"/>
              <a:gd name="T2" fmla="*/ 9 w 13"/>
              <a:gd name="T3" fmla="*/ 6 h 10"/>
              <a:gd name="T4" fmla="*/ 12 w 13"/>
              <a:gd name="T5" fmla="*/ 0 h 10"/>
              <a:gd name="T6" fmla="*/ 7 w 13"/>
              <a:gd name="T7" fmla="*/ 1 h 10"/>
              <a:gd name="T8" fmla="*/ 4 w 13"/>
              <a:gd name="T9" fmla="*/ 3 h 10"/>
              <a:gd name="T10" fmla="*/ 5 w 13"/>
              <a:gd name="T11" fmla="*/ 6 h 10"/>
              <a:gd name="T12" fmla="*/ 2 w 13"/>
              <a:gd name="T13" fmla="*/ 5 h 10"/>
              <a:gd name="T14" fmla="*/ 0 w 13"/>
              <a:gd name="T15" fmla="*/ 8 h 10"/>
              <a:gd name="T16" fmla="*/ 3 w 13"/>
              <a:gd name="T17" fmla="*/ 6 h 10"/>
              <a:gd name="T18" fmla="*/ 3 w 13"/>
              <a:gd name="T19" fmla="*/ 8 h 10"/>
              <a:gd name="T20" fmla="*/ 4 w 13"/>
              <a:gd name="T21" fmla="*/ 8 h 10"/>
              <a:gd name="T22" fmla="*/ 9 w 13"/>
              <a:gd name="T2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" h="10">
                <a:moveTo>
                  <a:pt x="9" y="5"/>
                </a:moveTo>
                <a:cubicBezTo>
                  <a:pt x="9" y="6"/>
                  <a:pt x="9" y="6"/>
                  <a:pt x="9" y="6"/>
                </a:cubicBezTo>
                <a:cubicBezTo>
                  <a:pt x="10" y="4"/>
                  <a:pt x="13" y="2"/>
                  <a:pt x="12" y="0"/>
                </a:cubicBezTo>
                <a:cubicBezTo>
                  <a:pt x="12" y="0"/>
                  <a:pt x="8" y="2"/>
                  <a:pt x="7" y="1"/>
                </a:cubicBezTo>
                <a:cubicBezTo>
                  <a:pt x="7" y="2"/>
                  <a:pt x="4" y="2"/>
                  <a:pt x="4" y="3"/>
                </a:cubicBezTo>
                <a:cubicBezTo>
                  <a:pt x="6" y="2"/>
                  <a:pt x="5" y="4"/>
                  <a:pt x="5" y="6"/>
                </a:cubicBezTo>
                <a:cubicBezTo>
                  <a:pt x="3" y="7"/>
                  <a:pt x="4" y="5"/>
                  <a:pt x="2" y="5"/>
                </a:cubicBezTo>
                <a:cubicBezTo>
                  <a:pt x="0" y="8"/>
                  <a:pt x="0" y="8"/>
                  <a:pt x="0" y="8"/>
                </a:cubicBezTo>
                <a:cubicBezTo>
                  <a:pt x="3" y="6"/>
                  <a:pt x="3" y="6"/>
                  <a:pt x="3" y="6"/>
                </a:cubicBezTo>
                <a:cubicBezTo>
                  <a:pt x="3" y="8"/>
                  <a:pt x="3" y="8"/>
                  <a:pt x="3" y="8"/>
                </a:cubicBezTo>
                <a:cubicBezTo>
                  <a:pt x="4" y="8"/>
                  <a:pt x="4" y="8"/>
                  <a:pt x="4" y="8"/>
                </a:cubicBezTo>
                <a:cubicBezTo>
                  <a:pt x="6" y="4"/>
                  <a:pt x="6" y="10"/>
                  <a:pt x="9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4" name="Freeform 79">
            <a:extLst>
              <a:ext uri="{FF2B5EF4-FFF2-40B4-BE49-F238E27FC236}">
                <a16:creationId xmlns:a16="http://schemas.microsoft.com/office/drawing/2014/main" id="{04982C5A-1004-478E-BE24-3215222697FE}"/>
              </a:ext>
            </a:extLst>
          </p:cNvPr>
          <p:cNvSpPr>
            <a:spLocks/>
          </p:cNvSpPr>
          <p:nvPr/>
        </p:nvSpPr>
        <p:spPr bwMode="auto">
          <a:xfrm>
            <a:off x="1986232" y="3148546"/>
            <a:ext cx="0" cy="3323"/>
          </a:xfrm>
          <a:custGeom>
            <a:avLst/>
            <a:gdLst>
              <a:gd name="T0" fmla="*/ 0 h 3"/>
              <a:gd name="T1" fmla="*/ 3 h 3"/>
              <a:gd name="T2" fmla="*/ 0 h 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">
                <a:moveTo>
                  <a:pt x="0" y="0"/>
                </a:move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5" name="Freeform 80">
            <a:extLst>
              <a:ext uri="{FF2B5EF4-FFF2-40B4-BE49-F238E27FC236}">
                <a16:creationId xmlns:a16="http://schemas.microsoft.com/office/drawing/2014/main" id="{E3501F2E-C86F-40E4-8712-7208DD7E5024}"/>
              </a:ext>
            </a:extLst>
          </p:cNvPr>
          <p:cNvSpPr>
            <a:spLocks/>
          </p:cNvSpPr>
          <p:nvPr/>
        </p:nvSpPr>
        <p:spPr bwMode="auto">
          <a:xfrm>
            <a:off x="2026115" y="3119741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0"/>
                  <a:pt x="1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6" name="Freeform 81">
            <a:extLst>
              <a:ext uri="{FF2B5EF4-FFF2-40B4-BE49-F238E27FC236}">
                <a16:creationId xmlns:a16="http://schemas.microsoft.com/office/drawing/2014/main" id="{B0B4B696-C014-4273-8BB1-935260B39894}"/>
              </a:ext>
            </a:extLst>
          </p:cNvPr>
          <p:cNvSpPr>
            <a:spLocks/>
          </p:cNvSpPr>
          <p:nvPr/>
        </p:nvSpPr>
        <p:spPr bwMode="auto">
          <a:xfrm>
            <a:off x="1772415" y="3357932"/>
            <a:ext cx="8863" cy="4432"/>
          </a:xfrm>
          <a:custGeom>
            <a:avLst/>
            <a:gdLst>
              <a:gd name="T0" fmla="*/ 0 w 4"/>
              <a:gd name="T1" fmla="*/ 2 h 2"/>
              <a:gd name="T2" fmla="*/ 3 w 4"/>
              <a:gd name="T3" fmla="*/ 0 h 2"/>
              <a:gd name="T4" fmla="*/ 0 w 4"/>
              <a:gd name="T5" fmla="*/ 1 h 2"/>
              <a:gd name="T6" fmla="*/ 0 w 4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2">
                <a:moveTo>
                  <a:pt x="0" y="2"/>
                </a:moveTo>
                <a:cubicBezTo>
                  <a:pt x="1" y="2"/>
                  <a:pt x="4" y="1"/>
                  <a:pt x="3" y="0"/>
                </a:cubicBezTo>
                <a:cubicBezTo>
                  <a:pt x="0" y="1"/>
                  <a:pt x="0" y="1"/>
                  <a:pt x="0" y="1"/>
                </a:cubicBez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7" name="Rectangle 82">
            <a:extLst>
              <a:ext uri="{FF2B5EF4-FFF2-40B4-BE49-F238E27FC236}">
                <a16:creationId xmlns:a16="http://schemas.microsoft.com/office/drawing/2014/main" id="{FCD4CB78-ECB9-4079-8FE6-7D8FD988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450" y="3013387"/>
            <a:ext cx="1108" cy="22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8" name="Freeform 83">
            <a:extLst>
              <a:ext uri="{FF2B5EF4-FFF2-40B4-BE49-F238E27FC236}">
                <a16:creationId xmlns:a16="http://schemas.microsoft.com/office/drawing/2014/main" id="{D683988E-B11B-4A1B-BBA6-79D2759719F6}"/>
              </a:ext>
            </a:extLst>
          </p:cNvPr>
          <p:cNvSpPr>
            <a:spLocks/>
          </p:cNvSpPr>
          <p:nvPr/>
        </p:nvSpPr>
        <p:spPr bwMode="auto">
          <a:xfrm>
            <a:off x="1981801" y="3133036"/>
            <a:ext cx="2216" cy="4432"/>
          </a:xfrm>
          <a:custGeom>
            <a:avLst/>
            <a:gdLst>
              <a:gd name="T0" fmla="*/ 1 w 1"/>
              <a:gd name="T1" fmla="*/ 0 h 2"/>
              <a:gd name="T2" fmla="*/ 0 w 1"/>
              <a:gd name="T3" fmla="*/ 2 h 2"/>
              <a:gd name="T4" fmla="*/ 1 w 1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0" y="1"/>
                  <a:pt x="0" y="1"/>
                  <a:pt x="0" y="2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9" name="Freeform 84">
            <a:extLst>
              <a:ext uri="{FF2B5EF4-FFF2-40B4-BE49-F238E27FC236}">
                <a16:creationId xmlns:a16="http://schemas.microsoft.com/office/drawing/2014/main" id="{A6BC0041-AB62-4B64-91F1-578487E23F03}"/>
              </a:ext>
            </a:extLst>
          </p:cNvPr>
          <p:cNvSpPr>
            <a:spLocks/>
          </p:cNvSpPr>
          <p:nvPr/>
        </p:nvSpPr>
        <p:spPr bwMode="auto">
          <a:xfrm>
            <a:off x="2108097" y="3015602"/>
            <a:ext cx="7755" cy="4432"/>
          </a:xfrm>
          <a:custGeom>
            <a:avLst/>
            <a:gdLst>
              <a:gd name="T0" fmla="*/ 0 w 3"/>
              <a:gd name="T1" fmla="*/ 2 h 2"/>
              <a:gd name="T2" fmla="*/ 2 w 3"/>
              <a:gd name="T3" fmla="*/ 2 h 2"/>
              <a:gd name="T4" fmla="*/ 3 w 3"/>
              <a:gd name="T5" fmla="*/ 0 h 2"/>
              <a:gd name="T6" fmla="*/ 0 w 3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0" y="2"/>
                </a:moveTo>
                <a:cubicBezTo>
                  <a:pt x="1" y="2"/>
                  <a:pt x="2" y="2"/>
                  <a:pt x="2" y="2"/>
                </a:cubicBezTo>
                <a:cubicBezTo>
                  <a:pt x="3" y="2"/>
                  <a:pt x="3" y="1"/>
                  <a:pt x="3" y="0"/>
                </a:cubicBezTo>
                <a:cubicBezTo>
                  <a:pt x="3" y="1"/>
                  <a:pt x="2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0" name="Freeform 85">
            <a:extLst>
              <a:ext uri="{FF2B5EF4-FFF2-40B4-BE49-F238E27FC236}">
                <a16:creationId xmlns:a16="http://schemas.microsoft.com/office/drawing/2014/main" id="{3BB5E14B-0A81-42DB-8735-46F036F67727}"/>
              </a:ext>
            </a:extLst>
          </p:cNvPr>
          <p:cNvSpPr>
            <a:spLocks/>
          </p:cNvSpPr>
          <p:nvPr/>
        </p:nvSpPr>
        <p:spPr bwMode="auto">
          <a:xfrm>
            <a:off x="2115852" y="301560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1" name="Freeform 86">
            <a:extLst>
              <a:ext uri="{FF2B5EF4-FFF2-40B4-BE49-F238E27FC236}">
                <a16:creationId xmlns:a16="http://schemas.microsoft.com/office/drawing/2014/main" id="{11BB93E3-A5C0-4C02-932F-B3D5FA961EBD}"/>
              </a:ext>
            </a:extLst>
          </p:cNvPr>
          <p:cNvSpPr>
            <a:spLocks noEditPoints="1"/>
          </p:cNvSpPr>
          <p:nvPr/>
        </p:nvSpPr>
        <p:spPr bwMode="auto">
          <a:xfrm>
            <a:off x="1355859" y="2952454"/>
            <a:ext cx="819818" cy="825358"/>
          </a:xfrm>
          <a:custGeom>
            <a:avLst/>
            <a:gdLst>
              <a:gd name="T0" fmla="*/ 143 w 356"/>
              <a:gd name="T1" fmla="*/ 219 h 359"/>
              <a:gd name="T2" fmla="*/ 114 w 356"/>
              <a:gd name="T3" fmla="*/ 248 h 359"/>
              <a:gd name="T4" fmla="*/ 84 w 356"/>
              <a:gd name="T5" fmla="*/ 279 h 359"/>
              <a:gd name="T6" fmla="*/ 51 w 356"/>
              <a:gd name="T7" fmla="*/ 307 h 359"/>
              <a:gd name="T8" fmla="*/ 5 w 356"/>
              <a:gd name="T9" fmla="*/ 359 h 359"/>
              <a:gd name="T10" fmla="*/ 18 w 356"/>
              <a:gd name="T11" fmla="*/ 328 h 359"/>
              <a:gd name="T12" fmla="*/ 46 w 356"/>
              <a:gd name="T13" fmla="*/ 297 h 359"/>
              <a:gd name="T14" fmla="*/ 64 w 356"/>
              <a:gd name="T15" fmla="*/ 267 h 359"/>
              <a:gd name="T16" fmla="*/ 93 w 356"/>
              <a:gd name="T17" fmla="*/ 243 h 359"/>
              <a:gd name="T18" fmla="*/ 116 w 356"/>
              <a:gd name="T19" fmla="*/ 213 h 359"/>
              <a:gd name="T20" fmla="*/ 143 w 356"/>
              <a:gd name="T21" fmla="*/ 180 h 359"/>
              <a:gd name="T22" fmla="*/ 133 w 356"/>
              <a:gd name="T23" fmla="*/ 191 h 359"/>
              <a:gd name="T24" fmla="*/ 119 w 356"/>
              <a:gd name="T25" fmla="*/ 197 h 359"/>
              <a:gd name="T26" fmla="*/ 144 w 356"/>
              <a:gd name="T27" fmla="*/ 169 h 359"/>
              <a:gd name="T28" fmla="*/ 157 w 356"/>
              <a:gd name="T29" fmla="*/ 163 h 359"/>
              <a:gd name="T30" fmla="*/ 176 w 356"/>
              <a:gd name="T31" fmla="*/ 146 h 359"/>
              <a:gd name="T32" fmla="*/ 159 w 356"/>
              <a:gd name="T33" fmla="*/ 157 h 359"/>
              <a:gd name="T34" fmla="*/ 189 w 356"/>
              <a:gd name="T35" fmla="*/ 125 h 359"/>
              <a:gd name="T36" fmla="*/ 189 w 356"/>
              <a:gd name="T37" fmla="*/ 129 h 359"/>
              <a:gd name="T38" fmla="*/ 204 w 356"/>
              <a:gd name="T39" fmla="*/ 128 h 359"/>
              <a:gd name="T40" fmla="*/ 206 w 356"/>
              <a:gd name="T41" fmla="*/ 123 h 359"/>
              <a:gd name="T42" fmla="*/ 216 w 356"/>
              <a:gd name="T43" fmla="*/ 101 h 359"/>
              <a:gd name="T44" fmla="*/ 222 w 356"/>
              <a:gd name="T45" fmla="*/ 94 h 359"/>
              <a:gd name="T46" fmla="*/ 231 w 356"/>
              <a:gd name="T47" fmla="*/ 92 h 359"/>
              <a:gd name="T48" fmla="*/ 238 w 356"/>
              <a:gd name="T49" fmla="*/ 81 h 359"/>
              <a:gd name="T50" fmla="*/ 250 w 356"/>
              <a:gd name="T51" fmla="*/ 79 h 359"/>
              <a:gd name="T52" fmla="*/ 261 w 356"/>
              <a:gd name="T53" fmla="*/ 66 h 359"/>
              <a:gd name="T54" fmla="*/ 269 w 356"/>
              <a:gd name="T55" fmla="*/ 66 h 359"/>
              <a:gd name="T56" fmla="*/ 301 w 356"/>
              <a:gd name="T57" fmla="*/ 27 h 359"/>
              <a:gd name="T58" fmla="*/ 310 w 356"/>
              <a:gd name="T59" fmla="*/ 28 h 359"/>
              <a:gd name="T60" fmla="*/ 316 w 356"/>
              <a:gd name="T61" fmla="*/ 12 h 359"/>
              <a:gd name="T62" fmla="*/ 332 w 356"/>
              <a:gd name="T63" fmla="*/ 1 h 359"/>
              <a:gd name="T64" fmla="*/ 339 w 356"/>
              <a:gd name="T65" fmla="*/ 16 h 359"/>
              <a:gd name="T66" fmla="*/ 334 w 356"/>
              <a:gd name="T67" fmla="*/ 27 h 359"/>
              <a:gd name="T68" fmla="*/ 350 w 356"/>
              <a:gd name="T69" fmla="*/ 14 h 359"/>
              <a:gd name="T70" fmla="*/ 342 w 356"/>
              <a:gd name="T71" fmla="*/ 33 h 359"/>
              <a:gd name="T72" fmla="*/ 329 w 356"/>
              <a:gd name="T73" fmla="*/ 48 h 359"/>
              <a:gd name="T74" fmla="*/ 315 w 356"/>
              <a:gd name="T75" fmla="*/ 65 h 359"/>
              <a:gd name="T76" fmla="*/ 284 w 356"/>
              <a:gd name="T77" fmla="*/ 92 h 359"/>
              <a:gd name="T78" fmla="*/ 238 w 356"/>
              <a:gd name="T79" fmla="*/ 131 h 359"/>
              <a:gd name="T80" fmla="*/ 229 w 356"/>
              <a:gd name="T81" fmla="*/ 140 h 359"/>
              <a:gd name="T82" fmla="*/ 219 w 356"/>
              <a:gd name="T83" fmla="*/ 162 h 359"/>
              <a:gd name="T84" fmla="*/ 196 w 356"/>
              <a:gd name="T85" fmla="*/ 186 h 359"/>
              <a:gd name="T86" fmla="*/ 188 w 356"/>
              <a:gd name="T87" fmla="*/ 196 h 359"/>
              <a:gd name="T88" fmla="*/ 181 w 356"/>
              <a:gd name="T89" fmla="*/ 208 h 359"/>
              <a:gd name="T90" fmla="*/ 156 w 356"/>
              <a:gd name="T91" fmla="*/ 203 h 359"/>
              <a:gd name="T92" fmla="*/ 191 w 356"/>
              <a:gd name="T93" fmla="*/ 156 h 359"/>
              <a:gd name="T94" fmla="*/ 164 w 356"/>
              <a:gd name="T95" fmla="*/ 190 h 359"/>
              <a:gd name="T96" fmla="*/ 182 w 356"/>
              <a:gd name="T97" fmla="*/ 183 h 359"/>
              <a:gd name="T98" fmla="*/ 289 w 356"/>
              <a:gd name="T99" fmla="*/ 75 h 359"/>
              <a:gd name="T100" fmla="*/ 301 w 356"/>
              <a:gd name="T101" fmla="*/ 59 h 359"/>
              <a:gd name="T102" fmla="*/ 300 w 356"/>
              <a:gd name="T103" fmla="*/ 51 h 359"/>
              <a:gd name="T104" fmla="*/ 249 w 356"/>
              <a:gd name="T105" fmla="*/ 121 h 359"/>
              <a:gd name="T106" fmla="*/ 254 w 356"/>
              <a:gd name="T107" fmla="*/ 124 h 359"/>
              <a:gd name="T108" fmla="*/ 263 w 356"/>
              <a:gd name="T109" fmla="*/ 97 h 359"/>
              <a:gd name="T110" fmla="*/ 278 w 356"/>
              <a:gd name="T111" fmla="*/ 79 h 359"/>
              <a:gd name="T112" fmla="*/ 256 w 356"/>
              <a:gd name="T113" fmla="*/ 101 h 359"/>
              <a:gd name="T114" fmla="*/ 233 w 356"/>
              <a:gd name="T115" fmla="*/ 111 h 359"/>
              <a:gd name="T116" fmla="*/ 212 w 356"/>
              <a:gd name="T117" fmla="*/ 150 h 359"/>
              <a:gd name="T118" fmla="*/ 204 w 356"/>
              <a:gd name="T119" fmla="*/ 162 h 359"/>
              <a:gd name="T120" fmla="*/ 159 w 356"/>
              <a:gd name="T121" fmla="*/ 166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56" h="359">
                <a:moveTo>
                  <a:pt x="155" y="206"/>
                </a:moveTo>
                <a:cubicBezTo>
                  <a:pt x="154" y="206"/>
                  <a:pt x="154" y="206"/>
                  <a:pt x="154" y="206"/>
                </a:cubicBezTo>
                <a:cubicBezTo>
                  <a:pt x="154" y="206"/>
                  <a:pt x="154" y="206"/>
                  <a:pt x="154" y="206"/>
                </a:cubicBezTo>
                <a:cubicBezTo>
                  <a:pt x="152" y="207"/>
                  <a:pt x="152" y="207"/>
                  <a:pt x="152" y="207"/>
                </a:cubicBezTo>
                <a:cubicBezTo>
                  <a:pt x="152" y="208"/>
                  <a:pt x="152" y="208"/>
                  <a:pt x="152" y="208"/>
                </a:cubicBezTo>
                <a:cubicBezTo>
                  <a:pt x="152" y="207"/>
                  <a:pt x="152" y="207"/>
                  <a:pt x="152" y="207"/>
                </a:cubicBezTo>
                <a:cubicBezTo>
                  <a:pt x="151" y="207"/>
                  <a:pt x="151" y="207"/>
                  <a:pt x="151" y="207"/>
                </a:cubicBezTo>
                <a:cubicBezTo>
                  <a:pt x="151" y="210"/>
                  <a:pt x="149" y="214"/>
                  <a:pt x="149" y="215"/>
                </a:cubicBezTo>
                <a:cubicBezTo>
                  <a:pt x="149" y="217"/>
                  <a:pt x="148" y="218"/>
                  <a:pt x="147" y="219"/>
                </a:cubicBezTo>
                <a:cubicBezTo>
                  <a:pt x="148" y="218"/>
                  <a:pt x="148" y="217"/>
                  <a:pt x="147" y="217"/>
                </a:cubicBezTo>
                <a:cubicBezTo>
                  <a:pt x="145" y="218"/>
                  <a:pt x="142" y="216"/>
                  <a:pt x="141" y="221"/>
                </a:cubicBezTo>
                <a:cubicBezTo>
                  <a:pt x="143" y="219"/>
                  <a:pt x="143" y="219"/>
                  <a:pt x="143" y="219"/>
                </a:cubicBezTo>
                <a:cubicBezTo>
                  <a:pt x="142" y="225"/>
                  <a:pt x="142" y="225"/>
                  <a:pt x="142" y="225"/>
                </a:cubicBezTo>
                <a:cubicBezTo>
                  <a:pt x="140" y="225"/>
                  <a:pt x="142" y="222"/>
                  <a:pt x="142" y="221"/>
                </a:cubicBezTo>
                <a:cubicBezTo>
                  <a:pt x="140" y="225"/>
                  <a:pt x="135" y="224"/>
                  <a:pt x="136" y="227"/>
                </a:cubicBezTo>
                <a:cubicBezTo>
                  <a:pt x="134" y="226"/>
                  <a:pt x="132" y="224"/>
                  <a:pt x="130" y="226"/>
                </a:cubicBezTo>
                <a:cubicBezTo>
                  <a:pt x="133" y="226"/>
                  <a:pt x="130" y="228"/>
                  <a:pt x="132" y="229"/>
                </a:cubicBezTo>
                <a:cubicBezTo>
                  <a:pt x="133" y="230"/>
                  <a:pt x="130" y="230"/>
                  <a:pt x="131" y="231"/>
                </a:cubicBezTo>
                <a:cubicBezTo>
                  <a:pt x="130" y="231"/>
                  <a:pt x="130" y="231"/>
                  <a:pt x="130" y="231"/>
                </a:cubicBezTo>
                <a:cubicBezTo>
                  <a:pt x="125" y="232"/>
                  <a:pt x="128" y="236"/>
                  <a:pt x="127" y="238"/>
                </a:cubicBezTo>
                <a:cubicBezTo>
                  <a:pt x="124" y="243"/>
                  <a:pt x="122" y="244"/>
                  <a:pt x="119" y="247"/>
                </a:cubicBezTo>
                <a:cubicBezTo>
                  <a:pt x="118" y="246"/>
                  <a:pt x="114" y="244"/>
                  <a:pt x="113" y="246"/>
                </a:cubicBezTo>
                <a:cubicBezTo>
                  <a:pt x="114" y="247"/>
                  <a:pt x="112" y="251"/>
                  <a:pt x="113" y="253"/>
                </a:cubicBezTo>
                <a:cubicBezTo>
                  <a:pt x="116" y="251"/>
                  <a:pt x="113" y="250"/>
                  <a:pt x="114" y="248"/>
                </a:cubicBezTo>
                <a:cubicBezTo>
                  <a:pt x="117" y="248"/>
                  <a:pt x="116" y="249"/>
                  <a:pt x="119" y="249"/>
                </a:cubicBezTo>
                <a:cubicBezTo>
                  <a:pt x="117" y="249"/>
                  <a:pt x="114" y="255"/>
                  <a:pt x="111" y="255"/>
                </a:cubicBezTo>
                <a:cubicBezTo>
                  <a:pt x="111" y="254"/>
                  <a:pt x="111" y="254"/>
                  <a:pt x="111" y="254"/>
                </a:cubicBezTo>
                <a:cubicBezTo>
                  <a:pt x="108" y="255"/>
                  <a:pt x="104" y="252"/>
                  <a:pt x="103" y="258"/>
                </a:cubicBezTo>
                <a:cubicBezTo>
                  <a:pt x="102" y="260"/>
                  <a:pt x="102" y="260"/>
                  <a:pt x="102" y="260"/>
                </a:cubicBezTo>
                <a:cubicBezTo>
                  <a:pt x="102" y="260"/>
                  <a:pt x="102" y="260"/>
                  <a:pt x="102" y="260"/>
                </a:cubicBezTo>
                <a:cubicBezTo>
                  <a:pt x="99" y="262"/>
                  <a:pt x="98" y="260"/>
                  <a:pt x="96" y="264"/>
                </a:cubicBezTo>
                <a:cubicBezTo>
                  <a:pt x="96" y="263"/>
                  <a:pt x="96" y="263"/>
                  <a:pt x="96" y="263"/>
                </a:cubicBezTo>
                <a:cubicBezTo>
                  <a:pt x="94" y="264"/>
                  <a:pt x="94" y="268"/>
                  <a:pt x="93" y="269"/>
                </a:cubicBezTo>
                <a:cubicBezTo>
                  <a:pt x="91" y="269"/>
                  <a:pt x="92" y="268"/>
                  <a:pt x="91" y="266"/>
                </a:cubicBezTo>
                <a:cubicBezTo>
                  <a:pt x="88" y="269"/>
                  <a:pt x="87" y="275"/>
                  <a:pt x="86" y="278"/>
                </a:cubicBezTo>
                <a:cubicBezTo>
                  <a:pt x="84" y="279"/>
                  <a:pt x="84" y="279"/>
                  <a:pt x="84" y="279"/>
                </a:cubicBezTo>
                <a:cubicBezTo>
                  <a:pt x="84" y="277"/>
                  <a:pt x="84" y="275"/>
                  <a:pt x="83" y="274"/>
                </a:cubicBezTo>
                <a:cubicBezTo>
                  <a:pt x="82" y="276"/>
                  <a:pt x="83" y="276"/>
                  <a:pt x="81" y="277"/>
                </a:cubicBezTo>
                <a:cubicBezTo>
                  <a:pt x="81" y="276"/>
                  <a:pt x="81" y="275"/>
                  <a:pt x="80" y="273"/>
                </a:cubicBezTo>
                <a:cubicBezTo>
                  <a:pt x="76" y="275"/>
                  <a:pt x="83" y="277"/>
                  <a:pt x="78" y="276"/>
                </a:cubicBezTo>
                <a:cubicBezTo>
                  <a:pt x="77" y="277"/>
                  <a:pt x="77" y="279"/>
                  <a:pt x="78" y="280"/>
                </a:cubicBezTo>
                <a:cubicBezTo>
                  <a:pt x="75" y="280"/>
                  <a:pt x="75" y="280"/>
                  <a:pt x="75" y="280"/>
                </a:cubicBezTo>
                <a:cubicBezTo>
                  <a:pt x="76" y="282"/>
                  <a:pt x="74" y="284"/>
                  <a:pt x="73" y="286"/>
                </a:cubicBezTo>
                <a:cubicBezTo>
                  <a:pt x="73" y="287"/>
                  <a:pt x="75" y="286"/>
                  <a:pt x="76" y="285"/>
                </a:cubicBezTo>
                <a:cubicBezTo>
                  <a:pt x="76" y="286"/>
                  <a:pt x="75" y="288"/>
                  <a:pt x="74" y="289"/>
                </a:cubicBezTo>
                <a:cubicBezTo>
                  <a:pt x="71" y="287"/>
                  <a:pt x="68" y="296"/>
                  <a:pt x="66" y="292"/>
                </a:cubicBezTo>
                <a:cubicBezTo>
                  <a:pt x="63" y="297"/>
                  <a:pt x="57" y="303"/>
                  <a:pt x="55" y="308"/>
                </a:cubicBezTo>
                <a:cubicBezTo>
                  <a:pt x="53" y="308"/>
                  <a:pt x="51" y="310"/>
                  <a:pt x="51" y="307"/>
                </a:cubicBezTo>
                <a:cubicBezTo>
                  <a:pt x="47" y="311"/>
                  <a:pt x="48" y="315"/>
                  <a:pt x="44" y="318"/>
                </a:cubicBezTo>
                <a:cubicBezTo>
                  <a:pt x="44" y="318"/>
                  <a:pt x="46" y="317"/>
                  <a:pt x="45" y="316"/>
                </a:cubicBezTo>
                <a:cubicBezTo>
                  <a:pt x="43" y="319"/>
                  <a:pt x="39" y="319"/>
                  <a:pt x="36" y="323"/>
                </a:cubicBezTo>
                <a:cubicBezTo>
                  <a:pt x="37" y="322"/>
                  <a:pt x="37" y="322"/>
                  <a:pt x="36" y="321"/>
                </a:cubicBezTo>
                <a:cubicBezTo>
                  <a:pt x="37" y="322"/>
                  <a:pt x="36" y="324"/>
                  <a:pt x="35" y="325"/>
                </a:cubicBezTo>
                <a:cubicBezTo>
                  <a:pt x="35" y="325"/>
                  <a:pt x="36" y="324"/>
                  <a:pt x="35" y="324"/>
                </a:cubicBezTo>
                <a:cubicBezTo>
                  <a:pt x="27" y="330"/>
                  <a:pt x="25" y="339"/>
                  <a:pt x="18" y="345"/>
                </a:cubicBezTo>
                <a:cubicBezTo>
                  <a:pt x="20" y="343"/>
                  <a:pt x="19" y="341"/>
                  <a:pt x="18" y="340"/>
                </a:cubicBezTo>
                <a:cubicBezTo>
                  <a:pt x="16" y="342"/>
                  <a:pt x="16" y="342"/>
                  <a:pt x="16" y="342"/>
                </a:cubicBezTo>
                <a:cubicBezTo>
                  <a:pt x="17" y="344"/>
                  <a:pt x="15" y="345"/>
                  <a:pt x="15" y="347"/>
                </a:cubicBezTo>
                <a:cubicBezTo>
                  <a:pt x="14" y="347"/>
                  <a:pt x="13" y="347"/>
                  <a:pt x="13" y="346"/>
                </a:cubicBezTo>
                <a:cubicBezTo>
                  <a:pt x="8" y="348"/>
                  <a:pt x="11" y="355"/>
                  <a:pt x="5" y="359"/>
                </a:cubicBezTo>
                <a:cubicBezTo>
                  <a:pt x="7" y="350"/>
                  <a:pt x="7" y="350"/>
                  <a:pt x="7" y="350"/>
                </a:cubicBezTo>
                <a:cubicBezTo>
                  <a:pt x="4" y="350"/>
                  <a:pt x="4" y="350"/>
                  <a:pt x="4" y="350"/>
                </a:cubicBezTo>
                <a:cubicBezTo>
                  <a:pt x="5" y="346"/>
                  <a:pt x="5" y="346"/>
                  <a:pt x="5" y="346"/>
                </a:cubicBezTo>
                <a:cubicBezTo>
                  <a:pt x="3" y="346"/>
                  <a:pt x="4" y="350"/>
                  <a:pt x="2" y="348"/>
                </a:cubicBezTo>
                <a:cubicBezTo>
                  <a:pt x="2" y="348"/>
                  <a:pt x="3" y="347"/>
                  <a:pt x="2" y="346"/>
                </a:cubicBezTo>
                <a:cubicBezTo>
                  <a:pt x="0" y="347"/>
                  <a:pt x="1" y="348"/>
                  <a:pt x="0" y="350"/>
                </a:cubicBezTo>
                <a:cubicBezTo>
                  <a:pt x="0" y="344"/>
                  <a:pt x="6" y="339"/>
                  <a:pt x="8" y="335"/>
                </a:cubicBezTo>
                <a:cubicBezTo>
                  <a:pt x="9" y="334"/>
                  <a:pt x="9" y="336"/>
                  <a:pt x="9" y="336"/>
                </a:cubicBezTo>
                <a:cubicBezTo>
                  <a:pt x="10" y="335"/>
                  <a:pt x="12" y="335"/>
                  <a:pt x="13" y="333"/>
                </a:cubicBezTo>
                <a:cubicBezTo>
                  <a:pt x="12" y="331"/>
                  <a:pt x="11" y="333"/>
                  <a:pt x="10" y="334"/>
                </a:cubicBezTo>
                <a:cubicBezTo>
                  <a:pt x="9" y="333"/>
                  <a:pt x="10" y="332"/>
                  <a:pt x="10" y="331"/>
                </a:cubicBezTo>
                <a:cubicBezTo>
                  <a:pt x="12" y="332"/>
                  <a:pt x="15" y="327"/>
                  <a:pt x="18" y="328"/>
                </a:cubicBezTo>
                <a:cubicBezTo>
                  <a:pt x="22" y="323"/>
                  <a:pt x="14" y="325"/>
                  <a:pt x="19" y="321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23" y="318"/>
                  <a:pt x="25" y="313"/>
                  <a:pt x="29" y="311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28" y="312"/>
                  <a:pt x="29" y="312"/>
                  <a:pt x="30" y="312"/>
                </a:cubicBezTo>
                <a:cubicBezTo>
                  <a:pt x="33" y="311"/>
                  <a:pt x="33" y="307"/>
                  <a:pt x="36" y="307"/>
                </a:cubicBezTo>
                <a:cubicBezTo>
                  <a:pt x="37" y="303"/>
                  <a:pt x="40" y="298"/>
                  <a:pt x="42" y="294"/>
                </a:cubicBezTo>
                <a:cubicBezTo>
                  <a:pt x="44" y="295"/>
                  <a:pt x="40" y="299"/>
                  <a:pt x="40" y="302"/>
                </a:cubicBezTo>
                <a:cubicBezTo>
                  <a:pt x="42" y="299"/>
                  <a:pt x="42" y="299"/>
                  <a:pt x="42" y="299"/>
                </a:cubicBezTo>
                <a:cubicBezTo>
                  <a:pt x="41" y="301"/>
                  <a:pt x="41" y="302"/>
                  <a:pt x="41" y="304"/>
                </a:cubicBezTo>
                <a:cubicBezTo>
                  <a:pt x="44" y="303"/>
                  <a:pt x="43" y="300"/>
                  <a:pt x="44" y="297"/>
                </a:cubicBezTo>
                <a:cubicBezTo>
                  <a:pt x="45" y="298"/>
                  <a:pt x="45" y="298"/>
                  <a:pt x="46" y="297"/>
                </a:cubicBezTo>
                <a:cubicBezTo>
                  <a:pt x="45" y="296"/>
                  <a:pt x="45" y="296"/>
                  <a:pt x="45" y="296"/>
                </a:cubicBezTo>
                <a:cubicBezTo>
                  <a:pt x="45" y="296"/>
                  <a:pt x="46" y="296"/>
                  <a:pt x="46" y="295"/>
                </a:cubicBezTo>
                <a:cubicBezTo>
                  <a:pt x="49" y="291"/>
                  <a:pt x="49" y="291"/>
                  <a:pt x="49" y="291"/>
                </a:cubicBezTo>
                <a:cubicBezTo>
                  <a:pt x="48" y="291"/>
                  <a:pt x="46" y="290"/>
                  <a:pt x="45" y="291"/>
                </a:cubicBezTo>
                <a:cubicBezTo>
                  <a:pt x="46" y="291"/>
                  <a:pt x="46" y="292"/>
                  <a:pt x="45" y="293"/>
                </a:cubicBezTo>
                <a:cubicBezTo>
                  <a:pt x="45" y="291"/>
                  <a:pt x="43" y="293"/>
                  <a:pt x="42" y="293"/>
                </a:cubicBezTo>
                <a:cubicBezTo>
                  <a:pt x="44" y="291"/>
                  <a:pt x="47" y="288"/>
                  <a:pt x="48" y="286"/>
                </a:cubicBezTo>
                <a:cubicBezTo>
                  <a:pt x="49" y="287"/>
                  <a:pt x="49" y="287"/>
                  <a:pt x="49" y="287"/>
                </a:cubicBezTo>
                <a:cubicBezTo>
                  <a:pt x="51" y="286"/>
                  <a:pt x="53" y="283"/>
                  <a:pt x="54" y="282"/>
                </a:cubicBezTo>
                <a:cubicBezTo>
                  <a:pt x="55" y="283"/>
                  <a:pt x="55" y="283"/>
                  <a:pt x="55" y="283"/>
                </a:cubicBezTo>
                <a:cubicBezTo>
                  <a:pt x="57" y="281"/>
                  <a:pt x="59" y="278"/>
                  <a:pt x="62" y="277"/>
                </a:cubicBezTo>
                <a:cubicBezTo>
                  <a:pt x="63" y="274"/>
                  <a:pt x="64" y="270"/>
                  <a:pt x="64" y="267"/>
                </a:cubicBezTo>
                <a:cubicBezTo>
                  <a:pt x="63" y="265"/>
                  <a:pt x="72" y="263"/>
                  <a:pt x="72" y="259"/>
                </a:cubicBezTo>
                <a:cubicBezTo>
                  <a:pt x="72" y="259"/>
                  <a:pt x="72" y="261"/>
                  <a:pt x="72" y="263"/>
                </a:cubicBezTo>
                <a:cubicBezTo>
                  <a:pt x="73" y="262"/>
                  <a:pt x="72" y="258"/>
                  <a:pt x="75" y="260"/>
                </a:cubicBezTo>
                <a:cubicBezTo>
                  <a:pt x="71" y="262"/>
                  <a:pt x="76" y="261"/>
                  <a:pt x="75" y="263"/>
                </a:cubicBezTo>
                <a:cubicBezTo>
                  <a:pt x="77" y="261"/>
                  <a:pt x="78" y="259"/>
                  <a:pt x="78" y="258"/>
                </a:cubicBezTo>
                <a:cubicBezTo>
                  <a:pt x="76" y="260"/>
                  <a:pt x="77" y="255"/>
                  <a:pt x="75" y="258"/>
                </a:cubicBezTo>
                <a:cubicBezTo>
                  <a:pt x="76" y="254"/>
                  <a:pt x="78" y="251"/>
                  <a:pt x="81" y="249"/>
                </a:cubicBezTo>
                <a:cubicBezTo>
                  <a:pt x="81" y="250"/>
                  <a:pt x="82" y="250"/>
                  <a:pt x="83" y="250"/>
                </a:cubicBezTo>
                <a:cubicBezTo>
                  <a:pt x="83" y="248"/>
                  <a:pt x="83" y="248"/>
                  <a:pt x="83" y="248"/>
                </a:cubicBezTo>
                <a:cubicBezTo>
                  <a:pt x="84" y="247"/>
                  <a:pt x="82" y="251"/>
                  <a:pt x="85" y="249"/>
                </a:cubicBezTo>
                <a:cubicBezTo>
                  <a:pt x="85" y="245"/>
                  <a:pt x="93" y="243"/>
                  <a:pt x="90" y="239"/>
                </a:cubicBezTo>
                <a:cubicBezTo>
                  <a:pt x="94" y="238"/>
                  <a:pt x="88" y="244"/>
                  <a:pt x="93" y="243"/>
                </a:cubicBezTo>
                <a:cubicBezTo>
                  <a:pt x="92" y="245"/>
                  <a:pt x="89" y="246"/>
                  <a:pt x="90" y="248"/>
                </a:cubicBezTo>
                <a:cubicBezTo>
                  <a:pt x="91" y="246"/>
                  <a:pt x="92" y="249"/>
                  <a:pt x="93" y="248"/>
                </a:cubicBezTo>
                <a:cubicBezTo>
                  <a:pt x="94" y="246"/>
                  <a:pt x="94" y="246"/>
                  <a:pt x="94" y="246"/>
                </a:cubicBezTo>
                <a:cubicBezTo>
                  <a:pt x="93" y="246"/>
                  <a:pt x="93" y="246"/>
                  <a:pt x="93" y="246"/>
                </a:cubicBezTo>
                <a:cubicBezTo>
                  <a:pt x="94" y="241"/>
                  <a:pt x="100" y="238"/>
                  <a:pt x="103" y="234"/>
                </a:cubicBezTo>
                <a:cubicBezTo>
                  <a:pt x="105" y="229"/>
                  <a:pt x="104" y="224"/>
                  <a:pt x="108" y="221"/>
                </a:cubicBezTo>
                <a:cubicBezTo>
                  <a:pt x="108" y="223"/>
                  <a:pt x="112" y="219"/>
                  <a:pt x="112" y="223"/>
                </a:cubicBezTo>
                <a:cubicBezTo>
                  <a:pt x="114" y="222"/>
                  <a:pt x="115" y="219"/>
                  <a:pt x="114" y="219"/>
                </a:cubicBezTo>
                <a:cubicBezTo>
                  <a:pt x="112" y="220"/>
                  <a:pt x="113" y="219"/>
                  <a:pt x="112" y="220"/>
                </a:cubicBezTo>
                <a:cubicBezTo>
                  <a:pt x="112" y="218"/>
                  <a:pt x="114" y="216"/>
                  <a:pt x="115" y="216"/>
                </a:cubicBezTo>
                <a:cubicBezTo>
                  <a:pt x="115" y="216"/>
                  <a:pt x="115" y="216"/>
                  <a:pt x="115" y="217"/>
                </a:cubicBezTo>
                <a:cubicBezTo>
                  <a:pt x="118" y="215"/>
                  <a:pt x="115" y="215"/>
                  <a:pt x="116" y="213"/>
                </a:cubicBezTo>
                <a:cubicBezTo>
                  <a:pt x="118" y="214"/>
                  <a:pt x="119" y="211"/>
                  <a:pt x="121" y="210"/>
                </a:cubicBezTo>
                <a:cubicBezTo>
                  <a:pt x="121" y="206"/>
                  <a:pt x="121" y="206"/>
                  <a:pt x="121" y="206"/>
                </a:cubicBezTo>
                <a:cubicBezTo>
                  <a:pt x="121" y="209"/>
                  <a:pt x="123" y="205"/>
                  <a:pt x="125" y="206"/>
                </a:cubicBezTo>
                <a:cubicBezTo>
                  <a:pt x="125" y="204"/>
                  <a:pt x="125" y="201"/>
                  <a:pt x="127" y="200"/>
                </a:cubicBezTo>
                <a:cubicBezTo>
                  <a:pt x="127" y="201"/>
                  <a:pt x="129" y="199"/>
                  <a:pt x="131" y="200"/>
                </a:cubicBezTo>
                <a:cubicBezTo>
                  <a:pt x="135" y="198"/>
                  <a:pt x="133" y="192"/>
                  <a:pt x="138" y="190"/>
                </a:cubicBezTo>
                <a:cubicBezTo>
                  <a:pt x="138" y="191"/>
                  <a:pt x="138" y="192"/>
                  <a:pt x="139" y="192"/>
                </a:cubicBezTo>
                <a:cubicBezTo>
                  <a:pt x="139" y="191"/>
                  <a:pt x="141" y="189"/>
                  <a:pt x="141" y="189"/>
                </a:cubicBezTo>
                <a:cubicBezTo>
                  <a:pt x="142" y="189"/>
                  <a:pt x="142" y="189"/>
                  <a:pt x="142" y="189"/>
                </a:cubicBezTo>
                <a:cubicBezTo>
                  <a:pt x="142" y="189"/>
                  <a:pt x="142" y="189"/>
                  <a:pt x="142" y="189"/>
                </a:cubicBezTo>
                <a:cubicBezTo>
                  <a:pt x="142" y="188"/>
                  <a:pt x="142" y="188"/>
                  <a:pt x="142" y="187"/>
                </a:cubicBezTo>
                <a:cubicBezTo>
                  <a:pt x="142" y="185"/>
                  <a:pt x="141" y="183"/>
                  <a:pt x="143" y="180"/>
                </a:cubicBezTo>
                <a:cubicBezTo>
                  <a:pt x="141" y="178"/>
                  <a:pt x="140" y="181"/>
                  <a:pt x="139" y="182"/>
                </a:cubicBezTo>
                <a:cubicBezTo>
                  <a:pt x="140" y="185"/>
                  <a:pt x="140" y="185"/>
                  <a:pt x="140" y="185"/>
                </a:cubicBezTo>
                <a:cubicBezTo>
                  <a:pt x="137" y="183"/>
                  <a:pt x="138" y="187"/>
                  <a:pt x="136" y="187"/>
                </a:cubicBezTo>
                <a:cubicBezTo>
                  <a:pt x="136" y="183"/>
                  <a:pt x="141" y="179"/>
                  <a:pt x="142" y="175"/>
                </a:cubicBezTo>
                <a:cubicBezTo>
                  <a:pt x="138" y="175"/>
                  <a:pt x="134" y="178"/>
                  <a:pt x="132" y="181"/>
                </a:cubicBezTo>
                <a:cubicBezTo>
                  <a:pt x="134" y="181"/>
                  <a:pt x="134" y="181"/>
                  <a:pt x="134" y="181"/>
                </a:cubicBezTo>
                <a:cubicBezTo>
                  <a:pt x="132" y="182"/>
                  <a:pt x="132" y="182"/>
                  <a:pt x="132" y="182"/>
                </a:cubicBezTo>
                <a:cubicBezTo>
                  <a:pt x="135" y="182"/>
                  <a:pt x="135" y="182"/>
                  <a:pt x="135" y="182"/>
                </a:cubicBezTo>
                <a:cubicBezTo>
                  <a:pt x="133" y="184"/>
                  <a:pt x="132" y="185"/>
                  <a:pt x="131" y="187"/>
                </a:cubicBezTo>
                <a:cubicBezTo>
                  <a:pt x="133" y="185"/>
                  <a:pt x="135" y="186"/>
                  <a:pt x="134" y="187"/>
                </a:cubicBezTo>
                <a:cubicBezTo>
                  <a:pt x="131" y="187"/>
                  <a:pt x="133" y="190"/>
                  <a:pt x="131" y="191"/>
                </a:cubicBezTo>
                <a:cubicBezTo>
                  <a:pt x="132" y="190"/>
                  <a:pt x="133" y="189"/>
                  <a:pt x="133" y="191"/>
                </a:cubicBezTo>
                <a:cubicBezTo>
                  <a:pt x="129" y="192"/>
                  <a:pt x="129" y="193"/>
                  <a:pt x="125" y="194"/>
                </a:cubicBezTo>
                <a:cubicBezTo>
                  <a:pt x="128" y="196"/>
                  <a:pt x="122" y="197"/>
                  <a:pt x="124" y="200"/>
                </a:cubicBezTo>
                <a:cubicBezTo>
                  <a:pt x="125" y="199"/>
                  <a:pt x="125" y="199"/>
                  <a:pt x="125" y="199"/>
                </a:cubicBezTo>
                <a:cubicBezTo>
                  <a:pt x="124" y="203"/>
                  <a:pt x="124" y="203"/>
                  <a:pt x="124" y="203"/>
                </a:cubicBezTo>
                <a:cubicBezTo>
                  <a:pt x="120" y="203"/>
                  <a:pt x="124" y="199"/>
                  <a:pt x="120" y="201"/>
                </a:cubicBezTo>
                <a:cubicBezTo>
                  <a:pt x="116" y="204"/>
                  <a:pt x="119" y="206"/>
                  <a:pt x="116" y="209"/>
                </a:cubicBezTo>
                <a:cubicBezTo>
                  <a:pt x="116" y="206"/>
                  <a:pt x="117" y="203"/>
                  <a:pt x="119" y="201"/>
                </a:cubicBezTo>
                <a:cubicBezTo>
                  <a:pt x="117" y="202"/>
                  <a:pt x="117" y="202"/>
                  <a:pt x="117" y="202"/>
                </a:cubicBezTo>
                <a:cubicBezTo>
                  <a:pt x="117" y="200"/>
                  <a:pt x="120" y="198"/>
                  <a:pt x="121" y="197"/>
                </a:cubicBezTo>
                <a:cubicBezTo>
                  <a:pt x="120" y="200"/>
                  <a:pt x="123" y="196"/>
                  <a:pt x="125" y="196"/>
                </a:cubicBezTo>
                <a:cubicBezTo>
                  <a:pt x="124" y="195"/>
                  <a:pt x="122" y="196"/>
                  <a:pt x="123" y="194"/>
                </a:cubicBezTo>
                <a:cubicBezTo>
                  <a:pt x="122" y="195"/>
                  <a:pt x="121" y="196"/>
                  <a:pt x="119" y="197"/>
                </a:cubicBezTo>
                <a:cubicBezTo>
                  <a:pt x="124" y="193"/>
                  <a:pt x="118" y="189"/>
                  <a:pt x="123" y="186"/>
                </a:cubicBezTo>
                <a:cubicBezTo>
                  <a:pt x="122" y="188"/>
                  <a:pt x="126" y="187"/>
                  <a:pt x="127" y="188"/>
                </a:cubicBezTo>
                <a:cubicBezTo>
                  <a:pt x="127" y="187"/>
                  <a:pt x="129" y="185"/>
                  <a:pt x="129" y="184"/>
                </a:cubicBezTo>
                <a:cubicBezTo>
                  <a:pt x="127" y="182"/>
                  <a:pt x="127" y="182"/>
                  <a:pt x="127" y="182"/>
                </a:cubicBezTo>
                <a:cubicBezTo>
                  <a:pt x="128" y="179"/>
                  <a:pt x="133" y="183"/>
                  <a:pt x="133" y="178"/>
                </a:cubicBezTo>
                <a:cubicBezTo>
                  <a:pt x="133" y="176"/>
                  <a:pt x="131" y="180"/>
                  <a:pt x="131" y="179"/>
                </a:cubicBezTo>
                <a:cubicBezTo>
                  <a:pt x="133" y="174"/>
                  <a:pt x="138" y="176"/>
                  <a:pt x="142" y="175"/>
                </a:cubicBezTo>
                <a:cubicBezTo>
                  <a:pt x="142" y="174"/>
                  <a:pt x="141" y="173"/>
                  <a:pt x="141" y="171"/>
                </a:cubicBezTo>
                <a:cubicBezTo>
                  <a:pt x="141" y="172"/>
                  <a:pt x="143" y="172"/>
                  <a:pt x="142" y="174"/>
                </a:cubicBezTo>
                <a:cubicBezTo>
                  <a:pt x="144" y="173"/>
                  <a:pt x="144" y="171"/>
                  <a:pt x="145" y="170"/>
                </a:cubicBezTo>
                <a:cubicBezTo>
                  <a:pt x="142" y="171"/>
                  <a:pt x="144" y="167"/>
                  <a:pt x="144" y="166"/>
                </a:cubicBezTo>
                <a:cubicBezTo>
                  <a:pt x="145" y="165"/>
                  <a:pt x="145" y="168"/>
                  <a:pt x="144" y="169"/>
                </a:cubicBezTo>
                <a:cubicBezTo>
                  <a:pt x="145" y="168"/>
                  <a:pt x="148" y="169"/>
                  <a:pt x="147" y="167"/>
                </a:cubicBezTo>
                <a:cubicBezTo>
                  <a:pt x="148" y="168"/>
                  <a:pt x="148" y="172"/>
                  <a:pt x="146" y="174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7" y="175"/>
                  <a:pt x="147" y="175"/>
                  <a:pt x="146" y="176"/>
                </a:cubicBezTo>
                <a:cubicBezTo>
                  <a:pt x="148" y="175"/>
                  <a:pt x="149" y="177"/>
                  <a:pt x="149" y="178"/>
                </a:cubicBezTo>
                <a:cubicBezTo>
                  <a:pt x="149" y="177"/>
                  <a:pt x="149" y="177"/>
                  <a:pt x="149" y="177"/>
                </a:cubicBezTo>
                <a:cubicBezTo>
                  <a:pt x="148" y="178"/>
                  <a:pt x="147" y="179"/>
                  <a:pt x="148" y="179"/>
                </a:cubicBezTo>
                <a:cubicBezTo>
                  <a:pt x="149" y="182"/>
                  <a:pt x="150" y="179"/>
                  <a:pt x="152" y="179"/>
                </a:cubicBezTo>
                <a:cubicBezTo>
                  <a:pt x="153" y="178"/>
                  <a:pt x="153" y="178"/>
                  <a:pt x="153" y="178"/>
                </a:cubicBezTo>
                <a:cubicBezTo>
                  <a:pt x="152" y="168"/>
                  <a:pt x="152" y="168"/>
                  <a:pt x="152" y="168"/>
                </a:cubicBezTo>
                <a:cubicBezTo>
                  <a:pt x="154" y="165"/>
                  <a:pt x="156" y="165"/>
                  <a:pt x="158" y="165"/>
                </a:cubicBezTo>
                <a:cubicBezTo>
                  <a:pt x="157" y="163"/>
                  <a:pt x="157" y="163"/>
                  <a:pt x="157" y="163"/>
                </a:cubicBezTo>
                <a:cubicBezTo>
                  <a:pt x="159" y="161"/>
                  <a:pt x="161" y="160"/>
                  <a:pt x="162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1" y="164"/>
                  <a:pt x="161" y="164"/>
                  <a:pt x="161" y="164"/>
                </a:cubicBezTo>
                <a:cubicBezTo>
                  <a:pt x="161" y="164"/>
                  <a:pt x="161" y="164"/>
                  <a:pt x="161" y="164"/>
                </a:cubicBezTo>
                <a:cubicBezTo>
                  <a:pt x="163" y="162"/>
                  <a:pt x="163" y="160"/>
                  <a:pt x="164" y="160"/>
                </a:cubicBezTo>
                <a:cubicBezTo>
                  <a:pt x="162" y="166"/>
                  <a:pt x="166" y="163"/>
                  <a:pt x="168" y="166"/>
                </a:cubicBezTo>
                <a:cubicBezTo>
                  <a:pt x="170" y="162"/>
                  <a:pt x="170" y="162"/>
                  <a:pt x="170" y="162"/>
                </a:cubicBezTo>
                <a:cubicBezTo>
                  <a:pt x="168" y="163"/>
                  <a:pt x="169" y="161"/>
                  <a:pt x="169" y="160"/>
                </a:cubicBezTo>
                <a:cubicBezTo>
                  <a:pt x="171" y="161"/>
                  <a:pt x="172" y="157"/>
                  <a:pt x="173" y="156"/>
                </a:cubicBezTo>
                <a:cubicBezTo>
                  <a:pt x="173" y="157"/>
                  <a:pt x="173" y="157"/>
                  <a:pt x="173" y="157"/>
                </a:cubicBezTo>
                <a:cubicBezTo>
                  <a:pt x="175" y="156"/>
                  <a:pt x="177" y="154"/>
                  <a:pt x="178" y="152"/>
                </a:cubicBezTo>
                <a:cubicBezTo>
                  <a:pt x="177" y="152"/>
                  <a:pt x="177" y="148"/>
                  <a:pt x="176" y="146"/>
                </a:cubicBezTo>
                <a:cubicBezTo>
                  <a:pt x="173" y="148"/>
                  <a:pt x="174" y="146"/>
                  <a:pt x="173" y="145"/>
                </a:cubicBezTo>
                <a:cubicBezTo>
                  <a:pt x="174" y="144"/>
                  <a:pt x="174" y="144"/>
                  <a:pt x="174" y="144"/>
                </a:cubicBezTo>
                <a:cubicBezTo>
                  <a:pt x="173" y="144"/>
                  <a:pt x="173" y="144"/>
                  <a:pt x="172" y="144"/>
                </a:cubicBezTo>
                <a:cubicBezTo>
                  <a:pt x="170" y="147"/>
                  <a:pt x="168" y="149"/>
                  <a:pt x="169" y="152"/>
                </a:cubicBezTo>
                <a:cubicBezTo>
                  <a:pt x="171" y="153"/>
                  <a:pt x="169" y="150"/>
                  <a:pt x="171" y="150"/>
                </a:cubicBezTo>
                <a:cubicBezTo>
                  <a:pt x="171" y="153"/>
                  <a:pt x="169" y="154"/>
                  <a:pt x="167" y="156"/>
                </a:cubicBezTo>
                <a:cubicBezTo>
                  <a:pt x="165" y="155"/>
                  <a:pt x="165" y="155"/>
                  <a:pt x="165" y="155"/>
                </a:cubicBezTo>
                <a:cubicBezTo>
                  <a:pt x="164" y="158"/>
                  <a:pt x="164" y="158"/>
                  <a:pt x="164" y="158"/>
                </a:cubicBezTo>
                <a:cubicBezTo>
                  <a:pt x="164" y="156"/>
                  <a:pt x="163" y="156"/>
                  <a:pt x="164" y="153"/>
                </a:cubicBezTo>
                <a:cubicBezTo>
                  <a:pt x="163" y="153"/>
                  <a:pt x="163" y="156"/>
                  <a:pt x="161" y="157"/>
                </a:cubicBezTo>
                <a:cubicBezTo>
                  <a:pt x="162" y="159"/>
                  <a:pt x="162" y="159"/>
                  <a:pt x="162" y="159"/>
                </a:cubicBezTo>
                <a:cubicBezTo>
                  <a:pt x="161" y="158"/>
                  <a:pt x="158" y="160"/>
                  <a:pt x="159" y="157"/>
                </a:cubicBezTo>
                <a:cubicBezTo>
                  <a:pt x="161" y="153"/>
                  <a:pt x="161" y="153"/>
                  <a:pt x="161" y="153"/>
                </a:cubicBezTo>
                <a:cubicBezTo>
                  <a:pt x="159" y="153"/>
                  <a:pt x="159" y="153"/>
                  <a:pt x="159" y="153"/>
                </a:cubicBezTo>
                <a:cubicBezTo>
                  <a:pt x="161" y="150"/>
                  <a:pt x="161" y="150"/>
                  <a:pt x="161" y="150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5" y="146"/>
                  <a:pt x="166" y="153"/>
                  <a:pt x="168" y="147"/>
                </a:cubicBezTo>
                <a:cubicBezTo>
                  <a:pt x="168" y="143"/>
                  <a:pt x="169" y="142"/>
                  <a:pt x="172" y="140"/>
                </a:cubicBezTo>
                <a:cubicBezTo>
                  <a:pt x="171" y="142"/>
                  <a:pt x="173" y="141"/>
                  <a:pt x="174" y="143"/>
                </a:cubicBezTo>
                <a:cubicBezTo>
                  <a:pt x="176" y="142"/>
                  <a:pt x="176" y="140"/>
                  <a:pt x="176" y="138"/>
                </a:cubicBezTo>
                <a:cubicBezTo>
                  <a:pt x="177" y="138"/>
                  <a:pt x="179" y="139"/>
                  <a:pt x="177" y="140"/>
                </a:cubicBezTo>
                <a:cubicBezTo>
                  <a:pt x="178" y="143"/>
                  <a:pt x="179" y="138"/>
                  <a:pt x="181" y="140"/>
                </a:cubicBezTo>
                <a:cubicBezTo>
                  <a:pt x="187" y="134"/>
                  <a:pt x="179" y="128"/>
                  <a:pt x="188" y="124"/>
                </a:cubicBezTo>
                <a:cubicBezTo>
                  <a:pt x="189" y="125"/>
                  <a:pt x="189" y="125"/>
                  <a:pt x="189" y="125"/>
                </a:cubicBezTo>
                <a:cubicBezTo>
                  <a:pt x="192" y="120"/>
                  <a:pt x="195" y="119"/>
                  <a:pt x="199" y="114"/>
                </a:cubicBezTo>
                <a:cubicBezTo>
                  <a:pt x="204" y="113"/>
                  <a:pt x="204" y="113"/>
                  <a:pt x="204" y="113"/>
                </a:cubicBezTo>
                <a:cubicBezTo>
                  <a:pt x="204" y="114"/>
                  <a:pt x="203" y="117"/>
                  <a:pt x="205" y="118"/>
                </a:cubicBezTo>
                <a:cubicBezTo>
                  <a:pt x="202" y="117"/>
                  <a:pt x="201" y="119"/>
                  <a:pt x="198" y="120"/>
                </a:cubicBezTo>
                <a:cubicBezTo>
                  <a:pt x="198" y="121"/>
                  <a:pt x="199" y="120"/>
                  <a:pt x="200" y="120"/>
                </a:cubicBezTo>
                <a:cubicBezTo>
                  <a:pt x="199" y="121"/>
                  <a:pt x="198" y="121"/>
                  <a:pt x="197" y="123"/>
                </a:cubicBezTo>
                <a:cubicBezTo>
                  <a:pt x="197" y="123"/>
                  <a:pt x="199" y="122"/>
                  <a:pt x="198" y="123"/>
                </a:cubicBezTo>
                <a:cubicBezTo>
                  <a:pt x="195" y="124"/>
                  <a:pt x="195" y="124"/>
                  <a:pt x="195" y="124"/>
                </a:cubicBezTo>
                <a:cubicBezTo>
                  <a:pt x="193" y="127"/>
                  <a:pt x="197" y="128"/>
                  <a:pt x="194" y="130"/>
                </a:cubicBezTo>
                <a:cubicBezTo>
                  <a:pt x="193" y="129"/>
                  <a:pt x="192" y="126"/>
                  <a:pt x="193" y="124"/>
                </a:cubicBezTo>
                <a:cubicBezTo>
                  <a:pt x="192" y="125"/>
                  <a:pt x="194" y="122"/>
                  <a:pt x="192" y="122"/>
                </a:cubicBezTo>
                <a:cubicBezTo>
                  <a:pt x="192" y="126"/>
                  <a:pt x="190" y="126"/>
                  <a:pt x="189" y="129"/>
                </a:cubicBezTo>
                <a:cubicBezTo>
                  <a:pt x="189" y="129"/>
                  <a:pt x="188" y="128"/>
                  <a:pt x="189" y="127"/>
                </a:cubicBezTo>
                <a:cubicBezTo>
                  <a:pt x="185" y="130"/>
                  <a:pt x="185" y="130"/>
                  <a:pt x="185" y="130"/>
                </a:cubicBezTo>
                <a:cubicBezTo>
                  <a:pt x="187" y="130"/>
                  <a:pt x="183" y="134"/>
                  <a:pt x="185" y="135"/>
                </a:cubicBezTo>
                <a:cubicBezTo>
                  <a:pt x="189" y="132"/>
                  <a:pt x="187" y="133"/>
                  <a:pt x="192" y="129"/>
                </a:cubicBezTo>
                <a:cubicBezTo>
                  <a:pt x="191" y="131"/>
                  <a:pt x="191" y="134"/>
                  <a:pt x="192" y="136"/>
                </a:cubicBezTo>
                <a:cubicBezTo>
                  <a:pt x="192" y="136"/>
                  <a:pt x="192" y="136"/>
                  <a:pt x="192" y="136"/>
                </a:cubicBezTo>
                <a:cubicBezTo>
                  <a:pt x="193" y="138"/>
                  <a:pt x="194" y="138"/>
                  <a:pt x="196" y="141"/>
                </a:cubicBezTo>
                <a:cubicBezTo>
                  <a:pt x="196" y="137"/>
                  <a:pt x="199" y="137"/>
                  <a:pt x="201" y="134"/>
                </a:cubicBezTo>
                <a:cubicBezTo>
                  <a:pt x="200" y="132"/>
                  <a:pt x="197" y="133"/>
                  <a:pt x="197" y="135"/>
                </a:cubicBezTo>
                <a:cubicBezTo>
                  <a:pt x="198" y="132"/>
                  <a:pt x="198" y="132"/>
                  <a:pt x="198" y="132"/>
                </a:cubicBezTo>
                <a:cubicBezTo>
                  <a:pt x="198" y="133"/>
                  <a:pt x="198" y="133"/>
                  <a:pt x="198" y="133"/>
                </a:cubicBezTo>
                <a:cubicBezTo>
                  <a:pt x="204" y="128"/>
                  <a:pt x="204" y="128"/>
                  <a:pt x="204" y="128"/>
                </a:cubicBezTo>
                <a:cubicBezTo>
                  <a:pt x="203" y="129"/>
                  <a:pt x="203" y="130"/>
                  <a:pt x="203" y="132"/>
                </a:cubicBezTo>
                <a:cubicBezTo>
                  <a:pt x="204" y="131"/>
                  <a:pt x="205" y="131"/>
                  <a:pt x="206" y="130"/>
                </a:cubicBezTo>
                <a:cubicBezTo>
                  <a:pt x="205" y="129"/>
                  <a:pt x="204" y="128"/>
                  <a:pt x="204" y="127"/>
                </a:cubicBezTo>
                <a:cubicBezTo>
                  <a:pt x="208" y="124"/>
                  <a:pt x="211" y="124"/>
                  <a:pt x="214" y="124"/>
                </a:cubicBezTo>
                <a:cubicBezTo>
                  <a:pt x="214" y="124"/>
                  <a:pt x="214" y="124"/>
                  <a:pt x="214" y="124"/>
                </a:cubicBezTo>
                <a:cubicBezTo>
                  <a:pt x="212" y="123"/>
                  <a:pt x="214" y="119"/>
                  <a:pt x="214" y="116"/>
                </a:cubicBezTo>
                <a:cubicBezTo>
                  <a:pt x="215" y="118"/>
                  <a:pt x="216" y="116"/>
                  <a:pt x="218" y="115"/>
                </a:cubicBezTo>
                <a:cubicBezTo>
                  <a:pt x="217" y="113"/>
                  <a:pt x="214" y="111"/>
                  <a:pt x="211" y="111"/>
                </a:cubicBezTo>
                <a:cubicBezTo>
                  <a:pt x="211" y="115"/>
                  <a:pt x="212" y="114"/>
                  <a:pt x="213" y="117"/>
                </a:cubicBezTo>
                <a:cubicBezTo>
                  <a:pt x="211" y="122"/>
                  <a:pt x="211" y="122"/>
                  <a:pt x="211" y="122"/>
                </a:cubicBezTo>
                <a:cubicBezTo>
                  <a:pt x="210" y="120"/>
                  <a:pt x="210" y="120"/>
                  <a:pt x="210" y="120"/>
                </a:cubicBezTo>
                <a:cubicBezTo>
                  <a:pt x="208" y="121"/>
                  <a:pt x="208" y="125"/>
                  <a:pt x="206" y="123"/>
                </a:cubicBezTo>
                <a:cubicBezTo>
                  <a:pt x="206" y="121"/>
                  <a:pt x="208" y="120"/>
                  <a:pt x="208" y="118"/>
                </a:cubicBezTo>
                <a:cubicBezTo>
                  <a:pt x="206" y="118"/>
                  <a:pt x="206" y="118"/>
                  <a:pt x="206" y="118"/>
                </a:cubicBezTo>
                <a:cubicBezTo>
                  <a:pt x="206" y="115"/>
                  <a:pt x="209" y="119"/>
                  <a:pt x="210" y="115"/>
                </a:cubicBezTo>
                <a:cubicBezTo>
                  <a:pt x="208" y="115"/>
                  <a:pt x="210" y="115"/>
                  <a:pt x="210" y="113"/>
                </a:cubicBezTo>
                <a:cubicBezTo>
                  <a:pt x="208" y="113"/>
                  <a:pt x="206" y="118"/>
                  <a:pt x="204" y="114"/>
                </a:cubicBezTo>
                <a:cubicBezTo>
                  <a:pt x="205" y="112"/>
                  <a:pt x="212" y="113"/>
                  <a:pt x="211" y="109"/>
                </a:cubicBezTo>
                <a:cubicBezTo>
                  <a:pt x="211" y="109"/>
                  <a:pt x="211" y="109"/>
                  <a:pt x="211" y="109"/>
                </a:cubicBezTo>
                <a:cubicBezTo>
                  <a:pt x="214" y="107"/>
                  <a:pt x="214" y="104"/>
                  <a:pt x="214" y="103"/>
                </a:cubicBezTo>
                <a:cubicBezTo>
                  <a:pt x="216" y="102"/>
                  <a:pt x="216" y="100"/>
                  <a:pt x="217" y="98"/>
                </a:cubicBezTo>
                <a:cubicBezTo>
                  <a:pt x="218" y="99"/>
                  <a:pt x="218" y="99"/>
                  <a:pt x="218" y="99"/>
                </a:cubicBezTo>
                <a:cubicBezTo>
                  <a:pt x="219" y="97"/>
                  <a:pt x="219" y="97"/>
                  <a:pt x="219" y="97"/>
                </a:cubicBezTo>
                <a:cubicBezTo>
                  <a:pt x="220" y="99"/>
                  <a:pt x="217" y="99"/>
                  <a:pt x="216" y="101"/>
                </a:cubicBezTo>
                <a:cubicBezTo>
                  <a:pt x="218" y="102"/>
                  <a:pt x="218" y="102"/>
                  <a:pt x="218" y="102"/>
                </a:cubicBezTo>
                <a:cubicBezTo>
                  <a:pt x="214" y="102"/>
                  <a:pt x="216" y="106"/>
                  <a:pt x="216" y="108"/>
                </a:cubicBezTo>
                <a:cubicBezTo>
                  <a:pt x="216" y="105"/>
                  <a:pt x="221" y="103"/>
                  <a:pt x="219" y="100"/>
                </a:cubicBezTo>
                <a:cubicBezTo>
                  <a:pt x="222" y="100"/>
                  <a:pt x="222" y="100"/>
                  <a:pt x="222" y="100"/>
                </a:cubicBezTo>
                <a:cubicBezTo>
                  <a:pt x="222" y="99"/>
                  <a:pt x="222" y="99"/>
                  <a:pt x="222" y="99"/>
                </a:cubicBezTo>
                <a:cubicBezTo>
                  <a:pt x="223" y="99"/>
                  <a:pt x="224" y="102"/>
                  <a:pt x="223" y="104"/>
                </a:cubicBezTo>
                <a:cubicBezTo>
                  <a:pt x="222" y="104"/>
                  <a:pt x="222" y="104"/>
                  <a:pt x="222" y="103"/>
                </a:cubicBezTo>
                <a:cubicBezTo>
                  <a:pt x="222" y="105"/>
                  <a:pt x="222" y="107"/>
                  <a:pt x="220" y="108"/>
                </a:cubicBezTo>
                <a:cubicBezTo>
                  <a:pt x="220" y="106"/>
                  <a:pt x="220" y="106"/>
                  <a:pt x="220" y="106"/>
                </a:cubicBezTo>
                <a:cubicBezTo>
                  <a:pt x="218" y="109"/>
                  <a:pt x="216" y="111"/>
                  <a:pt x="216" y="113"/>
                </a:cubicBezTo>
                <a:cubicBezTo>
                  <a:pt x="220" y="111"/>
                  <a:pt x="224" y="107"/>
                  <a:pt x="227" y="104"/>
                </a:cubicBezTo>
                <a:cubicBezTo>
                  <a:pt x="225" y="100"/>
                  <a:pt x="224" y="97"/>
                  <a:pt x="222" y="94"/>
                </a:cubicBezTo>
                <a:cubicBezTo>
                  <a:pt x="223" y="91"/>
                  <a:pt x="226" y="88"/>
                  <a:pt x="229" y="87"/>
                </a:cubicBezTo>
                <a:cubicBezTo>
                  <a:pt x="229" y="88"/>
                  <a:pt x="229" y="88"/>
                  <a:pt x="229" y="88"/>
                </a:cubicBezTo>
                <a:cubicBezTo>
                  <a:pt x="230" y="87"/>
                  <a:pt x="231" y="86"/>
                  <a:pt x="232" y="85"/>
                </a:cubicBezTo>
                <a:cubicBezTo>
                  <a:pt x="233" y="85"/>
                  <a:pt x="232" y="87"/>
                  <a:pt x="233" y="87"/>
                </a:cubicBezTo>
                <a:cubicBezTo>
                  <a:pt x="236" y="83"/>
                  <a:pt x="236" y="83"/>
                  <a:pt x="236" y="83"/>
                </a:cubicBezTo>
                <a:cubicBezTo>
                  <a:pt x="237" y="85"/>
                  <a:pt x="234" y="87"/>
                  <a:pt x="233" y="89"/>
                </a:cubicBezTo>
                <a:cubicBezTo>
                  <a:pt x="233" y="87"/>
                  <a:pt x="233" y="87"/>
                  <a:pt x="233" y="87"/>
                </a:cubicBezTo>
                <a:cubicBezTo>
                  <a:pt x="231" y="88"/>
                  <a:pt x="231" y="93"/>
                  <a:pt x="228" y="92"/>
                </a:cubicBezTo>
                <a:cubicBezTo>
                  <a:pt x="228" y="93"/>
                  <a:pt x="228" y="89"/>
                  <a:pt x="226" y="91"/>
                </a:cubicBezTo>
                <a:cubicBezTo>
                  <a:pt x="223" y="92"/>
                  <a:pt x="225" y="94"/>
                  <a:pt x="225" y="95"/>
                </a:cubicBezTo>
                <a:cubicBezTo>
                  <a:pt x="226" y="96"/>
                  <a:pt x="228" y="94"/>
                  <a:pt x="228" y="95"/>
                </a:cubicBezTo>
                <a:cubicBezTo>
                  <a:pt x="230" y="94"/>
                  <a:pt x="229" y="93"/>
                  <a:pt x="231" y="92"/>
                </a:cubicBezTo>
                <a:cubicBezTo>
                  <a:pt x="230" y="93"/>
                  <a:pt x="230" y="96"/>
                  <a:pt x="228" y="96"/>
                </a:cubicBezTo>
                <a:cubicBezTo>
                  <a:pt x="227" y="100"/>
                  <a:pt x="231" y="103"/>
                  <a:pt x="233" y="102"/>
                </a:cubicBezTo>
                <a:cubicBezTo>
                  <a:pt x="231" y="101"/>
                  <a:pt x="236" y="96"/>
                  <a:pt x="231" y="98"/>
                </a:cubicBezTo>
                <a:cubicBezTo>
                  <a:pt x="231" y="95"/>
                  <a:pt x="234" y="92"/>
                  <a:pt x="235" y="90"/>
                </a:cubicBezTo>
                <a:cubicBezTo>
                  <a:pt x="235" y="90"/>
                  <a:pt x="235" y="90"/>
                  <a:pt x="235" y="90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37" y="88"/>
                  <a:pt x="236" y="89"/>
                  <a:pt x="237" y="90"/>
                </a:cubicBezTo>
                <a:cubicBezTo>
                  <a:pt x="238" y="85"/>
                  <a:pt x="238" y="85"/>
                  <a:pt x="238" y="85"/>
                </a:cubicBezTo>
                <a:cubicBezTo>
                  <a:pt x="238" y="88"/>
                  <a:pt x="240" y="85"/>
                  <a:pt x="242" y="84"/>
                </a:cubicBezTo>
                <a:cubicBezTo>
                  <a:pt x="241" y="83"/>
                  <a:pt x="241" y="81"/>
                  <a:pt x="240" y="81"/>
                </a:cubicBezTo>
                <a:cubicBezTo>
                  <a:pt x="237" y="82"/>
                  <a:pt x="239" y="83"/>
                  <a:pt x="238" y="84"/>
                </a:cubicBezTo>
                <a:cubicBezTo>
                  <a:pt x="238" y="81"/>
                  <a:pt x="238" y="81"/>
                  <a:pt x="238" y="81"/>
                </a:cubicBezTo>
                <a:cubicBezTo>
                  <a:pt x="238" y="81"/>
                  <a:pt x="238" y="81"/>
                  <a:pt x="238" y="81"/>
                </a:cubicBezTo>
                <a:cubicBezTo>
                  <a:pt x="238" y="78"/>
                  <a:pt x="238" y="78"/>
                  <a:pt x="238" y="78"/>
                </a:cubicBezTo>
                <a:cubicBezTo>
                  <a:pt x="241" y="76"/>
                  <a:pt x="240" y="82"/>
                  <a:pt x="242" y="78"/>
                </a:cubicBezTo>
                <a:cubicBezTo>
                  <a:pt x="240" y="76"/>
                  <a:pt x="240" y="76"/>
                  <a:pt x="240" y="76"/>
                </a:cubicBezTo>
                <a:cubicBezTo>
                  <a:pt x="243" y="73"/>
                  <a:pt x="250" y="71"/>
                  <a:pt x="252" y="68"/>
                </a:cubicBezTo>
                <a:cubicBezTo>
                  <a:pt x="252" y="70"/>
                  <a:pt x="254" y="72"/>
                  <a:pt x="256" y="72"/>
                </a:cubicBezTo>
                <a:cubicBezTo>
                  <a:pt x="254" y="73"/>
                  <a:pt x="252" y="75"/>
                  <a:pt x="251" y="76"/>
                </a:cubicBezTo>
                <a:cubicBezTo>
                  <a:pt x="250" y="76"/>
                  <a:pt x="250" y="72"/>
                  <a:pt x="253" y="71"/>
                </a:cubicBezTo>
                <a:cubicBezTo>
                  <a:pt x="248" y="68"/>
                  <a:pt x="250" y="77"/>
                  <a:pt x="247" y="74"/>
                </a:cubicBezTo>
                <a:cubicBezTo>
                  <a:pt x="241" y="77"/>
                  <a:pt x="247" y="80"/>
                  <a:pt x="241" y="82"/>
                </a:cubicBezTo>
                <a:cubicBezTo>
                  <a:pt x="243" y="83"/>
                  <a:pt x="241" y="84"/>
                  <a:pt x="242" y="85"/>
                </a:cubicBezTo>
                <a:cubicBezTo>
                  <a:pt x="246" y="87"/>
                  <a:pt x="247" y="80"/>
                  <a:pt x="250" y="79"/>
                </a:cubicBezTo>
                <a:cubicBezTo>
                  <a:pt x="250" y="79"/>
                  <a:pt x="250" y="80"/>
                  <a:pt x="250" y="80"/>
                </a:cubicBezTo>
                <a:cubicBezTo>
                  <a:pt x="252" y="79"/>
                  <a:pt x="252" y="78"/>
                  <a:pt x="253" y="76"/>
                </a:cubicBezTo>
                <a:cubicBezTo>
                  <a:pt x="253" y="76"/>
                  <a:pt x="253" y="76"/>
                  <a:pt x="253" y="76"/>
                </a:cubicBezTo>
                <a:cubicBezTo>
                  <a:pt x="253" y="73"/>
                  <a:pt x="255" y="76"/>
                  <a:pt x="257" y="76"/>
                </a:cubicBezTo>
                <a:cubicBezTo>
                  <a:pt x="257" y="75"/>
                  <a:pt x="259" y="74"/>
                  <a:pt x="258" y="73"/>
                </a:cubicBezTo>
                <a:cubicBezTo>
                  <a:pt x="261" y="72"/>
                  <a:pt x="261" y="72"/>
                  <a:pt x="261" y="72"/>
                </a:cubicBezTo>
                <a:cubicBezTo>
                  <a:pt x="260" y="71"/>
                  <a:pt x="260" y="71"/>
                  <a:pt x="260" y="71"/>
                </a:cubicBezTo>
                <a:cubicBezTo>
                  <a:pt x="261" y="69"/>
                  <a:pt x="262" y="70"/>
                  <a:pt x="262" y="68"/>
                </a:cubicBezTo>
                <a:cubicBezTo>
                  <a:pt x="261" y="66"/>
                  <a:pt x="261" y="66"/>
                  <a:pt x="261" y="66"/>
                </a:cubicBezTo>
                <a:cubicBezTo>
                  <a:pt x="257" y="69"/>
                  <a:pt x="257" y="69"/>
                  <a:pt x="257" y="69"/>
                </a:cubicBezTo>
                <a:cubicBezTo>
                  <a:pt x="258" y="67"/>
                  <a:pt x="256" y="67"/>
                  <a:pt x="258" y="65"/>
                </a:cubicBezTo>
                <a:cubicBezTo>
                  <a:pt x="257" y="69"/>
                  <a:pt x="260" y="65"/>
                  <a:pt x="261" y="66"/>
                </a:cubicBezTo>
                <a:cubicBezTo>
                  <a:pt x="262" y="64"/>
                  <a:pt x="262" y="64"/>
                  <a:pt x="262" y="64"/>
                </a:cubicBezTo>
                <a:cubicBezTo>
                  <a:pt x="262" y="64"/>
                  <a:pt x="262" y="64"/>
                  <a:pt x="262" y="64"/>
                </a:cubicBezTo>
                <a:cubicBezTo>
                  <a:pt x="264" y="64"/>
                  <a:pt x="262" y="63"/>
                  <a:pt x="264" y="62"/>
                </a:cubicBezTo>
                <a:cubicBezTo>
                  <a:pt x="262" y="62"/>
                  <a:pt x="260" y="62"/>
                  <a:pt x="259" y="65"/>
                </a:cubicBezTo>
                <a:cubicBezTo>
                  <a:pt x="259" y="63"/>
                  <a:pt x="261" y="59"/>
                  <a:pt x="262" y="59"/>
                </a:cubicBezTo>
                <a:cubicBezTo>
                  <a:pt x="262" y="57"/>
                  <a:pt x="264" y="57"/>
                  <a:pt x="266" y="56"/>
                </a:cubicBezTo>
                <a:cubicBezTo>
                  <a:pt x="264" y="59"/>
                  <a:pt x="271" y="60"/>
                  <a:pt x="265" y="63"/>
                </a:cubicBezTo>
                <a:cubicBezTo>
                  <a:pt x="265" y="63"/>
                  <a:pt x="265" y="63"/>
                  <a:pt x="266" y="63"/>
                </a:cubicBezTo>
                <a:cubicBezTo>
                  <a:pt x="263" y="61"/>
                  <a:pt x="263" y="66"/>
                  <a:pt x="263" y="67"/>
                </a:cubicBezTo>
                <a:cubicBezTo>
                  <a:pt x="264" y="68"/>
                  <a:pt x="263" y="69"/>
                  <a:pt x="266" y="68"/>
                </a:cubicBezTo>
                <a:cubicBezTo>
                  <a:pt x="264" y="68"/>
                  <a:pt x="265" y="64"/>
                  <a:pt x="267" y="64"/>
                </a:cubicBezTo>
                <a:cubicBezTo>
                  <a:pt x="269" y="66"/>
                  <a:pt x="269" y="66"/>
                  <a:pt x="269" y="66"/>
                </a:cubicBezTo>
                <a:cubicBezTo>
                  <a:pt x="272" y="64"/>
                  <a:pt x="272" y="64"/>
                  <a:pt x="272" y="64"/>
                </a:cubicBezTo>
                <a:cubicBezTo>
                  <a:pt x="272" y="64"/>
                  <a:pt x="272" y="64"/>
                  <a:pt x="272" y="64"/>
                </a:cubicBezTo>
                <a:cubicBezTo>
                  <a:pt x="275" y="65"/>
                  <a:pt x="275" y="61"/>
                  <a:pt x="277" y="61"/>
                </a:cubicBezTo>
                <a:cubicBezTo>
                  <a:pt x="278" y="58"/>
                  <a:pt x="283" y="54"/>
                  <a:pt x="278" y="54"/>
                </a:cubicBezTo>
                <a:cubicBezTo>
                  <a:pt x="281" y="54"/>
                  <a:pt x="281" y="51"/>
                  <a:pt x="282" y="49"/>
                </a:cubicBezTo>
                <a:cubicBezTo>
                  <a:pt x="279" y="50"/>
                  <a:pt x="279" y="50"/>
                  <a:pt x="279" y="50"/>
                </a:cubicBezTo>
                <a:cubicBezTo>
                  <a:pt x="280" y="46"/>
                  <a:pt x="280" y="47"/>
                  <a:pt x="280" y="43"/>
                </a:cubicBezTo>
                <a:cubicBezTo>
                  <a:pt x="281" y="43"/>
                  <a:pt x="282" y="43"/>
                  <a:pt x="282" y="44"/>
                </a:cubicBezTo>
                <a:cubicBezTo>
                  <a:pt x="285" y="41"/>
                  <a:pt x="291" y="37"/>
                  <a:pt x="291" y="33"/>
                </a:cubicBezTo>
                <a:cubicBezTo>
                  <a:pt x="293" y="31"/>
                  <a:pt x="296" y="33"/>
                  <a:pt x="299" y="29"/>
                </a:cubicBezTo>
                <a:cubicBezTo>
                  <a:pt x="299" y="28"/>
                  <a:pt x="296" y="27"/>
                  <a:pt x="299" y="26"/>
                </a:cubicBezTo>
                <a:cubicBezTo>
                  <a:pt x="299" y="26"/>
                  <a:pt x="298" y="30"/>
                  <a:pt x="301" y="27"/>
                </a:cubicBezTo>
                <a:cubicBezTo>
                  <a:pt x="301" y="24"/>
                  <a:pt x="306" y="24"/>
                  <a:pt x="306" y="20"/>
                </a:cubicBezTo>
                <a:cubicBezTo>
                  <a:pt x="308" y="20"/>
                  <a:pt x="310" y="17"/>
                  <a:pt x="311" y="19"/>
                </a:cubicBezTo>
                <a:cubicBezTo>
                  <a:pt x="309" y="21"/>
                  <a:pt x="307" y="24"/>
                  <a:pt x="307" y="25"/>
                </a:cubicBezTo>
                <a:cubicBezTo>
                  <a:pt x="306" y="24"/>
                  <a:pt x="305" y="25"/>
                  <a:pt x="305" y="23"/>
                </a:cubicBezTo>
                <a:cubicBezTo>
                  <a:pt x="301" y="25"/>
                  <a:pt x="304" y="26"/>
                  <a:pt x="301" y="28"/>
                </a:cubicBezTo>
                <a:cubicBezTo>
                  <a:pt x="301" y="29"/>
                  <a:pt x="304" y="28"/>
                  <a:pt x="304" y="27"/>
                </a:cubicBezTo>
                <a:cubicBezTo>
                  <a:pt x="306" y="29"/>
                  <a:pt x="300" y="33"/>
                  <a:pt x="305" y="33"/>
                </a:cubicBezTo>
                <a:cubicBezTo>
                  <a:pt x="307" y="31"/>
                  <a:pt x="304" y="26"/>
                  <a:pt x="309" y="25"/>
                </a:cubicBezTo>
                <a:cubicBezTo>
                  <a:pt x="309" y="27"/>
                  <a:pt x="306" y="28"/>
                  <a:pt x="307" y="31"/>
                </a:cubicBezTo>
                <a:cubicBezTo>
                  <a:pt x="310" y="30"/>
                  <a:pt x="310" y="30"/>
                  <a:pt x="310" y="30"/>
                </a:cubicBezTo>
                <a:cubicBezTo>
                  <a:pt x="310" y="27"/>
                  <a:pt x="310" y="27"/>
                  <a:pt x="310" y="27"/>
                </a:cubicBezTo>
                <a:cubicBezTo>
                  <a:pt x="310" y="28"/>
                  <a:pt x="310" y="28"/>
                  <a:pt x="310" y="28"/>
                </a:cubicBezTo>
                <a:cubicBezTo>
                  <a:pt x="315" y="26"/>
                  <a:pt x="311" y="22"/>
                  <a:pt x="313" y="18"/>
                </a:cubicBezTo>
                <a:cubicBezTo>
                  <a:pt x="310" y="19"/>
                  <a:pt x="310" y="15"/>
                  <a:pt x="308" y="15"/>
                </a:cubicBezTo>
                <a:cubicBezTo>
                  <a:pt x="310" y="13"/>
                  <a:pt x="312" y="12"/>
                  <a:pt x="314" y="14"/>
                </a:cubicBezTo>
                <a:cubicBezTo>
                  <a:pt x="312" y="19"/>
                  <a:pt x="316" y="16"/>
                  <a:pt x="314" y="21"/>
                </a:cubicBezTo>
                <a:cubicBezTo>
                  <a:pt x="315" y="21"/>
                  <a:pt x="316" y="25"/>
                  <a:pt x="318" y="23"/>
                </a:cubicBezTo>
                <a:cubicBezTo>
                  <a:pt x="319" y="19"/>
                  <a:pt x="316" y="22"/>
                  <a:pt x="318" y="19"/>
                </a:cubicBezTo>
                <a:cubicBezTo>
                  <a:pt x="318" y="19"/>
                  <a:pt x="318" y="19"/>
                  <a:pt x="319" y="20"/>
                </a:cubicBezTo>
                <a:cubicBezTo>
                  <a:pt x="319" y="17"/>
                  <a:pt x="320" y="19"/>
                  <a:pt x="320" y="16"/>
                </a:cubicBezTo>
                <a:cubicBezTo>
                  <a:pt x="321" y="17"/>
                  <a:pt x="321" y="17"/>
                  <a:pt x="321" y="17"/>
                </a:cubicBezTo>
                <a:cubicBezTo>
                  <a:pt x="323" y="17"/>
                  <a:pt x="321" y="14"/>
                  <a:pt x="324" y="14"/>
                </a:cubicBezTo>
                <a:cubicBezTo>
                  <a:pt x="322" y="13"/>
                  <a:pt x="323" y="12"/>
                  <a:pt x="323" y="10"/>
                </a:cubicBezTo>
                <a:cubicBezTo>
                  <a:pt x="321" y="11"/>
                  <a:pt x="319" y="9"/>
                  <a:pt x="316" y="12"/>
                </a:cubicBezTo>
                <a:cubicBezTo>
                  <a:pt x="317" y="14"/>
                  <a:pt x="318" y="14"/>
                  <a:pt x="317" y="16"/>
                </a:cubicBezTo>
                <a:cubicBezTo>
                  <a:pt x="319" y="14"/>
                  <a:pt x="319" y="14"/>
                  <a:pt x="319" y="14"/>
                </a:cubicBezTo>
                <a:cubicBezTo>
                  <a:pt x="318" y="15"/>
                  <a:pt x="318" y="15"/>
                  <a:pt x="318" y="16"/>
                </a:cubicBezTo>
                <a:cubicBezTo>
                  <a:pt x="316" y="17"/>
                  <a:pt x="316" y="17"/>
                  <a:pt x="316" y="17"/>
                </a:cubicBezTo>
                <a:cubicBezTo>
                  <a:pt x="317" y="14"/>
                  <a:pt x="315" y="14"/>
                  <a:pt x="315" y="11"/>
                </a:cubicBezTo>
                <a:cubicBezTo>
                  <a:pt x="317" y="10"/>
                  <a:pt x="316" y="9"/>
                  <a:pt x="318" y="9"/>
                </a:cubicBezTo>
                <a:cubicBezTo>
                  <a:pt x="319" y="10"/>
                  <a:pt x="325" y="8"/>
                  <a:pt x="328" y="6"/>
                </a:cubicBezTo>
                <a:cubicBezTo>
                  <a:pt x="328" y="7"/>
                  <a:pt x="327" y="7"/>
                  <a:pt x="327" y="7"/>
                </a:cubicBezTo>
                <a:cubicBezTo>
                  <a:pt x="326" y="10"/>
                  <a:pt x="330" y="8"/>
                  <a:pt x="330" y="8"/>
                </a:cubicBezTo>
                <a:cubicBezTo>
                  <a:pt x="330" y="6"/>
                  <a:pt x="330" y="6"/>
                  <a:pt x="330" y="6"/>
                </a:cubicBezTo>
                <a:cubicBezTo>
                  <a:pt x="330" y="6"/>
                  <a:pt x="330" y="7"/>
                  <a:pt x="331" y="7"/>
                </a:cubicBezTo>
                <a:cubicBezTo>
                  <a:pt x="333" y="5"/>
                  <a:pt x="331" y="3"/>
                  <a:pt x="332" y="1"/>
                </a:cubicBezTo>
                <a:cubicBezTo>
                  <a:pt x="333" y="2"/>
                  <a:pt x="333" y="5"/>
                  <a:pt x="335" y="4"/>
                </a:cubicBezTo>
                <a:cubicBezTo>
                  <a:pt x="336" y="5"/>
                  <a:pt x="339" y="6"/>
                  <a:pt x="341" y="3"/>
                </a:cubicBezTo>
                <a:cubicBezTo>
                  <a:pt x="340" y="2"/>
                  <a:pt x="341" y="1"/>
                  <a:pt x="341" y="0"/>
                </a:cubicBezTo>
                <a:cubicBezTo>
                  <a:pt x="341" y="1"/>
                  <a:pt x="341" y="1"/>
                  <a:pt x="341" y="1"/>
                </a:cubicBezTo>
                <a:cubicBezTo>
                  <a:pt x="344" y="0"/>
                  <a:pt x="344" y="0"/>
                  <a:pt x="344" y="0"/>
                </a:cubicBezTo>
                <a:cubicBezTo>
                  <a:pt x="344" y="3"/>
                  <a:pt x="340" y="2"/>
                  <a:pt x="341" y="5"/>
                </a:cubicBezTo>
                <a:cubicBezTo>
                  <a:pt x="342" y="7"/>
                  <a:pt x="342" y="7"/>
                  <a:pt x="342" y="7"/>
                </a:cubicBezTo>
                <a:cubicBezTo>
                  <a:pt x="341" y="8"/>
                  <a:pt x="340" y="10"/>
                  <a:pt x="341" y="11"/>
                </a:cubicBezTo>
                <a:cubicBezTo>
                  <a:pt x="342" y="10"/>
                  <a:pt x="342" y="9"/>
                  <a:pt x="344" y="7"/>
                </a:cubicBezTo>
                <a:cubicBezTo>
                  <a:pt x="345" y="8"/>
                  <a:pt x="344" y="10"/>
                  <a:pt x="344" y="10"/>
                </a:cubicBezTo>
                <a:cubicBezTo>
                  <a:pt x="344" y="9"/>
                  <a:pt x="344" y="9"/>
                  <a:pt x="344" y="9"/>
                </a:cubicBezTo>
                <a:cubicBezTo>
                  <a:pt x="340" y="10"/>
                  <a:pt x="342" y="13"/>
                  <a:pt x="339" y="16"/>
                </a:cubicBezTo>
                <a:cubicBezTo>
                  <a:pt x="339" y="16"/>
                  <a:pt x="339" y="16"/>
                  <a:pt x="339" y="15"/>
                </a:cubicBezTo>
                <a:cubicBezTo>
                  <a:pt x="338" y="19"/>
                  <a:pt x="334" y="19"/>
                  <a:pt x="334" y="22"/>
                </a:cubicBezTo>
                <a:cubicBezTo>
                  <a:pt x="334" y="21"/>
                  <a:pt x="334" y="21"/>
                  <a:pt x="334" y="21"/>
                </a:cubicBezTo>
                <a:cubicBezTo>
                  <a:pt x="333" y="23"/>
                  <a:pt x="332" y="27"/>
                  <a:pt x="331" y="31"/>
                </a:cubicBezTo>
                <a:cubicBezTo>
                  <a:pt x="332" y="32"/>
                  <a:pt x="332" y="32"/>
                  <a:pt x="332" y="32"/>
                </a:cubicBezTo>
                <a:cubicBezTo>
                  <a:pt x="332" y="32"/>
                  <a:pt x="331" y="33"/>
                  <a:pt x="330" y="33"/>
                </a:cubicBezTo>
                <a:cubicBezTo>
                  <a:pt x="330" y="33"/>
                  <a:pt x="330" y="33"/>
                  <a:pt x="330" y="33"/>
                </a:cubicBezTo>
                <a:cubicBezTo>
                  <a:pt x="330" y="35"/>
                  <a:pt x="329" y="37"/>
                  <a:pt x="329" y="38"/>
                </a:cubicBezTo>
                <a:cubicBezTo>
                  <a:pt x="329" y="39"/>
                  <a:pt x="330" y="38"/>
                  <a:pt x="331" y="38"/>
                </a:cubicBezTo>
                <a:cubicBezTo>
                  <a:pt x="330" y="37"/>
                  <a:pt x="333" y="35"/>
                  <a:pt x="331" y="34"/>
                </a:cubicBezTo>
                <a:cubicBezTo>
                  <a:pt x="333" y="34"/>
                  <a:pt x="334" y="31"/>
                  <a:pt x="335" y="30"/>
                </a:cubicBezTo>
                <a:cubicBezTo>
                  <a:pt x="333" y="31"/>
                  <a:pt x="335" y="28"/>
                  <a:pt x="334" y="27"/>
                </a:cubicBezTo>
                <a:cubicBezTo>
                  <a:pt x="336" y="27"/>
                  <a:pt x="336" y="24"/>
                  <a:pt x="338" y="26"/>
                </a:cubicBezTo>
                <a:cubicBezTo>
                  <a:pt x="338" y="26"/>
                  <a:pt x="336" y="26"/>
                  <a:pt x="336" y="27"/>
                </a:cubicBezTo>
                <a:cubicBezTo>
                  <a:pt x="336" y="30"/>
                  <a:pt x="340" y="25"/>
                  <a:pt x="339" y="29"/>
                </a:cubicBezTo>
                <a:cubicBezTo>
                  <a:pt x="341" y="25"/>
                  <a:pt x="344" y="22"/>
                  <a:pt x="346" y="19"/>
                </a:cubicBezTo>
                <a:cubicBezTo>
                  <a:pt x="344" y="19"/>
                  <a:pt x="344" y="19"/>
                  <a:pt x="344" y="19"/>
                </a:cubicBezTo>
                <a:cubicBezTo>
                  <a:pt x="345" y="19"/>
                  <a:pt x="348" y="16"/>
                  <a:pt x="348" y="16"/>
                </a:cubicBezTo>
                <a:cubicBezTo>
                  <a:pt x="348" y="17"/>
                  <a:pt x="347" y="18"/>
                  <a:pt x="346" y="19"/>
                </a:cubicBezTo>
                <a:cubicBezTo>
                  <a:pt x="347" y="21"/>
                  <a:pt x="348" y="17"/>
                  <a:pt x="350" y="18"/>
                </a:cubicBezTo>
                <a:cubicBezTo>
                  <a:pt x="350" y="12"/>
                  <a:pt x="350" y="12"/>
                  <a:pt x="350" y="12"/>
                </a:cubicBezTo>
                <a:cubicBezTo>
                  <a:pt x="349" y="13"/>
                  <a:pt x="349" y="13"/>
                  <a:pt x="349" y="13"/>
                </a:cubicBezTo>
                <a:cubicBezTo>
                  <a:pt x="349" y="11"/>
                  <a:pt x="353" y="10"/>
                  <a:pt x="355" y="8"/>
                </a:cubicBezTo>
                <a:cubicBezTo>
                  <a:pt x="356" y="11"/>
                  <a:pt x="352" y="11"/>
                  <a:pt x="350" y="14"/>
                </a:cubicBezTo>
                <a:cubicBezTo>
                  <a:pt x="350" y="16"/>
                  <a:pt x="353" y="15"/>
                  <a:pt x="352" y="17"/>
                </a:cubicBezTo>
                <a:cubicBezTo>
                  <a:pt x="353" y="17"/>
                  <a:pt x="354" y="16"/>
                  <a:pt x="354" y="15"/>
                </a:cubicBezTo>
                <a:cubicBezTo>
                  <a:pt x="355" y="15"/>
                  <a:pt x="355" y="15"/>
                  <a:pt x="355" y="15"/>
                </a:cubicBezTo>
                <a:cubicBezTo>
                  <a:pt x="356" y="18"/>
                  <a:pt x="352" y="21"/>
                  <a:pt x="352" y="24"/>
                </a:cubicBezTo>
                <a:cubicBezTo>
                  <a:pt x="352" y="24"/>
                  <a:pt x="352" y="24"/>
                  <a:pt x="351" y="23"/>
                </a:cubicBezTo>
                <a:cubicBezTo>
                  <a:pt x="349" y="24"/>
                  <a:pt x="348" y="26"/>
                  <a:pt x="347" y="28"/>
                </a:cubicBezTo>
                <a:cubicBezTo>
                  <a:pt x="348" y="28"/>
                  <a:pt x="348" y="27"/>
                  <a:pt x="348" y="26"/>
                </a:cubicBezTo>
                <a:cubicBezTo>
                  <a:pt x="349" y="27"/>
                  <a:pt x="347" y="28"/>
                  <a:pt x="347" y="29"/>
                </a:cubicBezTo>
                <a:cubicBezTo>
                  <a:pt x="349" y="28"/>
                  <a:pt x="349" y="30"/>
                  <a:pt x="350" y="30"/>
                </a:cubicBezTo>
                <a:cubicBezTo>
                  <a:pt x="349" y="31"/>
                  <a:pt x="349" y="32"/>
                  <a:pt x="347" y="32"/>
                </a:cubicBezTo>
                <a:cubicBezTo>
                  <a:pt x="346" y="32"/>
                  <a:pt x="347" y="31"/>
                  <a:pt x="346" y="30"/>
                </a:cubicBezTo>
                <a:cubicBezTo>
                  <a:pt x="345" y="32"/>
                  <a:pt x="342" y="30"/>
                  <a:pt x="342" y="33"/>
                </a:cubicBezTo>
                <a:cubicBezTo>
                  <a:pt x="344" y="31"/>
                  <a:pt x="343" y="36"/>
                  <a:pt x="343" y="37"/>
                </a:cubicBezTo>
                <a:cubicBezTo>
                  <a:pt x="343" y="37"/>
                  <a:pt x="343" y="37"/>
                  <a:pt x="343" y="37"/>
                </a:cubicBezTo>
                <a:cubicBezTo>
                  <a:pt x="344" y="39"/>
                  <a:pt x="343" y="39"/>
                  <a:pt x="342" y="39"/>
                </a:cubicBezTo>
                <a:cubicBezTo>
                  <a:pt x="342" y="37"/>
                  <a:pt x="343" y="37"/>
                  <a:pt x="342" y="36"/>
                </a:cubicBezTo>
                <a:cubicBezTo>
                  <a:pt x="341" y="37"/>
                  <a:pt x="341" y="37"/>
                  <a:pt x="340" y="38"/>
                </a:cubicBezTo>
                <a:cubicBezTo>
                  <a:pt x="340" y="37"/>
                  <a:pt x="340" y="37"/>
                  <a:pt x="340" y="37"/>
                </a:cubicBezTo>
                <a:cubicBezTo>
                  <a:pt x="338" y="40"/>
                  <a:pt x="338" y="40"/>
                  <a:pt x="338" y="40"/>
                </a:cubicBezTo>
                <a:cubicBezTo>
                  <a:pt x="338" y="42"/>
                  <a:pt x="339" y="44"/>
                  <a:pt x="340" y="46"/>
                </a:cubicBezTo>
                <a:cubicBezTo>
                  <a:pt x="338" y="45"/>
                  <a:pt x="338" y="47"/>
                  <a:pt x="337" y="48"/>
                </a:cubicBezTo>
                <a:cubicBezTo>
                  <a:pt x="337" y="47"/>
                  <a:pt x="337" y="47"/>
                  <a:pt x="337" y="47"/>
                </a:cubicBezTo>
                <a:cubicBezTo>
                  <a:pt x="335" y="48"/>
                  <a:pt x="333" y="52"/>
                  <a:pt x="333" y="53"/>
                </a:cubicBezTo>
                <a:cubicBezTo>
                  <a:pt x="332" y="53"/>
                  <a:pt x="335" y="41"/>
                  <a:pt x="329" y="48"/>
                </a:cubicBezTo>
                <a:cubicBezTo>
                  <a:pt x="326" y="51"/>
                  <a:pt x="330" y="52"/>
                  <a:pt x="329" y="55"/>
                </a:cubicBezTo>
                <a:cubicBezTo>
                  <a:pt x="329" y="54"/>
                  <a:pt x="329" y="54"/>
                  <a:pt x="329" y="54"/>
                </a:cubicBezTo>
                <a:cubicBezTo>
                  <a:pt x="327" y="55"/>
                  <a:pt x="328" y="56"/>
                  <a:pt x="328" y="58"/>
                </a:cubicBezTo>
                <a:cubicBezTo>
                  <a:pt x="329" y="58"/>
                  <a:pt x="330" y="57"/>
                  <a:pt x="330" y="56"/>
                </a:cubicBezTo>
                <a:cubicBezTo>
                  <a:pt x="331" y="57"/>
                  <a:pt x="327" y="58"/>
                  <a:pt x="327" y="60"/>
                </a:cubicBezTo>
                <a:cubicBezTo>
                  <a:pt x="327" y="57"/>
                  <a:pt x="325" y="61"/>
                  <a:pt x="325" y="60"/>
                </a:cubicBezTo>
                <a:cubicBezTo>
                  <a:pt x="321" y="61"/>
                  <a:pt x="320" y="65"/>
                  <a:pt x="320" y="67"/>
                </a:cubicBezTo>
                <a:cubicBezTo>
                  <a:pt x="317" y="66"/>
                  <a:pt x="318" y="70"/>
                  <a:pt x="314" y="71"/>
                </a:cubicBezTo>
                <a:cubicBezTo>
                  <a:pt x="315" y="71"/>
                  <a:pt x="315" y="70"/>
                  <a:pt x="316" y="70"/>
                </a:cubicBezTo>
                <a:cubicBezTo>
                  <a:pt x="316" y="67"/>
                  <a:pt x="313" y="72"/>
                  <a:pt x="314" y="68"/>
                </a:cubicBezTo>
                <a:cubicBezTo>
                  <a:pt x="313" y="69"/>
                  <a:pt x="314" y="69"/>
                  <a:pt x="315" y="68"/>
                </a:cubicBezTo>
                <a:cubicBezTo>
                  <a:pt x="315" y="67"/>
                  <a:pt x="315" y="66"/>
                  <a:pt x="315" y="65"/>
                </a:cubicBezTo>
                <a:cubicBezTo>
                  <a:pt x="311" y="66"/>
                  <a:pt x="311" y="66"/>
                  <a:pt x="311" y="66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07" y="66"/>
                  <a:pt x="307" y="66"/>
                  <a:pt x="307" y="66"/>
                </a:cubicBezTo>
                <a:cubicBezTo>
                  <a:pt x="308" y="67"/>
                  <a:pt x="308" y="67"/>
                  <a:pt x="308" y="67"/>
                </a:cubicBezTo>
                <a:cubicBezTo>
                  <a:pt x="304" y="70"/>
                  <a:pt x="301" y="75"/>
                  <a:pt x="297" y="78"/>
                </a:cubicBezTo>
                <a:cubicBezTo>
                  <a:pt x="301" y="82"/>
                  <a:pt x="291" y="87"/>
                  <a:pt x="291" y="92"/>
                </a:cubicBezTo>
                <a:cubicBezTo>
                  <a:pt x="291" y="90"/>
                  <a:pt x="289" y="88"/>
                  <a:pt x="288" y="87"/>
                </a:cubicBezTo>
                <a:cubicBezTo>
                  <a:pt x="288" y="87"/>
                  <a:pt x="288" y="84"/>
                  <a:pt x="289" y="83"/>
                </a:cubicBezTo>
                <a:cubicBezTo>
                  <a:pt x="290" y="83"/>
                  <a:pt x="293" y="82"/>
                  <a:pt x="292" y="84"/>
                </a:cubicBezTo>
                <a:cubicBezTo>
                  <a:pt x="295" y="80"/>
                  <a:pt x="290" y="83"/>
                  <a:pt x="290" y="80"/>
                </a:cubicBezTo>
                <a:cubicBezTo>
                  <a:pt x="286" y="85"/>
                  <a:pt x="286" y="89"/>
                  <a:pt x="285" y="93"/>
                </a:cubicBezTo>
                <a:cubicBezTo>
                  <a:pt x="284" y="92"/>
                  <a:pt x="284" y="92"/>
                  <a:pt x="284" y="92"/>
                </a:cubicBezTo>
                <a:cubicBezTo>
                  <a:pt x="283" y="95"/>
                  <a:pt x="283" y="95"/>
                  <a:pt x="283" y="95"/>
                </a:cubicBezTo>
                <a:cubicBezTo>
                  <a:pt x="285" y="94"/>
                  <a:pt x="287" y="96"/>
                  <a:pt x="284" y="97"/>
                </a:cubicBezTo>
                <a:cubicBezTo>
                  <a:pt x="284" y="97"/>
                  <a:pt x="284" y="97"/>
                  <a:pt x="284" y="97"/>
                </a:cubicBezTo>
                <a:cubicBezTo>
                  <a:pt x="282" y="97"/>
                  <a:pt x="281" y="100"/>
                  <a:pt x="279" y="102"/>
                </a:cubicBezTo>
                <a:cubicBezTo>
                  <a:pt x="279" y="104"/>
                  <a:pt x="279" y="104"/>
                  <a:pt x="279" y="104"/>
                </a:cubicBezTo>
                <a:cubicBezTo>
                  <a:pt x="277" y="106"/>
                  <a:pt x="275" y="104"/>
                  <a:pt x="273" y="103"/>
                </a:cubicBezTo>
                <a:cubicBezTo>
                  <a:pt x="270" y="105"/>
                  <a:pt x="270" y="109"/>
                  <a:pt x="270" y="112"/>
                </a:cubicBezTo>
                <a:cubicBezTo>
                  <a:pt x="268" y="112"/>
                  <a:pt x="263" y="116"/>
                  <a:pt x="264" y="112"/>
                </a:cubicBezTo>
                <a:cubicBezTo>
                  <a:pt x="263" y="116"/>
                  <a:pt x="269" y="121"/>
                  <a:pt x="262" y="122"/>
                </a:cubicBezTo>
                <a:cubicBezTo>
                  <a:pt x="262" y="120"/>
                  <a:pt x="262" y="120"/>
                  <a:pt x="262" y="120"/>
                </a:cubicBezTo>
                <a:cubicBezTo>
                  <a:pt x="258" y="124"/>
                  <a:pt x="254" y="132"/>
                  <a:pt x="251" y="133"/>
                </a:cubicBezTo>
                <a:cubicBezTo>
                  <a:pt x="249" y="127"/>
                  <a:pt x="242" y="134"/>
                  <a:pt x="238" y="131"/>
                </a:cubicBezTo>
                <a:cubicBezTo>
                  <a:pt x="239" y="132"/>
                  <a:pt x="238" y="133"/>
                  <a:pt x="238" y="134"/>
                </a:cubicBezTo>
                <a:cubicBezTo>
                  <a:pt x="237" y="134"/>
                  <a:pt x="236" y="134"/>
                  <a:pt x="236" y="135"/>
                </a:cubicBezTo>
                <a:cubicBezTo>
                  <a:pt x="239" y="135"/>
                  <a:pt x="239" y="140"/>
                  <a:pt x="241" y="136"/>
                </a:cubicBezTo>
                <a:cubicBezTo>
                  <a:pt x="242" y="140"/>
                  <a:pt x="241" y="144"/>
                  <a:pt x="238" y="147"/>
                </a:cubicBezTo>
                <a:cubicBezTo>
                  <a:pt x="237" y="145"/>
                  <a:pt x="237" y="145"/>
                  <a:pt x="237" y="145"/>
                </a:cubicBezTo>
                <a:cubicBezTo>
                  <a:pt x="240" y="143"/>
                  <a:pt x="240" y="143"/>
                  <a:pt x="240" y="143"/>
                </a:cubicBezTo>
                <a:cubicBezTo>
                  <a:pt x="238" y="142"/>
                  <a:pt x="240" y="141"/>
                  <a:pt x="240" y="140"/>
                </a:cubicBezTo>
                <a:cubicBezTo>
                  <a:pt x="234" y="144"/>
                  <a:pt x="237" y="136"/>
                  <a:pt x="232" y="141"/>
                </a:cubicBezTo>
                <a:cubicBezTo>
                  <a:pt x="233" y="142"/>
                  <a:pt x="233" y="142"/>
                  <a:pt x="232" y="143"/>
                </a:cubicBezTo>
                <a:cubicBezTo>
                  <a:pt x="232" y="143"/>
                  <a:pt x="231" y="142"/>
                  <a:pt x="230" y="143"/>
                </a:cubicBezTo>
                <a:cubicBezTo>
                  <a:pt x="230" y="145"/>
                  <a:pt x="230" y="145"/>
                  <a:pt x="230" y="145"/>
                </a:cubicBezTo>
                <a:cubicBezTo>
                  <a:pt x="226" y="144"/>
                  <a:pt x="232" y="140"/>
                  <a:pt x="229" y="140"/>
                </a:cubicBezTo>
                <a:cubicBezTo>
                  <a:pt x="229" y="137"/>
                  <a:pt x="232" y="133"/>
                  <a:pt x="230" y="132"/>
                </a:cubicBezTo>
                <a:cubicBezTo>
                  <a:pt x="226" y="134"/>
                  <a:pt x="230" y="138"/>
                  <a:pt x="226" y="140"/>
                </a:cubicBezTo>
                <a:cubicBezTo>
                  <a:pt x="225" y="140"/>
                  <a:pt x="225" y="140"/>
                  <a:pt x="225" y="140"/>
                </a:cubicBezTo>
                <a:cubicBezTo>
                  <a:pt x="224" y="142"/>
                  <a:pt x="225" y="143"/>
                  <a:pt x="226" y="145"/>
                </a:cubicBezTo>
                <a:cubicBezTo>
                  <a:pt x="225" y="144"/>
                  <a:pt x="224" y="144"/>
                  <a:pt x="224" y="145"/>
                </a:cubicBezTo>
                <a:cubicBezTo>
                  <a:pt x="223" y="149"/>
                  <a:pt x="223" y="150"/>
                  <a:pt x="223" y="154"/>
                </a:cubicBezTo>
                <a:cubicBezTo>
                  <a:pt x="226" y="148"/>
                  <a:pt x="228" y="152"/>
                  <a:pt x="232" y="145"/>
                </a:cubicBezTo>
                <a:cubicBezTo>
                  <a:pt x="232" y="147"/>
                  <a:pt x="229" y="151"/>
                  <a:pt x="231" y="153"/>
                </a:cubicBezTo>
                <a:cubicBezTo>
                  <a:pt x="229" y="151"/>
                  <a:pt x="229" y="151"/>
                  <a:pt x="229" y="151"/>
                </a:cubicBezTo>
                <a:cubicBezTo>
                  <a:pt x="228" y="154"/>
                  <a:pt x="227" y="156"/>
                  <a:pt x="225" y="158"/>
                </a:cubicBezTo>
                <a:cubicBezTo>
                  <a:pt x="225" y="156"/>
                  <a:pt x="225" y="156"/>
                  <a:pt x="225" y="156"/>
                </a:cubicBezTo>
                <a:cubicBezTo>
                  <a:pt x="224" y="159"/>
                  <a:pt x="219" y="158"/>
                  <a:pt x="219" y="162"/>
                </a:cubicBezTo>
                <a:cubicBezTo>
                  <a:pt x="220" y="162"/>
                  <a:pt x="220" y="161"/>
                  <a:pt x="221" y="160"/>
                </a:cubicBezTo>
                <a:cubicBezTo>
                  <a:pt x="220" y="162"/>
                  <a:pt x="218" y="164"/>
                  <a:pt x="216" y="165"/>
                </a:cubicBezTo>
                <a:cubicBezTo>
                  <a:pt x="216" y="171"/>
                  <a:pt x="216" y="171"/>
                  <a:pt x="216" y="171"/>
                </a:cubicBezTo>
                <a:cubicBezTo>
                  <a:pt x="215" y="170"/>
                  <a:pt x="213" y="172"/>
                  <a:pt x="213" y="170"/>
                </a:cubicBezTo>
                <a:cubicBezTo>
                  <a:pt x="209" y="171"/>
                  <a:pt x="210" y="174"/>
                  <a:pt x="209" y="176"/>
                </a:cubicBezTo>
                <a:cubicBezTo>
                  <a:pt x="206" y="177"/>
                  <a:pt x="211" y="173"/>
                  <a:pt x="209" y="171"/>
                </a:cubicBezTo>
                <a:cubicBezTo>
                  <a:pt x="205" y="173"/>
                  <a:pt x="202" y="177"/>
                  <a:pt x="202" y="180"/>
                </a:cubicBezTo>
                <a:cubicBezTo>
                  <a:pt x="203" y="180"/>
                  <a:pt x="203" y="180"/>
                  <a:pt x="204" y="180"/>
                </a:cubicBezTo>
                <a:cubicBezTo>
                  <a:pt x="203" y="180"/>
                  <a:pt x="202" y="182"/>
                  <a:pt x="201" y="182"/>
                </a:cubicBezTo>
                <a:cubicBezTo>
                  <a:pt x="202" y="184"/>
                  <a:pt x="202" y="184"/>
                  <a:pt x="202" y="184"/>
                </a:cubicBezTo>
                <a:cubicBezTo>
                  <a:pt x="200" y="184"/>
                  <a:pt x="199" y="183"/>
                  <a:pt x="200" y="182"/>
                </a:cubicBezTo>
                <a:cubicBezTo>
                  <a:pt x="198" y="183"/>
                  <a:pt x="199" y="186"/>
                  <a:pt x="196" y="186"/>
                </a:cubicBezTo>
                <a:cubicBezTo>
                  <a:pt x="197" y="183"/>
                  <a:pt x="201" y="181"/>
                  <a:pt x="201" y="179"/>
                </a:cubicBezTo>
                <a:cubicBezTo>
                  <a:pt x="198" y="184"/>
                  <a:pt x="194" y="180"/>
                  <a:pt x="190" y="187"/>
                </a:cubicBezTo>
                <a:cubicBezTo>
                  <a:pt x="189" y="186"/>
                  <a:pt x="189" y="185"/>
                  <a:pt x="188" y="186"/>
                </a:cubicBezTo>
                <a:cubicBezTo>
                  <a:pt x="186" y="188"/>
                  <a:pt x="190" y="188"/>
                  <a:pt x="190" y="190"/>
                </a:cubicBezTo>
                <a:cubicBezTo>
                  <a:pt x="191" y="188"/>
                  <a:pt x="193" y="187"/>
                  <a:pt x="195" y="188"/>
                </a:cubicBezTo>
                <a:cubicBezTo>
                  <a:pt x="195" y="189"/>
                  <a:pt x="195" y="189"/>
                  <a:pt x="195" y="189"/>
                </a:cubicBezTo>
                <a:cubicBezTo>
                  <a:pt x="195" y="189"/>
                  <a:pt x="194" y="190"/>
                  <a:pt x="193" y="190"/>
                </a:cubicBezTo>
                <a:cubicBezTo>
                  <a:pt x="194" y="191"/>
                  <a:pt x="194" y="191"/>
                  <a:pt x="194" y="191"/>
                </a:cubicBezTo>
                <a:cubicBezTo>
                  <a:pt x="193" y="190"/>
                  <a:pt x="189" y="190"/>
                  <a:pt x="189" y="192"/>
                </a:cubicBezTo>
                <a:cubicBezTo>
                  <a:pt x="191" y="192"/>
                  <a:pt x="191" y="192"/>
                  <a:pt x="193" y="194"/>
                </a:cubicBezTo>
                <a:cubicBezTo>
                  <a:pt x="193" y="198"/>
                  <a:pt x="189" y="194"/>
                  <a:pt x="189" y="198"/>
                </a:cubicBezTo>
                <a:cubicBezTo>
                  <a:pt x="189" y="198"/>
                  <a:pt x="190" y="195"/>
                  <a:pt x="188" y="196"/>
                </a:cubicBezTo>
                <a:cubicBezTo>
                  <a:pt x="187" y="198"/>
                  <a:pt x="188" y="199"/>
                  <a:pt x="188" y="200"/>
                </a:cubicBezTo>
                <a:cubicBezTo>
                  <a:pt x="187" y="198"/>
                  <a:pt x="186" y="197"/>
                  <a:pt x="185" y="194"/>
                </a:cubicBezTo>
                <a:cubicBezTo>
                  <a:pt x="188" y="192"/>
                  <a:pt x="186" y="193"/>
                  <a:pt x="188" y="190"/>
                </a:cubicBezTo>
                <a:cubicBezTo>
                  <a:pt x="185" y="191"/>
                  <a:pt x="185" y="191"/>
                  <a:pt x="185" y="191"/>
                </a:cubicBezTo>
                <a:cubicBezTo>
                  <a:pt x="187" y="189"/>
                  <a:pt x="185" y="188"/>
                  <a:pt x="184" y="187"/>
                </a:cubicBezTo>
                <a:cubicBezTo>
                  <a:pt x="179" y="189"/>
                  <a:pt x="184" y="192"/>
                  <a:pt x="181" y="194"/>
                </a:cubicBezTo>
                <a:cubicBezTo>
                  <a:pt x="181" y="196"/>
                  <a:pt x="183" y="192"/>
                  <a:pt x="183" y="195"/>
                </a:cubicBezTo>
                <a:cubicBezTo>
                  <a:pt x="180" y="196"/>
                  <a:pt x="183" y="196"/>
                  <a:pt x="182" y="199"/>
                </a:cubicBezTo>
                <a:cubicBezTo>
                  <a:pt x="181" y="198"/>
                  <a:pt x="181" y="198"/>
                  <a:pt x="181" y="198"/>
                </a:cubicBezTo>
                <a:cubicBezTo>
                  <a:pt x="180" y="198"/>
                  <a:pt x="180" y="200"/>
                  <a:pt x="179" y="201"/>
                </a:cubicBezTo>
                <a:cubicBezTo>
                  <a:pt x="179" y="202"/>
                  <a:pt x="186" y="205"/>
                  <a:pt x="182" y="209"/>
                </a:cubicBezTo>
                <a:cubicBezTo>
                  <a:pt x="182" y="208"/>
                  <a:pt x="181" y="208"/>
                  <a:pt x="181" y="208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69" y="195"/>
                  <a:pt x="164" y="199"/>
                  <a:pt x="159" y="203"/>
                </a:cubicBezTo>
                <a:cubicBezTo>
                  <a:pt x="155" y="202"/>
                  <a:pt x="160" y="198"/>
                  <a:pt x="158" y="197"/>
                </a:cubicBezTo>
                <a:cubicBezTo>
                  <a:pt x="161" y="195"/>
                  <a:pt x="161" y="195"/>
                  <a:pt x="161" y="195"/>
                </a:cubicBezTo>
                <a:cubicBezTo>
                  <a:pt x="162" y="197"/>
                  <a:pt x="157" y="200"/>
                  <a:pt x="161" y="200"/>
                </a:cubicBezTo>
                <a:cubicBezTo>
                  <a:pt x="164" y="196"/>
                  <a:pt x="166" y="195"/>
                  <a:pt x="168" y="190"/>
                </a:cubicBezTo>
                <a:cubicBezTo>
                  <a:pt x="164" y="188"/>
                  <a:pt x="164" y="195"/>
                  <a:pt x="159" y="195"/>
                </a:cubicBezTo>
                <a:cubicBezTo>
                  <a:pt x="161" y="194"/>
                  <a:pt x="161" y="193"/>
                  <a:pt x="162" y="192"/>
                </a:cubicBezTo>
                <a:cubicBezTo>
                  <a:pt x="154" y="198"/>
                  <a:pt x="154" y="198"/>
                  <a:pt x="154" y="198"/>
                </a:cubicBezTo>
                <a:cubicBezTo>
                  <a:pt x="154" y="199"/>
                  <a:pt x="154" y="199"/>
                  <a:pt x="154" y="199"/>
                </a:cubicBezTo>
                <a:cubicBezTo>
                  <a:pt x="156" y="197"/>
                  <a:pt x="157" y="196"/>
                  <a:pt x="157" y="196"/>
                </a:cubicBezTo>
                <a:cubicBezTo>
                  <a:pt x="155" y="198"/>
                  <a:pt x="154" y="201"/>
                  <a:pt x="156" y="203"/>
                </a:cubicBezTo>
                <a:cubicBezTo>
                  <a:pt x="157" y="203"/>
                  <a:pt x="157" y="203"/>
                  <a:pt x="157" y="203"/>
                </a:cubicBezTo>
                <a:cubicBezTo>
                  <a:pt x="156" y="204"/>
                  <a:pt x="156" y="204"/>
                  <a:pt x="156" y="204"/>
                </a:cubicBezTo>
                <a:lnTo>
                  <a:pt x="155" y="206"/>
                </a:lnTo>
                <a:close/>
                <a:moveTo>
                  <a:pt x="16" y="342"/>
                </a:moveTo>
                <a:cubicBezTo>
                  <a:pt x="16" y="341"/>
                  <a:pt x="16" y="341"/>
                  <a:pt x="16" y="341"/>
                </a:cubicBezTo>
                <a:cubicBezTo>
                  <a:pt x="16" y="341"/>
                  <a:pt x="17" y="341"/>
                  <a:pt x="16" y="342"/>
                </a:cubicBezTo>
                <a:close/>
                <a:moveTo>
                  <a:pt x="190" y="158"/>
                </a:moveTo>
                <a:cubicBezTo>
                  <a:pt x="187" y="161"/>
                  <a:pt x="184" y="163"/>
                  <a:pt x="181" y="166"/>
                </a:cubicBezTo>
                <a:cubicBezTo>
                  <a:pt x="189" y="164"/>
                  <a:pt x="195" y="164"/>
                  <a:pt x="187" y="172"/>
                </a:cubicBezTo>
                <a:cubicBezTo>
                  <a:pt x="187" y="172"/>
                  <a:pt x="187" y="172"/>
                  <a:pt x="187" y="172"/>
                </a:cubicBezTo>
                <a:cubicBezTo>
                  <a:pt x="188" y="172"/>
                  <a:pt x="190" y="170"/>
                  <a:pt x="192" y="168"/>
                </a:cubicBezTo>
                <a:cubicBezTo>
                  <a:pt x="192" y="165"/>
                  <a:pt x="192" y="156"/>
                  <a:pt x="191" y="156"/>
                </a:cubicBezTo>
                <a:cubicBezTo>
                  <a:pt x="190" y="155"/>
                  <a:pt x="190" y="157"/>
                  <a:pt x="189" y="158"/>
                </a:cubicBezTo>
                <a:lnTo>
                  <a:pt x="190" y="158"/>
                </a:lnTo>
                <a:close/>
                <a:moveTo>
                  <a:pt x="198" y="162"/>
                </a:moveTo>
                <a:cubicBezTo>
                  <a:pt x="200" y="161"/>
                  <a:pt x="199" y="161"/>
                  <a:pt x="198" y="160"/>
                </a:cubicBezTo>
                <a:cubicBezTo>
                  <a:pt x="197" y="162"/>
                  <a:pt x="197" y="162"/>
                  <a:pt x="197" y="162"/>
                </a:cubicBezTo>
                <a:cubicBezTo>
                  <a:pt x="197" y="161"/>
                  <a:pt x="198" y="162"/>
                  <a:pt x="198" y="162"/>
                </a:cubicBezTo>
                <a:close/>
                <a:moveTo>
                  <a:pt x="198" y="159"/>
                </a:moveTo>
                <a:cubicBezTo>
                  <a:pt x="197" y="159"/>
                  <a:pt x="197" y="159"/>
                  <a:pt x="197" y="159"/>
                </a:cubicBezTo>
                <a:lnTo>
                  <a:pt x="198" y="159"/>
                </a:lnTo>
                <a:close/>
                <a:moveTo>
                  <a:pt x="166" y="189"/>
                </a:moveTo>
                <a:cubicBezTo>
                  <a:pt x="166" y="189"/>
                  <a:pt x="166" y="189"/>
                  <a:pt x="166" y="189"/>
                </a:cubicBezTo>
                <a:cubicBezTo>
                  <a:pt x="164" y="190"/>
                  <a:pt x="164" y="190"/>
                  <a:pt x="164" y="190"/>
                </a:cubicBezTo>
                <a:cubicBezTo>
                  <a:pt x="165" y="190"/>
                  <a:pt x="165" y="190"/>
                  <a:pt x="166" y="189"/>
                </a:cubicBezTo>
                <a:close/>
                <a:moveTo>
                  <a:pt x="171" y="188"/>
                </a:moveTo>
                <a:cubicBezTo>
                  <a:pt x="170" y="186"/>
                  <a:pt x="170" y="186"/>
                  <a:pt x="170" y="186"/>
                </a:cubicBezTo>
                <a:cubicBezTo>
                  <a:pt x="168" y="187"/>
                  <a:pt x="168" y="187"/>
                  <a:pt x="168" y="187"/>
                </a:cubicBezTo>
                <a:cubicBezTo>
                  <a:pt x="169" y="187"/>
                  <a:pt x="170" y="188"/>
                  <a:pt x="171" y="188"/>
                </a:cubicBezTo>
                <a:close/>
                <a:moveTo>
                  <a:pt x="185" y="181"/>
                </a:moveTo>
                <a:cubicBezTo>
                  <a:pt x="184" y="179"/>
                  <a:pt x="186" y="177"/>
                  <a:pt x="185" y="175"/>
                </a:cubicBezTo>
                <a:cubicBezTo>
                  <a:pt x="185" y="174"/>
                  <a:pt x="184" y="175"/>
                  <a:pt x="183" y="175"/>
                </a:cubicBezTo>
                <a:cubicBezTo>
                  <a:pt x="181" y="177"/>
                  <a:pt x="181" y="177"/>
                  <a:pt x="181" y="177"/>
                </a:cubicBezTo>
                <a:cubicBezTo>
                  <a:pt x="181" y="177"/>
                  <a:pt x="182" y="177"/>
                  <a:pt x="182" y="178"/>
                </a:cubicBezTo>
                <a:cubicBezTo>
                  <a:pt x="182" y="177"/>
                  <a:pt x="183" y="177"/>
                  <a:pt x="184" y="179"/>
                </a:cubicBezTo>
                <a:cubicBezTo>
                  <a:pt x="180" y="178"/>
                  <a:pt x="184" y="182"/>
                  <a:pt x="182" y="183"/>
                </a:cubicBezTo>
                <a:cubicBezTo>
                  <a:pt x="183" y="185"/>
                  <a:pt x="185" y="182"/>
                  <a:pt x="185" y="181"/>
                </a:cubicBezTo>
                <a:close/>
                <a:moveTo>
                  <a:pt x="320" y="39"/>
                </a:moveTo>
                <a:cubicBezTo>
                  <a:pt x="320" y="39"/>
                  <a:pt x="320" y="39"/>
                  <a:pt x="321" y="39"/>
                </a:cubicBezTo>
                <a:cubicBezTo>
                  <a:pt x="321" y="41"/>
                  <a:pt x="321" y="41"/>
                  <a:pt x="321" y="41"/>
                </a:cubicBezTo>
                <a:cubicBezTo>
                  <a:pt x="318" y="43"/>
                  <a:pt x="314" y="42"/>
                  <a:pt x="314" y="47"/>
                </a:cubicBezTo>
                <a:cubicBezTo>
                  <a:pt x="312" y="47"/>
                  <a:pt x="311" y="46"/>
                  <a:pt x="309" y="46"/>
                </a:cubicBezTo>
                <a:cubicBezTo>
                  <a:pt x="310" y="46"/>
                  <a:pt x="310" y="45"/>
                  <a:pt x="311" y="45"/>
                </a:cubicBezTo>
                <a:cubicBezTo>
                  <a:pt x="313" y="36"/>
                  <a:pt x="317" y="45"/>
                  <a:pt x="320" y="39"/>
                </a:cubicBezTo>
                <a:close/>
                <a:moveTo>
                  <a:pt x="290" y="61"/>
                </a:moveTo>
                <a:cubicBezTo>
                  <a:pt x="290" y="61"/>
                  <a:pt x="290" y="61"/>
                  <a:pt x="290" y="61"/>
                </a:cubicBezTo>
                <a:cubicBezTo>
                  <a:pt x="289" y="69"/>
                  <a:pt x="285" y="74"/>
                  <a:pt x="282" y="77"/>
                </a:cubicBezTo>
                <a:cubicBezTo>
                  <a:pt x="284" y="77"/>
                  <a:pt x="288" y="76"/>
                  <a:pt x="289" y="75"/>
                </a:cubicBezTo>
                <a:cubicBezTo>
                  <a:pt x="290" y="78"/>
                  <a:pt x="290" y="78"/>
                  <a:pt x="290" y="78"/>
                </a:cubicBezTo>
                <a:cubicBezTo>
                  <a:pt x="288" y="77"/>
                  <a:pt x="288" y="77"/>
                  <a:pt x="288" y="77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89" y="81"/>
                  <a:pt x="290" y="79"/>
                  <a:pt x="292" y="79"/>
                </a:cubicBezTo>
                <a:cubicBezTo>
                  <a:pt x="292" y="79"/>
                  <a:pt x="293" y="74"/>
                  <a:pt x="293" y="72"/>
                </a:cubicBezTo>
                <a:cubicBezTo>
                  <a:pt x="290" y="74"/>
                  <a:pt x="290" y="74"/>
                  <a:pt x="290" y="74"/>
                </a:cubicBezTo>
                <a:cubicBezTo>
                  <a:pt x="291" y="73"/>
                  <a:pt x="294" y="70"/>
                  <a:pt x="295" y="68"/>
                </a:cubicBezTo>
                <a:cubicBezTo>
                  <a:pt x="294" y="67"/>
                  <a:pt x="291" y="68"/>
                  <a:pt x="292" y="70"/>
                </a:cubicBezTo>
                <a:cubicBezTo>
                  <a:pt x="290" y="70"/>
                  <a:pt x="293" y="67"/>
                  <a:pt x="290" y="67"/>
                </a:cubicBezTo>
                <a:cubicBezTo>
                  <a:pt x="291" y="64"/>
                  <a:pt x="295" y="62"/>
                  <a:pt x="297" y="61"/>
                </a:cubicBezTo>
                <a:cubicBezTo>
                  <a:pt x="299" y="63"/>
                  <a:pt x="299" y="63"/>
                  <a:pt x="299" y="63"/>
                </a:cubicBezTo>
                <a:cubicBezTo>
                  <a:pt x="301" y="62"/>
                  <a:pt x="298" y="60"/>
                  <a:pt x="301" y="59"/>
                </a:cubicBezTo>
                <a:cubicBezTo>
                  <a:pt x="299" y="62"/>
                  <a:pt x="303" y="61"/>
                  <a:pt x="302" y="62"/>
                </a:cubicBezTo>
                <a:cubicBezTo>
                  <a:pt x="303" y="63"/>
                  <a:pt x="304" y="64"/>
                  <a:pt x="305" y="62"/>
                </a:cubicBezTo>
                <a:cubicBezTo>
                  <a:pt x="304" y="58"/>
                  <a:pt x="309" y="62"/>
                  <a:pt x="308" y="58"/>
                </a:cubicBezTo>
                <a:cubicBezTo>
                  <a:pt x="310" y="58"/>
                  <a:pt x="308" y="61"/>
                  <a:pt x="311" y="59"/>
                </a:cubicBezTo>
                <a:cubicBezTo>
                  <a:pt x="312" y="56"/>
                  <a:pt x="311" y="55"/>
                  <a:pt x="309" y="53"/>
                </a:cubicBezTo>
                <a:cubicBezTo>
                  <a:pt x="306" y="55"/>
                  <a:pt x="309" y="58"/>
                  <a:pt x="307" y="59"/>
                </a:cubicBezTo>
                <a:cubicBezTo>
                  <a:pt x="307" y="53"/>
                  <a:pt x="307" y="53"/>
                  <a:pt x="307" y="53"/>
                </a:cubicBezTo>
                <a:cubicBezTo>
                  <a:pt x="306" y="53"/>
                  <a:pt x="306" y="53"/>
                  <a:pt x="305" y="54"/>
                </a:cubicBezTo>
                <a:cubicBezTo>
                  <a:pt x="306" y="53"/>
                  <a:pt x="306" y="52"/>
                  <a:pt x="306" y="51"/>
                </a:cubicBezTo>
                <a:cubicBezTo>
                  <a:pt x="306" y="50"/>
                  <a:pt x="306" y="50"/>
                  <a:pt x="306" y="49"/>
                </a:cubicBezTo>
                <a:cubicBezTo>
                  <a:pt x="304" y="51"/>
                  <a:pt x="302" y="53"/>
                  <a:pt x="301" y="52"/>
                </a:cubicBezTo>
                <a:cubicBezTo>
                  <a:pt x="300" y="51"/>
                  <a:pt x="300" y="51"/>
                  <a:pt x="300" y="51"/>
                </a:cubicBezTo>
                <a:cubicBezTo>
                  <a:pt x="299" y="51"/>
                  <a:pt x="298" y="53"/>
                  <a:pt x="299" y="54"/>
                </a:cubicBezTo>
                <a:cubicBezTo>
                  <a:pt x="297" y="56"/>
                  <a:pt x="297" y="58"/>
                  <a:pt x="295" y="58"/>
                </a:cubicBezTo>
                <a:cubicBezTo>
                  <a:pt x="295" y="56"/>
                  <a:pt x="295" y="56"/>
                  <a:pt x="295" y="56"/>
                </a:cubicBezTo>
                <a:cubicBezTo>
                  <a:pt x="293" y="58"/>
                  <a:pt x="293" y="59"/>
                  <a:pt x="290" y="61"/>
                </a:cubicBezTo>
                <a:close/>
                <a:moveTo>
                  <a:pt x="221" y="127"/>
                </a:moveTo>
                <a:cubicBezTo>
                  <a:pt x="225" y="129"/>
                  <a:pt x="229" y="130"/>
                  <a:pt x="235" y="124"/>
                </a:cubicBezTo>
                <a:cubicBezTo>
                  <a:pt x="234" y="124"/>
                  <a:pt x="234" y="124"/>
                  <a:pt x="234" y="124"/>
                </a:cubicBezTo>
                <a:cubicBezTo>
                  <a:pt x="239" y="123"/>
                  <a:pt x="238" y="116"/>
                  <a:pt x="243" y="115"/>
                </a:cubicBezTo>
                <a:cubicBezTo>
                  <a:pt x="243" y="118"/>
                  <a:pt x="243" y="117"/>
                  <a:pt x="244" y="122"/>
                </a:cubicBezTo>
                <a:cubicBezTo>
                  <a:pt x="245" y="119"/>
                  <a:pt x="245" y="119"/>
                  <a:pt x="245" y="119"/>
                </a:cubicBezTo>
                <a:cubicBezTo>
                  <a:pt x="246" y="121"/>
                  <a:pt x="247" y="119"/>
                  <a:pt x="248" y="117"/>
                </a:cubicBezTo>
                <a:cubicBezTo>
                  <a:pt x="249" y="121"/>
                  <a:pt x="249" y="121"/>
                  <a:pt x="249" y="121"/>
                </a:cubicBezTo>
                <a:cubicBezTo>
                  <a:pt x="248" y="121"/>
                  <a:pt x="245" y="123"/>
                  <a:pt x="246" y="123"/>
                </a:cubicBezTo>
                <a:cubicBezTo>
                  <a:pt x="246" y="123"/>
                  <a:pt x="240" y="123"/>
                  <a:pt x="239" y="126"/>
                </a:cubicBezTo>
                <a:cubicBezTo>
                  <a:pt x="241" y="127"/>
                  <a:pt x="244" y="123"/>
                  <a:pt x="245" y="127"/>
                </a:cubicBezTo>
                <a:cubicBezTo>
                  <a:pt x="245" y="124"/>
                  <a:pt x="247" y="125"/>
                  <a:pt x="248" y="123"/>
                </a:cubicBezTo>
                <a:cubicBezTo>
                  <a:pt x="247" y="126"/>
                  <a:pt x="249" y="126"/>
                  <a:pt x="249" y="128"/>
                </a:cubicBezTo>
                <a:cubicBezTo>
                  <a:pt x="251" y="125"/>
                  <a:pt x="251" y="125"/>
                  <a:pt x="251" y="125"/>
                </a:cubicBezTo>
                <a:cubicBezTo>
                  <a:pt x="252" y="125"/>
                  <a:pt x="249" y="129"/>
                  <a:pt x="252" y="129"/>
                </a:cubicBezTo>
                <a:cubicBezTo>
                  <a:pt x="253" y="127"/>
                  <a:pt x="256" y="126"/>
                  <a:pt x="255" y="124"/>
                </a:cubicBezTo>
                <a:cubicBezTo>
                  <a:pt x="255" y="124"/>
                  <a:pt x="255" y="124"/>
                  <a:pt x="255" y="124"/>
                </a:cubicBezTo>
                <a:cubicBezTo>
                  <a:pt x="258" y="123"/>
                  <a:pt x="254" y="122"/>
                  <a:pt x="257" y="120"/>
                </a:cubicBezTo>
                <a:cubicBezTo>
                  <a:pt x="256" y="119"/>
                  <a:pt x="256" y="119"/>
                  <a:pt x="255" y="120"/>
                </a:cubicBezTo>
                <a:cubicBezTo>
                  <a:pt x="254" y="121"/>
                  <a:pt x="255" y="122"/>
                  <a:pt x="254" y="124"/>
                </a:cubicBezTo>
                <a:cubicBezTo>
                  <a:pt x="252" y="123"/>
                  <a:pt x="256" y="122"/>
                  <a:pt x="253" y="121"/>
                </a:cubicBezTo>
                <a:cubicBezTo>
                  <a:pt x="252" y="121"/>
                  <a:pt x="250" y="126"/>
                  <a:pt x="249" y="123"/>
                </a:cubicBezTo>
                <a:cubicBezTo>
                  <a:pt x="251" y="121"/>
                  <a:pt x="251" y="121"/>
                  <a:pt x="251" y="121"/>
                </a:cubicBezTo>
                <a:cubicBezTo>
                  <a:pt x="250" y="120"/>
                  <a:pt x="251" y="118"/>
                  <a:pt x="250" y="117"/>
                </a:cubicBezTo>
                <a:cubicBezTo>
                  <a:pt x="251" y="116"/>
                  <a:pt x="253" y="116"/>
                  <a:pt x="253" y="114"/>
                </a:cubicBezTo>
                <a:cubicBezTo>
                  <a:pt x="253" y="112"/>
                  <a:pt x="250" y="111"/>
                  <a:pt x="253" y="110"/>
                </a:cubicBezTo>
                <a:cubicBezTo>
                  <a:pt x="257" y="111"/>
                  <a:pt x="261" y="106"/>
                  <a:pt x="262" y="104"/>
                </a:cubicBezTo>
                <a:cubicBezTo>
                  <a:pt x="262" y="101"/>
                  <a:pt x="262" y="101"/>
                  <a:pt x="262" y="101"/>
                </a:cubicBezTo>
                <a:cubicBezTo>
                  <a:pt x="261" y="101"/>
                  <a:pt x="260" y="104"/>
                  <a:pt x="260" y="102"/>
                </a:cubicBezTo>
                <a:cubicBezTo>
                  <a:pt x="262" y="100"/>
                  <a:pt x="262" y="100"/>
                  <a:pt x="262" y="100"/>
                </a:cubicBezTo>
                <a:cubicBezTo>
                  <a:pt x="262" y="100"/>
                  <a:pt x="262" y="100"/>
                  <a:pt x="262" y="100"/>
                </a:cubicBezTo>
                <a:cubicBezTo>
                  <a:pt x="263" y="100"/>
                  <a:pt x="263" y="98"/>
                  <a:pt x="263" y="97"/>
                </a:cubicBezTo>
                <a:cubicBezTo>
                  <a:pt x="264" y="99"/>
                  <a:pt x="262" y="100"/>
                  <a:pt x="263" y="102"/>
                </a:cubicBezTo>
                <a:cubicBezTo>
                  <a:pt x="265" y="101"/>
                  <a:pt x="266" y="101"/>
                  <a:pt x="266" y="100"/>
                </a:cubicBezTo>
                <a:cubicBezTo>
                  <a:pt x="266" y="101"/>
                  <a:pt x="266" y="101"/>
                  <a:pt x="266" y="101"/>
                </a:cubicBezTo>
                <a:cubicBezTo>
                  <a:pt x="269" y="99"/>
                  <a:pt x="267" y="97"/>
                  <a:pt x="267" y="96"/>
                </a:cubicBezTo>
                <a:cubicBezTo>
                  <a:pt x="267" y="92"/>
                  <a:pt x="263" y="96"/>
                  <a:pt x="261" y="94"/>
                </a:cubicBezTo>
                <a:cubicBezTo>
                  <a:pt x="267" y="87"/>
                  <a:pt x="267" y="87"/>
                  <a:pt x="267" y="87"/>
                </a:cubicBezTo>
                <a:cubicBezTo>
                  <a:pt x="267" y="88"/>
                  <a:pt x="267" y="89"/>
                  <a:pt x="268" y="90"/>
                </a:cubicBezTo>
                <a:cubicBezTo>
                  <a:pt x="270" y="89"/>
                  <a:pt x="269" y="91"/>
                  <a:pt x="271" y="89"/>
                </a:cubicBezTo>
                <a:cubicBezTo>
                  <a:pt x="269" y="87"/>
                  <a:pt x="273" y="84"/>
                  <a:pt x="273" y="82"/>
                </a:cubicBezTo>
                <a:cubicBezTo>
                  <a:pt x="275" y="82"/>
                  <a:pt x="275" y="82"/>
                  <a:pt x="273" y="83"/>
                </a:cubicBezTo>
                <a:cubicBezTo>
                  <a:pt x="275" y="85"/>
                  <a:pt x="276" y="82"/>
                  <a:pt x="277" y="81"/>
                </a:cubicBezTo>
                <a:cubicBezTo>
                  <a:pt x="277" y="81"/>
                  <a:pt x="278" y="80"/>
                  <a:pt x="278" y="79"/>
                </a:cubicBezTo>
                <a:cubicBezTo>
                  <a:pt x="277" y="79"/>
                  <a:pt x="276" y="78"/>
                  <a:pt x="277" y="76"/>
                </a:cubicBezTo>
                <a:cubicBezTo>
                  <a:pt x="277" y="75"/>
                  <a:pt x="277" y="75"/>
                  <a:pt x="277" y="75"/>
                </a:cubicBezTo>
                <a:cubicBezTo>
                  <a:pt x="274" y="77"/>
                  <a:pt x="269" y="79"/>
                  <a:pt x="269" y="82"/>
                </a:cubicBezTo>
                <a:cubicBezTo>
                  <a:pt x="269" y="81"/>
                  <a:pt x="269" y="81"/>
                  <a:pt x="269" y="81"/>
                </a:cubicBezTo>
                <a:cubicBezTo>
                  <a:pt x="265" y="82"/>
                  <a:pt x="266" y="89"/>
                  <a:pt x="262" y="88"/>
                </a:cubicBezTo>
                <a:cubicBezTo>
                  <a:pt x="261" y="87"/>
                  <a:pt x="261" y="88"/>
                  <a:pt x="260" y="86"/>
                </a:cubicBezTo>
                <a:cubicBezTo>
                  <a:pt x="259" y="90"/>
                  <a:pt x="259" y="90"/>
                  <a:pt x="259" y="90"/>
                </a:cubicBezTo>
                <a:cubicBezTo>
                  <a:pt x="259" y="88"/>
                  <a:pt x="259" y="88"/>
                  <a:pt x="259" y="88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5" y="95"/>
                  <a:pt x="255" y="97"/>
                  <a:pt x="255" y="99"/>
                </a:cubicBezTo>
                <a:cubicBezTo>
                  <a:pt x="256" y="99"/>
                  <a:pt x="256" y="100"/>
                  <a:pt x="256" y="101"/>
                </a:cubicBezTo>
                <a:cubicBezTo>
                  <a:pt x="256" y="101"/>
                  <a:pt x="255" y="102"/>
                  <a:pt x="255" y="102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54" y="103"/>
                  <a:pt x="252" y="102"/>
                  <a:pt x="251" y="103"/>
                </a:cubicBezTo>
                <a:cubicBezTo>
                  <a:pt x="254" y="100"/>
                  <a:pt x="254" y="100"/>
                  <a:pt x="254" y="100"/>
                </a:cubicBezTo>
                <a:cubicBezTo>
                  <a:pt x="253" y="98"/>
                  <a:pt x="252" y="97"/>
                  <a:pt x="249" y="98"/>
                </a:cubicBezTo>
                <a:cubicBezTo>
                  <a:pt x="250" y="98"/>
                  <a:pt x="249" y="96"/>
                  <a:pt x="249" y="97"/>
                </a:cubicBezTo>
                <a:cubicBezTo>
                  <a:pt x="249" y="97"/>
                  <a:pt x="247" y="100"/>
                  <a:pt x="249" y="100"/>
                </a:cubicBezTo>
                <a:cubicBezTo>
                  <a:pt x="246" y="103"/>
                  <a:pt x="239" y="105"/>
                  <a:pt x="236" y="111"/>
                </a:cubicBezTo>
                <a:cubicBezTo>
                  <a:pt x="238" y="107"/>
                  <a:pt x="232" y="112"/>
                  <a:pt x="235" y="108"/>
                </a:cubicBezTo>
                <a:cubicBezTo>
                  <a:pt x="231" y="109"/>
                  <a:pt x="235" y="112"/>
                  <a:pt x="232" y="115"/>
                </a:cubicBezTo>
                <a:cubicBezTo>
                  <a:pt x="231" y="114"/>
                  <a:pt x="234" y="113"/>
                  <a:pt x="233" y="111"/>
                </a:cubicBezTo>
                <a:cubicBezTo>
                  <a:pt x="228" y="115"/>
                  <a:pt x="229" y="121"/>
                  <a:pt x="224" y="125"/>
                </a:cubicBezTo>
                <a:cubicBezTo>
                  <a:pt x="223" y="124"/>
                  <a:pt x="223" y="124"/>
                  <a:pt x="223" y="124"/>
                </a:cubicBezTo>
                <a:lnTo>
                  <a:pt x="221" y="127"/>
                </a:lnTo>
                <a:close/>
                <a:moveTo>
                  <a:pt x="215" y="136"/>
                </a:moveTo>
                <a:cubicBezTo>
                  <a:pt x="213" y="139"/>
                  <a:pt x="213" y="139"/>
                  <a:pt x="213" y="139"/>
                </a:cubicBezTo>
                <a:cubicBezTo>
                  <a:pt x="213" y="139"/>
                  <a:pt x="213" y="139"/>
                  <a:pt x="213" y="139"/>
                </a:cubicBezTo>
                <a:cubicBezTo>
                  <a:pt x="212" y="142"/>
                  <a:pt x="212" y="142"/>
                  <a:pt x="212" y="142"/>
                </a:cubicBezTo>
                <a:cubicBezTo>
                  <a:pt x="214" y="141"/>
                  <a:pt x="216" y="142"/>
                  <a:pt x="215" y="145"/>
                </a:cubicBezTo>
                <a:cubicBezTo>
                  <a:pt x="215" y="144"/>
                  <a:pt x="213" y="144"/>
                  <a:pt x="214" y="143"/>
                </a:cubicBezTo>
                <a:cubicBezTo>
                  <a:pt x="211" y="143"/>
                  <a:pt x="208" y="145"/>
                  <a:pt x="211" y="147"/>
                </a:cubicBezTo>
                <a:cubicBezTo>
                  <a:pt x="211" y="142"/>
                  <a:pt x="214" y="149"/>
                  <a:pt x="214" y="145"/>
                </a:cubicBezTo>
                <a:cubicBezTo>
                  <a:pt x="215" y="148"/>
                  <a:pt x="213" y="148"/>
                  <a:pt x="212" y="150"/>
                </a:cubicBezTo>
                <a:cubicBezTo>
                  <a:pt x="212" y="148"/>
                  <a:pt x="210" y="148"/>
                  <a:pt x="208" y="149"/>
                </a:cubicBezTo>
                <a:cubicBezTo>
                  <a:pt x="207" y="150"/>
                  <a:pt x="205" y="151"/>
                  <a:pt x="204" y="153"/>
                </a:cubicBezTo>
                <a:cubicBezTo>
                  <a:pt x="206" y="154"/>
                  <a:pt x="206" y="155"/>
                  <a:pt x="208" y="154"/>
                </a:cubicBezTo>
                <a:cubicBezTo>
                  <a:pt x="208" y="155"/>
                  <a:pt x="207" y="156"/>
                  <a:pt x="205" y="157"/>
                </a:cubicBezTo>
                <a:cubicBezTo>
                  <a:pt x="205" y="156"/>
                  <a:pt x="206" y="155"/>
                  <a:pt x="205" y="155"/>
                </a:cubicBezTo>
                <a:cubicBezTo>
                  <a:pt x="203" y="154"/>
                  <a:pt x="203" y="155"/>
                  <a:pt x="202" y="155"/>
                </a:cubicBezTo>
                <a:cubicBezTo>
                  <a:pt x="201" y="157"/>
                  <a:pt x="201" y="157"/>
                  <a:pt x="201" y="157"/>
                </a:cubicBezTo>
                <a:cubicBezTo>
                  <a:pt x="201" y="157"/>
                  <a:pt x="201" y="157"/>
                  <a:pt x="201" y="157"/>
                </a:cubicBezTo>
                <a:cubicBezTo>
                  <a:pt x="201" y="159"/>
                  <a:pt x="201" y="159"/>
                  <a:pt x="201" y="159"/>
                </a:cubicBezTo>
                <a:cubicBezTo>
                  <a:pt x="202" y="157"/>
                  <a:pt x="202" y="159"/>
                  <a:pt x="203" y="160"/>
                </a:cubicBezTo>
                <a:cubicBezTo>
                  <a:pt x="202" y="158"/>
                  <a:pt x="202" y="161"/>
                  <a:pt x="201" y="161"/>
                </a:cubicBezTo>
                <a:cubicBezTo>
                  <a:pt x="204" y="162"/>
                  <a:pt x="204" y="162"/>
                  <a:pt x="204" y="162"/>
                </a:cubicBezTo>
                <a:cubicBezTo>
                  <a:pt x="204" y="163"/>
                  <a:pt x="201" y="163"/>
                  <a:pt x="203" y="164"/>
                </a:cubicBezTo>
                <a:cubicBezTo>
                  <a:pt x="206" y="162"/>
                  <a:pt x="207" y="161"/>
                  <a:pt x="209" y="158"/>
                </a:cubicBezTo>
                <a:cubicBezTo>
                  <a:pt x="207" y="157"/>
                  <a:pt x="207" y="157"/>
                  <a:pt x="207" y="157"/>
                </a:cubicBezTo>
                <a:cubicBezTo>
                  <a:pt x="209" y="154"/>
                  <a:pt x="211" y="158"/>
                  <a:pt x="214" y="154"/>
                </a:cubicBezTo>
                <a:cubicBezTo>
                  <a:pt x="214" y="152"/>
                  <a:pt x="218" y="150"/>
                  <a:pt x="216" y="147"/>
                </a:cubicBezTo>
                <a:cubicBezTo>
                  <a:pt x="217" y="148"/>
                  <a:pt x="220" y="147"/>
                  <a:pt x="220" y="145"/>
                </a:cubicBezTo>
                <a:cubicBezTo>
                  <a:pt x="220" y="142"/>
                  <a:pt x="223" y="138"/>
                  <a:pt x="221" y="138"/>
                </a:cubicBezTo>
                <a:cubicBezTo>
                  <a:pt x="220" y="139"/>
                  <a:pt x="220" y="142"/>
                  <a:pt x="218" y="141"/>
                </a:cubicBezTo>
                <a:cubicBezTo>
                  <a:pt x="219" y="139"/>
                  <a:pt x="219" y="139"/>
                  <a:pt x="219" y="139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18" y="139"/>
                  <a:pt x="217" y="138"/>
                  <a:pt x="215" y="136"/>
                </a:cubicBezTo>
                <a:close/>
                <a:moveTo>
                  <a:pt x="159" y="166"/>
                </a:moveTo>
                <a:cubicBezTo>
                  <a:pt x="159" y="166"/>
                  <a:pt x="159" y="166"/>
                  <a:pt x="159" y="166"/>
                </a:cubicBezTo>
                <a:cubicBezTo>
                  <a:pt x="159" y="166"/>
                  <a:pt x="159" y="166"/>
                  <a:pt x="159" y="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2" name="Freeform 87">
            <a:extLst>
              <a:ext uri="{FF2B5EF4-FFF2-40B4-BE49-F238E27FC236}">
                <a16:creationId xmlns:a16="http://schemas.microsoft.com/office/drawing/2014/main" id="{69B20400-F430-4594-95F3-D6A9309BA992}"/>
              </a:ext>
            </a:extLst>
          </p:cNvPr>
          <p:cNvSpPr>
            <a:spLocks/>
          </p:cNvSpPr>
          <p:nvPr/>
        </p:nvSpPr>
        <p:spPr bwMode="auto">
          <a:xfrm>
            <a:off x="2198942" y="2898169"/>
            <a:ext cx="8863" cy="7755"/>
          </a:xfrm>
          <a:custGeom>
            <a:avLst/>
            <a:gdLst>
              <a:gd name="T0" fmla="*/ 2 w 4"/>
              <a:gd name="T1" fmla="*/ 3 h 3"/>
              <a:gd name="T2" fmla="*/ 3 w 4"/>
              <a:gd name="T3" fmla="*/ 0 h 3"/>
              <a:gd name="T4" fmla="*/ 2 w 4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2" y="3"/>
                </a:moveTo>
                <a:cubicBezTo>
                  <a:pt x="3" y="2"/>
                  <a:pt x="4" y="0"/>
                  <a:pt x="3" y="0"/>
                </a:cubicBezTo>
                <a:cubicBezTo>
                  <a:pt x="4" y="1"/>
                  <a:pt x="0" y="2"/>
                  <a:pt x="2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3" name="Freeform 88">
            <a:extLst>
              <a:ext uri="{FF2B5EF4-FFF2-40B4-BE49-F238E27FC236}">
                <a16:creationId xmlns:a16="http://schemas.microsoft.com/office/drawing/2014/main" id="{116C70C0-CBAF-40BD-A235-B1A1CC6021F1}"/>
              </a:ext>
            </a:extLst>
          </p:cNvPr>
          <p:cNvSpPr>
            <a:spLocks/>
          </p:cNvSpPr>
          <p:nvPr/>
        </p:nvSpPr>
        <p:spPr bwMode="auto">
          <a:xfrm>
            <a:off x="2207804" y="2900384"/>
            <a:ext cx="2216" cy="5540"/>
          </a:xfrm>
          <a:custGeom>
            <a:avLst/>
            <a:gdLst>
              <a:gd name="T0" fmla="*/ 1 w 1"/>
              <a:gd name="T1" fmla="*/ 1 h 2"/>
              <a:gd name="T2" fmla="*/ 1 w 1"/>
              <a:gd name="T3" fmla="*/ 0 h 2"/>
              <a:gd name="T4" fmla="*/ 0 w 1"/>
              <a:gd name="T5" fmla="*/ 2 h 2"/>
              <a:gd name="T6" fmla="*/ 1 w 1"/>
              <a:gd name="T7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1"/>
                </a:moveTo>
                <a:cubicBezTo>
                  <a:pt x="1" y="1"/>
                  <a:pt x="1" y="0"/>
                  <a:pt x="1" y="0"/>
                </a:cubicBezTo>
                <a:cubicBezTo>
                  <a:pt x="0" y="2"/>
                  <a:pt x="0" y="2"/>
                  <a:pt x="0" y="2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4" name="Freeform 89">
            <a:extLst>
              <a:ext uri="{FF2B5EF4-FFF2-40B4-BE49-F238E27FC236}">
                <a16:creationId xmlns:a16="http://schemas.microsoft.com/office/drawing/2014/main" id="{BB57C565-B202-4FC8-A3A2-119EC0A86F4C}"/>
              </a:ext>
            </a:extLst>
          </p:cNvPr>
          <p:cNvSpPr>
            <a:spLocks/>
          </p:cNvSpPr>
          <p:nvPr/>
        </p:nvSpPr>
        <p:spPr bwMode="auto">
          <a:xfrm>
            <a:off x="2228854" y="2905924"/>
            <a:ext cx="15510" cy="17726"/>
          </a:xfrm>
          <a:custGeom>
            <a:avLst/>
            <a:gdLst>
              <a:gd name="T0" fmla="*/ 2 w 7"/>
              <a:gd name="T1" fmla="*/ 6 h 8"/>
              <a:gd name="T2" fmla="*/ 4 w 7"/>
              <a:gd name="T3" fmla="*/ 2 h 8"/>
              <a:gd name="T4" fmla="*/ 4 w 7"/>
              <a:gd name="T5" fmla="*/ 8 h 8"/>
              <a:gd name="T6" fmla="*/ 7 w 7"/>
              <a:gd name="T7" fmla="*/ 0 h 8"/>
              <a:gd name="T8" fmla="*/ 2 w 7"/>
              <a:gd name="T9" fmla="*/ 6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" h="8">
                <a:moveTo>
                  <a:pt x="2" y="6"/>
                </a:moveTo>
                <a:cubicBezTo>
                  <a:pt x="2" y="4"/>
                  <a:pt x="2" y="3"/>
                  <a:pt x="4" y="2"/>
                </a:cubicBezTo>
                <a:cubicBezTo>
                  <a:pt x="7" y="4"/>
                  <a:pt x="2" y="5"/>
                  <a:pt x="4" y="8"/>
                </a:cubicBezTo>
                <a:cubicBezTo>
                  <a:pt x="7" y="6"/>
                  <a:pt x="5" y="3"/>
                  <a:pt x="7" y="0"/>
                </a:cubicBezTo>
                <a:cubicBezTo>
                  <a:pt x="5" y="0"/>
                  <a:pt x="0" y="4"/>
                  <a:pt x="2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5" name="Freeform 90">
            <a:extLst>
              <a:ext uri="{FF2B5EF4-FFF2-40B4-BE49-F238E27FC236}">
                <a16:creationId xmlns:a16="http://schemas.microsoft.com/office/drawing/2014/main" id="{700F6354-5D91-43CA-90D2-EBB47813FA8F}"/>
              </a:ext>
            </a:extLst>
          </p:cNvPr>
          <p:cNvSpPr>
            <a:spLocks/>
          </p:cNvSpPr>
          <p:nvPr/>
        </p:nvSpPr>
        <p:spPr bwMode="auto">
          <a:xfrm>
            <a:off x="2237717" y="2925866"/>
            <a:ext cx="4432" cy="4432"/>
          </a:xfrm>
          <a:custGeom>
            <a:avLst/>
            <a:gdLst>
              <a:gd name="T0" fmla="*/ 2 w 4"/>
              <a:gd name="T1" fmla="*/ 4 h 4"/>
              <a:gd name="T2" fmla="*/ 4 w 4"/>
              <a:gd name="T3" fmla="*/ 0 h 4"/>
              <a:gd name="T4" fmla="*/ 2 w 4"/>
              <a:gd name="T5" fmla="*/ 0 h 4"/>
              <a:gd name="T6" fmla="*/ 0 w 4"/>
              <a:gd name="T7" fmla="*/ 4 h 4"/>
              <a:gd name="T8" fmla="*/ 2 w 4"/>
              <a:gd name="T9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0"/>
                </a:lnTo>
                <a:lnTo>
                  <a:pt x="0" y="4"/>
                </a:lnTo>
                <a:lnTo>
                  <a:pt x="2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6" name="Freeform 91">
            <a:extLst>
              <a:ext uri="{FF2B5EF4-FFF2-40B4-BE49-F238E27FC236}">
                <a16:creationId xmlns:a16="http://schemas.microsoft.com/office/drawing/2014/main" id="{391ABFEE-54A3-4219-8F2C-EC4A90A8560E}"/>
              </a:ext>
            </a:extLst>
          </p:cNvPr>
          <p:cNvSpPr>
            <a:spLocks/>
          </p:cNvSpPr>
          <p:nvPr/>
        </p:nvSpPr>
        <p:spPr bwMode="auto">
          <a:xfrm>
            <a:off x="2108098" y="2938052"/>
            <a:ext cx="3323" cy="6647"/>
          </a:xfrm>
          <a:custGeom>
            <a:avLst/>
            <a:gdLst>
              <a:gd name="T0" fmla="*/ 1 w 1"/>
              <a:gd name="T1" fmla="*/ 1 h 3"/>
              <a:gd name="T2" fmla="*/ 0 w 1"/>
              <a:gd name="T3" fmla="*/ 3 h 3"/>
              <a:gd name="T4" fmla="*/ 1 w 1"/>
              <a:gd name="T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">
                <a:moveTo>
                  <a:pt x="1" y="1"/>
                </a:moveTo>
                <a:cubicBezTo>
                  <a:pt x="0" y="0"/>
                  <a:pt x="0" y="2"/>
                  <a:pt x="0" y="3"/>
                </a:cubicBezTo>
                <a:cubicBezTo>
                  <a:pt x="0" y="2"/>
                  <a:pt x="1" y="2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7" name="Freeform 92">
            <a:extLst>
              <a:ext uri="{FF2B5EF4-FFF2-40B4-BE49-F238E27FC236}">
                <a16:creationId xmlns:a16="http://schemas.microsoft.com/office/drawing/2014/main" id="{4EA6ECE8-F4E9-4447-ADB9-18D4295A9B65}"/>
              </a:ext>
            </a:extLst>
          </p:cNvPr>
          <p:cNvSpPr>
            <a:spLocks/>
          </p:cNvSpPr>
          <p:nvPr/>
        </p:nvSpPr>
        <p:spPr bwMode="auto">
          <a:xfrm>
            <a:off x="1456674" y="3562886"/>
            <a:ext cx="23265" cy="25481"/>
          </a:xfrm>
          <a:custGeom>
            <a:avLst/>
            <a:gdLst>
              <a:gd name="T0" fmla="*/ 10 w 10"/>
              <a:gd name="T1" fmla="*/ 0 h 11"/>
              <a:gd name="T2" fmla="*/ 0 w 10"/>
              <a:gd name="T3" fmla="*/ 11 h 11"/>
              <a:gd name="T4" fmla="*/ 10 w 10"/>
              <a:gd name="T5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11">
                <a:moveTo>
                  <a:pt x="10" y="0"/>
                </a:moveTo>
                <a:cubicBezTo>
                  <a:pt x="0" y="11"/>
                  <a:pt x="0" y="11"/>
                  <a:pt x="0" y="11"/>
                </a:cubicBezTo>
                <a:cubicBezTo>
                  <a:pt x="3" y="8"/>
                  <a:pt x="6" y="5"/>
                  <a:pt x="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8" name="Freeform 93">
            <a:extLst>
              <a:ext uri="{FF2B5EF4-FFF2-40B4-BE49-F238E27FC236}">
                <a16:creationId xmlns:a16="http://schemas.microsoft.com/office/drawing/2014/main" id="{D1AB4C0D-DE78-42B9-976F-0CB3B4E2D2A3}"/>
              </a:ext>
            </a:extLst>
          </p:cNvPr>
          <p:cNvSpPr>
            <a:spLocks/>
          </p:cNvSpPr>
          <p:nvPr/>
        </p:nvSpPr>
        <p:spPr bwMode="auto">
          <a:xfrm>
            <a:off x="2037194" y="3011171"/>
            <a:ext cx="16618" cy="23265"/>
          </a:xfrm>
          <a:custGeom>
            <a:avLst/>
            <a:gdLst>
              <a:gd name="T0" fmla="*/ 3 w 7"/>
              <a:gd name="T1" fmla="*/ 10 h 10"/>
              <a:gd name="T2" fmla="*/ 7 w 7"/>
              <a:gd name="T3" fmla="*/ 0 h 10"/>
              <a:gd name="T4" fmla="*/ 0 w 7"/>
              <a:gd name="T5" fmla="*/ 9 h 10"/>
              <a:gd name="T6" fmla="*/ 3 w 7"/>
              <a:gd name="T7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10">
                <a:moveTo>
                  <a:pt x="3" y="10"/>
                </a:moveTo>
                <a:cubicBezTo>
                  <a:pt x="5" y="6"/>
                  <a:pt x="5" y="3"/>
                  <a:pt x="7" y="0"/>
                </a:cubicBezTo>
                <a:cubicBezTo>
                  <a:pt x="1" y="2"/>
                  <a:pt x="5" y="8"/>
                  <a:pt x="0" y="9"/>
                </a:cubicBezTo>
                <a:lnTo>
                  <a:pt x="3" y="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9" name="Freeform 94">
            <a:extLst>
              <a:ext uri="{FF2B5EF4-FFF2-40B4-BE49-F238E27FC236}">
                <a16:creationId xmlns:a16="http://schemas.microsoft.com/office/drawing/2014/main" id="{845FA3E6-20A9-461F-A674-8ADC353D002B}"/>
              </a:ext>
            </a:extLst>
          </p:cNvPr>
          <p:cNvSpPr>
            <a:spLocks/>
          </p:cNvSpPr>
          <p:nvPr/>
        </p:nvSpPr>
        <p:spPr bwMode="auto">
          <a:xfrm>
            <a:off x="2028331" y="3015603"/>
            <a:ext cx="8863" cy="12187"/>
          </a:xfrm>
          <a:custGeom>
            <a:avLst/>
            <a:gdLst>
              <a:gd name="T0" fmla="*/ 1 w 4"/>
              <a:gd name="T1" fmla="*/ 0 h 5"/>
              <a:gd name="T2" fmla="*/ 2 w 4"/>
              <a:gd name="T3" fmla="*/ 5 h 5"/>
              <a:gd name="T4" fmla="*/ 3 w 4"/>
              <a:gd name="T5" fmla="*/ 1 h 5"/>
              <a:gd name="T6" fmla="*/ 1 w 4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5">
                <a:moveTo>
                  <a:pt x="1" y="0"/>
                </a:moveTo>
                <a:cubicBezTo>
                  <a:pt x="3" y="1"/>
                  <a:pt x="0" y="4"/>
                  <a:pt x="2" y="5"/>
                </a:cubicBezTo>
                <a:cubicBezTo>
                  <a:pt x="4" y="2"/>
                  <a:pt x="1" y="2"/>
                  <a:pt x="3" y="1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0" name="Freeform 95">
            <a:extLst>
              <a:ext uri="{FF2B5EF4-FFF2-40B4-BE49-F238E27FC236}">
                <a16:creationId xmlns:a16="http://schemas.microsoft.com/office/drawing/2014/main" id="{0F7FA2C0-7336-4426-AC51-5782FBBE45D9}"/>
              </a:ext>
            </a:extLst>
          </p:cNvPr>
          <p:cNvSpPr>
            <a:spLocks/>
          </p:cNvSpPr>
          <p:nvPr/>
        </p:nvSpPr>
        <p:spPr bwMode="auto">
          <a:xfrm>
            <a:off x="2124715" y="3052162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  <a:gd name="T3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1" name="Freeform 96">
            <a:extLst>
              <a:ext uri="{FF2B5EF4-FFF2-40B4-BE49-F238E27FC236}">
                <a16:creationId xmlns:a16="http://schemas.microsoft.com/office/drawing/2014/main" id="{01E3BBDB-9F4C-42AE-A20D-A654371EC8ED}"/>
              </a:ext>
            </a:extLst>
          </p:cNvPr>
          <p:cNvSpPr>
            <a:spLocks/>
          </p:cNvSpPr>
          <p:nvPr/>
        </p:nvSpPr>
        <p:spPr bwMode="auto">
          <a:xfrm>
            <a:off x="1998419" y="3045514"/>
            <a:ext cx="4432" cy="2216"/>
          </a:xfrm>
          <a:custGeom>
            <a:avLst/>
            <a:gdLst>
              <a:gd name="T0" fmla="*/ 4 w 4"/>
              <a:gd name="T1" fmla="*/ 2 h 2"/>
              <a:gd name="T2" fmla="*/ 4 w 4"/>
              <a:gd name="T3" fmla="*/ 0 h 2"/>
              <a:gd name="T4" fmla="*/ 0 w 4"/>
              <a:gd name="T5" fmla="*/ 2 h 2"/>
              <a:gd name="T6" fmla="*/ 4 w 4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2">
                <a:moveTo>
                  <a:pt x="4" y="2"/>
                </a:moveTo>
                <a:lnTo>
                  <a:pt x="4" y="0"/>
                </a:lnTo>
                <a:lnTo>
                  <a:pt x="0" y="2"/>
                </a:ln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2" name="Freeform 97">
            <a:extLst>
              <a:ext uri="{FF2B5EF4-FFF2-40B4-BE49-F238E27FC236}">
                <a16:creationId xmlns:a16="http://schemas.microsoft.com/office/drawing/2014/main" id="{F1A0C373-177D-4AF5-A72B-92D3A6D640AA}"/>
              </a:ext>
            </a:extLst>
          </p:cNvPr>
          <p:cNvSpPr>
            <a:spLocks/>
          </p:cNvSpPr>
          <p:nvPr/>
        </p:nvSpPr>
        <p:spPr bwMode="auto">
          <a:xfrm>
            <a:off x="2002850" y="3045514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3" name="Freeform 98">
            <a:extLst>
              <a:ext uri="{FF2B5EF4-FFF2-40B4-BE49-F238E27FC236}">
                <a16:creationId xmlns:a16="http://schemas.microsoft.com/office/drawing/2014/main" id="{662EFA34-B3C4-4944-A529-61F9AAA3053F}"/>
              </a:ext>
            </a:extLst>
          </p:cNvPr>
          <p:cNvSpPr>
            <a:spLocks/>
          </p:cNvSpPr>
          <p:nvPr/>
        </p:nvSpPr>
        <p:spPr bwMode="auto">
          <a:xfrm>
            <a:off x="2131362" y="3056593"/>
            <a:ext cx="2216" cy="5540"/>
          </a:xfrm>
          <a:custGeom>
            <a:avLst/>
            <a:gdLst>
              <a:gd name="T0" fmla="*/ 0 w 2"/>
              <a:gd name="T1" fmla="*/ 5 h 5"/>
              <a:gd name="T2" fmla="*/ 2 w 2"/>
              <a:gd name="T3" fmla="*/ 3 h 5"/>
              <a:gd name="T4" fmla="*/ 2 w 2"/>
              <a:gd name="T5" fmla="*/ 0 h 5"/>
              <a:gd name="T6" fmla="*/ 0 w 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5"/>
                </a:moveTo>
                <a:lnTo>
                  <a:pt x="2" y="3"/>
                </a:lnTo>
                <a:lnTo>
                  <a:pt x="2" y="0"/>
                </a:lnTo>
                <a:lnTo>
                  <a:pt x="0" y="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4" name="Freeform 99">
            <a:extLst>
              <a:ext uri="{FF2B5EF4-FFF2-40B4-BE49-F238E27FC236}">
                <a16:creationId xmlns:a16="http://schemas.microsoft.com/office/drawing/2014/main" id="{0088BB20-F6A2-496C-AAAB-D1FCC57B59C9}"/>
              </a:ext>
            </a:extLst>
          </p:cNvPr>
          <p:cNvSpPr>
            <a:spLocks/>
          </p:cNvSpPr>
          <p:nvPr/>
        </p:nvSpPr>
        <p:spPr bwMode="auto">
          <a:xfrm>
            <a:off x="2078185" y="3064348"/>
            <a:ext cx="7755" cy="2216"/>
          </a:xfrm>
          <a:custGeom>
            <a:avLst/>
            <a:gdLst>
              <a:gd name="T0" fmla="*/ 2 w 3"/>
              <a:gd name="T1" fmla="*/ 1 h 1"/>
              <a:gd name="T2" fmla="*/ 3 w 3"/>
              <a:gd name="T3" fmla="*/ 0 h 1"/>
              <a:gd name="T4" fmla="*/ 2 w 3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1">
                <a:moveTo>
                  <a:pt x="2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5" name="Freeform 100">
            <a:extLst>
              <a:ext uri="{FF2B5EF4-FFF2-40B4-BE49-F238E27FC236}">
                <a16:creationId xmlns:a16="http://schemas.microsoft.com/office/drawing/2014/main" id="{C8B9DC8F-7EDD-475F-A4E8-C9C2699CD45A}"/>
              </a:ext>
            </a:extLst>
          </p:cNvPr>
          <p:cNvSpPr>
            <a:spLocks/>
          </p:cNvSpPr>
          <p:nvPr/>
        </p:nvSpPr>
        <p:spPr bwMode="auto">
          <a:xfrm>
            <a:off x="1979584" y="3066564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6" name="Freeform 101">
            <a:extLst>
              <a:ext uri="{FF2B5EF4-FFF2-40B4-BE49-F238E27FC236}">
                <a16:creationId xmlns:a16="http://schemas.microsoft.com/office/drawing/2014/main" id="{86D795EA-270E-48EC-B25F-9FF84FC56D93}"/>
              </a:ext>
            </a:extLst>
          </p:cNvPr>
          <p:cNvSpPr>
            <a:spLocks/>
          </p:cNvSpPr>
          <p:nvPr/>
        </p:nvSpPr>
        <p:spPr bwMode="auto">
          <a:xfrm>
            <a:off x="2069322" y="3098692"/>
            <a:ext cx="8863" cy="6647"/>
          </a:xfrm>
          <a:custGeom>
            <a:avLst/>
            <a:gdLst>
              <a:gd name="T0" fmla="*/ 2 w 4"/>
              <a:gd name="T1" fmla="*/ 0 h 3"/>
              <a:gd name="T2" fmla="*/ 3 w 4"/>
              <a:gd name="T3" fmla="*/ 2 h 3"/>
              <a:gd name="T4" fmla="*/ 2 w 4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2" y="0"/>
                </a:moveTo>
                <a:cubicBezTo>
                  <a:pt x="4" y="1"/>
                  <a:pt x="0" y="3"/>
                  <a:pt x="3" y="2"/>
                </a:cubicBezTo>
                <a:cubicBezTo>
                  <a:pt x="4" y="1"/>
                  <a:pt x="3" y="0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7" name="Freeform 102">
            <a:extLst>
              <a:ext uri="{FF2B5EF4-FFF2-40B4-BE49-F238E27FC236}">
                <a16:creationId xmlns:a16="http://schemas.microsoft.com/office/drawing/2014/main" id="{8062DB9C-2836-4B4D-8D52-95AC966DC37F}"/>
              </a:ext>
            </a:extLst>
          </p:cNvPr>
          <p:cNvSpPr>
            <a:spLocks/>
          </p:cNvSpPr>
          <p:nvPr/>
        </p:nvSpPr>
        <p:spPr bwMode="auto">
          <a:xfrm>
            <a:off x="2013929" y="311641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8" name="Freeform 103">
            <a:extLst>
              <a:ext uri="{FF2B5EF4-FFF2-40B4-BE49-F238E27FC236}">
                <a16:creationId xmlns:a16="http://schemas.microsoft.com/office/drawing/2014/main" id="{D9AE27CA-8960-420C-935A-EF78318DFBEB}"/>
              </a:ext>
            </a:extLst>
          </p:cNvPr>
          <p:cNvSpPr>
            <a:spLocks/>
          </p:cNvSpPr>
          <p:nvPr/>
        </p:nvSpPr>
        <p:spPr bwMode="auto">
          <a:xfrm>
            <a:off x="2013929" y="3111987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1"/>
                  <a:pt x="2" y="1"/>
                  <a:pt x="2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9" name="Freeform 104">
            <a:extLst>
              <a:ext uri="{FF2B5EF4-FFF2-40B4-BE49-F238E27FC236}">
                <a16:creationId xmlns:a16="http://schemas.microsoft.com/office/drawing/2014/main" id="{260ABDF3-3A17-4A75-AF53-77C82A3393B7}"/>
              </a:ext>
            </a:extLst>
          </p:cNvPr>
          <p:cNvSpPr>
            <a:spLocks/>
          </p:cNvSpPr>
          <p:nvPr/>
        </p:nvSpPr>
        <p:spPr bwMode="auto">
          <a:xfrm>
            <a:off x="1996204" y="3126389"/>
            <a:ext cx="6647" cy="8863"/>
          </a:xfrm>
          <a:custGeom>
            <a:avLst/>
            <a:gdLst>
              <a:gd name="T0" fmla="*/ 1 w 3"/>
              <a:gd name="T1" fmla="*/ 3 h 4"/>
              <a:gd name="T2" fmla="*/ 2 w 3"/>
              <a:gd name="T3" fmla="*/ 3 h 4"/>
              <a:gd name="T4" fmla="*/ 2 w 3"/>
              <a:gd name="T5" fmla="*/ 2 h 4"/>
              <a:gd name="T6" fmla="*/ 2 w 3"/>
              <a:gd name="T7" fmla="*/ 1 h 4"/>
              <a:gd name="T8" fmla="*/ 2 w 3"/>
              <a:gd name="T9" fmla="*/ 0 h 4"/>
              <a:gd name="T10" fmla="*/ 2 w 3"/>
              <a:gd name="T11" fmla="*/ 1 h 4"/>
              <a:gd name="T12" fmla="*/ 1 w 3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" h="4">
                <a:moveTo>
                  <a:pt x="1" y="3"/>
                </a:moveTo>
                <a:cubicBezTo>
                  <a:pt x="2" y="3"/>
                  <a:pt x="2" y="3"/>
                  <a:pt x="2" y="3"/>
                </a:cubicBezTo>
                <a:cubicBezTo>
                  <a:pt x="2" y="4"/>
                  <a:pt x="2" y="3"/>
                  <a:pt x="2" y="2"/>
                </a:cubicBezTo>
                <a:cubicBezTo>
                  <a:pt x="3" y="2"/>
                  <a:pt x="2" y="1"/>
                  <a:pt x="2" y="1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1" y="2"/>
                  <a:pt x="0" y="3"/>
                  <a:pt x="1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0" name="Freeform 105">
            <a:extLst>
              <a:ext uri="{FF2B5EF4-FFF2-40B4-BE49-F238E27FC236}">
                <a16:creationId xmlns:a16="http://schemas.microsoft.com/office/drawing/2014/main" id="{38E0DAD1-4145-423F-A861-D00528ADB123}"/>
              </a:ext>
            </a:extLst>
          </p:cNvPr>
          <p:cNvSpPr>
            <a:spLocks/>
          </p:cNvSpPr>
          <p:nvPr/>
        </p:nvSpPr>
        <p:spPr bwMode="auto">
          <a:xfrm>
            <a:off x="1887633" y="3128605"/>
            <a:ext cx="16618" cy="11078"/>
          </a:xfrm>
          <a:custGeom>
            <a:avLst/>
            <a:gdLst>
              <a:gd name="T0" fmla="*/ 0 w 7"/>
              <a:gd name="T1" fmla="*/ 5 h 5"/>
              <a:gd name="T2" fmla="*/ 4 w 7"/>
              <a:gd name="T3" fmla="*/ 5 h 5"/>
              <a:gd name="T4" fmla="*/ 5 w 7"/>
              <a:gd name="T5" fmla="*/ 0 h 5"/>
              <a:gd name="T6" fmla="*/ 0 w 7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5">
                <a:moveTo>
                  <a:pt x="0" y="5"/>
                </a:moveTo>
                <a:cubicBezTo>
                  <a:pt x="3" y="4"/>
                  <a:pt x="3" y="3"/>
                  <a:pt x="4" y="5"/>
                </a:cubicBezTo>
                <a:cubicBezTo>
                  <a:pt x="7" y="3"/>
                  <a:pt x="4" y="1"/>
                  <a:pt x="5" y="0"/>
                </a:cubicBezTo>
                <a:cubicBezTo>
                  <a:pt x="3" y="2"/>
                  <a:pt x="2" y="2"/>
                  <a:pt x="0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1" name="Freeform 106">
            <a:extLst>
              <a:ext uri="{FF2B5EF4-FFF2-40B4-BE49-F238E27FC236}">
                <a16:creationId xmlns:a16="http://schemas.microsoft.com/office/drawing/2014/main" id="{26C614C5-806F-4DE5-94CE-AF744B0DB8AF}"/>
              </a:ext>
            </a:extLst>
          </p:cNvPr>
          <p:cNvSpPr>
            <a:spLocks/>
          </p:cNvSpPr>
          <p:nvPr/>
        </p:nvSpPr>
        <p:spPr bwMode="auto">
          <a:xfrm>
            <a:off x="1898711" y="3126388"/>
            <a:ext cx="2216" cy="2216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2" name="Freeform 107">
            <a:extLst>
              <a:ext uri="{FF2B5EF4-FFF2-40B4-BE49-F238E27FC236}">
                <a16:creationId xmlns:a16="http://schemas.microsoft.com/office/drawing/2014/main" id="{10F825BA-6517-4568-AB28-20C27B114D07}"/>
              </a:ext>
            </a:extLst>
          </p:cNvPr>
          <p:cNvSpPr>
            <a:spLocks/>
          </p:cNvSpPr>
          <p:nvPr/>
        </p:nvSpPr>
        <p:spPr bwMode="auto">
          <a:xfrm>
            <a:off x="2043841" y="3139684"/>
            <a:ext cx="0" cy="6647"/>
          </a:xfrm>
          <a:custGeom>
            <a:avLst/>
            <a:gdLst>
              <a:gd name="T0" fmla="*/ 0 h 6"/>
              <a:gd name="T1" fmla="*/ 6 h 6"/>
              <a:gd name="T2" fmla="*/ 4 h 6"/>
              <a:gd name="T3" fmla="*/ 0 h 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6">
                <a:moveTo>
                  <a:pt x="0" y="0"/>
                </a:moveTo>
                <a:lnTo>
                  <a:pt x="0" y="6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3" name="Freeform 108">
            <a:extLst>
              <a:ext uri="{FF2B5EF4-FFF2-40B4-BE49-F238E27FC236}">
                <a16:creationId xmlns:a16="http://schemas.microsoft.com/office/drawing/2014/main" id="{57929D9B-7D83-49F5-845A-4C78165EEDF3}"/>
              </a:ext>
            </a:extLst>
          </p:cNvPr>
          <p:cNvSpPr>
            <a:spLocks/>
          </p:cNvSpPr>
          <p:nvPr/>
        </p:nvSpPr>
        <p:spPr bwMode="auto">
          <a:xfrm>
            <a:off x="1878770" y="3141899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1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1"/>
                  <a:pt x="1" y="1"/>
                  <a:pt x="2" y="1"/>
                </a:cubicBezTo>
                <a:cubicBezTo>
                  <a:pt x="1" y="0"/>
                  <a:pt x="0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4" name="Freeform 109">
            <a:extLst>
              <a:ext uri="{FF2B5EF4-FFF2-40B4-BE49-F238E27FC236}">
                <a16:creationId xmlns:a16="http://schemas.microsoft.com/office/drawing/2014/main" id="{8797AEA1-27F8-4441-B706-210F9FFA223D}"/>
              </a:ext>
            </a:extLst>
          </p:cNvPr>
          <p:cNvSpPr>
            <a:spLocks/>
          </p:cNvSpPr>
          <p:nvPr/>
        </p:nvSpPr>
        <p:spPr bwMode="auto">
          <a:xfrm>
            <a:off x="1943026" y="3169596"/>
            <a:ext cx="6647" cy="6647"/>
          </a:xfrm>
          <a:custGeom>
            <a:avLst/>
            <a:gdLst>
              <a:gd name="T0" fmla="*/ 1 w 3"/>
              <a:gd name="T1" fmla="*/ 2 h 3"/>
              <a:gd name="T2" fmla="*/ 3 w 3"/>
              <a:gd name="T3" fmla="*/ 1 h 3"/>
              <a:gd name="T4" fmla="*/ 1 w 3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2"/>
                </a:moveTo>
                <a:cubicBezTo>
                  <a:pt x="1" y="3"/>
                  <a:pt x="2" y="1"/>
                  <a:pt x="3" y="1"/>
                </a:cubicBezTo>
                <a:cubicBezTo>
                  <a:pt x="2" y="1"/>
                  <a:pt x="0" y="0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5" name="Freeform 110">
            <a:extLst>
              <a:ext uri="{FF2B5EF4-FFF2-40B4-BE49-F238E27FC236}">
                <a16:creationId xmlns:a16="http://schemas.microsoft.com/office/drawing/2014/main" id="{90C3E8ED-C273-4E7E-B2AB-8B27DAA44760}"/>
              </a:ext>
            </a:extLst>
          </p:cNvPr>
          <p:cNvSpPr>
            <a:spLocks/>
          </p:cNvSpPr>
          <p:nvPr/>
        </p:nvSpPr>
        <p:spPr bwMode="auto">
          <a:xfrm>
            <a:off x="1876554" y="3162948"/>
            <a:ext cx="4432" cy="8863"/>
          </a:xfrm>
          <a:custGeom>
            <a:avLst/>
            <a:gdLst>
              <a:gd name="T0" fmla="*/ 0 w 2"/>
              <a:gd name="T1" fmla="*/ 3 h 4"/>
              <a:gd name="T2" fmla="*/ 2 w 2"/>
              <a:gd name="T3" fmla="*/ 4 h 4"/>
              <a:gd name="T4" fmla="*/ 0 w 2"/>
              <a:gd name="T5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0" y="3"/>
                </a:moveTo>
                <a:cubicBezTo>
                  <a:pt x="0" y="2"/>
                  <a:pt x="2" y="3"/>
                  <a:pt x="2" y="4"/>
                </a:cubicBezTo>
                <a:cubicBezTo>
                  <a:pt x="2" y="3"/>
                  <a:pt x="1" y="0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6" name="Freeform 111">
            <a:extLst>
              <a:ext uri="{FF2B5EF4-FFF2-40B4-BE49-F238E27FC236}">
                <a16:creationId xmlns:a16="http://schemas.microsoft.com/office/drawing/2014/main" id="{ABE69B51-0F0B-4AD7-873B-B0E42BB238EE}"/>
              </a:ext>
            </a:extLst>
          </p:cNvPr>
          <p:cNvSpPr>
            <a:spLocks/>
          </p:cNvSpPr>
          <p:nvPr/>
        </p:nvSpPr>
        <p:spPr bwMode="auto">
          <a:xfrm>
            <a:off x="1936378" y="3178458"/>
            <a:ext cx="2216" cy="5540"/>
          </a:xfrm>
          <a:custGeom>
            <a:avLst/>
            <a:gdLst>
              <a:gd name="T0" fmla="*/ 0 w 2"/>
              <a:gd name="T1" fmla="*/ 5 h 5"/>
              <a:gd name="T2" fmla="*/ 0 w 2"/>
              <a:gd name="T3" fmla="*/ 5 h 5"/>
              <a:gd name="T4" fmla="*/ 2 w 2"/>
              <a:gd name="T5" fmla="*/ 0 h 5"/>
              <a:gd name="T6" fmla="*/ 0 w 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5"/>
                </a:moveTo>
                <a:lnTo>
                  <a:pt x="0" y="5"/>
                </a:lnTo>
                <a:lnTo>
                  <a:pt x="2" y="0"/>
                </a:lnTo>
                <a:lnTo>
                  <a:pt x="0" y="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7" name="Freeform 112">
            <a:extLst>
              <a:ext uri="{FF2B5EF4-FFF2-40B4-BE49-F238E27FC236}">
                <a16:creationId xmlns:a16="http://schemas.microsoft.com/office/drawing/2014/main" id="{1FF21DEA-E466-4EB5-8D73-698C6261B73F}"/>
              </a:ext>
            </a:extLst>
          </p:cNvPr>
          <p:cNvSpPr>
            <a:spLocks/>
          </p:cNvSpPr>
          <p:nvPr/>
        </p:nvSpPr>
        <p:spPr bwMode="auto">
          <a:xfrm>
            <a:off x="1960751" y="3197292"/>
            <a:ext cx="21050" cy="8863"/>
          </a:xfrm>
          <a:custGeom>
            <a:avLst/>
            <a:gdLst>
              <a:gd name="T0" fmla="*/ 9 w 9"/>
              <a:gd name="T1" fmla="*/ 4 h 4"/>
              <a:gd name="T2" fmla="*/ 5 w 9"/>
              <a:gd name="T3" fmla="*/ 0 h 4"/>
              <a:gd name="T4" fmla="*/ 4 w 9"/>
              <a:gd name="T5" fmla="*/ 4 h 4"/>
              <a:gd name="T6" fmla="*/ 9 w 9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4">
                <a:moveTo>
                  <a:pt x="9" y="4"/>
                </a:moveTo>
                <a:cubicBezTo>
                  <a:pt x="9" y="1"/>
                  <a:pt x="3" y="4"/>
                  <a:pt x="5" y="0"/>
                </a:cubicBezTo>
                <a:cubicBezTo>
                  <a:pt x="0" y="2"/>
                  <a:pt x="7" y="1"/>
                  <a:pt x="4" y="4"/>
                </a:cubicBezTo>
                <a:cubicBezTo>
                  <a:pt x="6" y="3"/>
                  <a:pt x="8" y="3"/>
                  <a:pt x="9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8" name="Freeform 113">
            <a:extLst>
              <a:ext uri="{FF2B5EF4-FFF2-40B4-BE49-F238E27FC236}">
                <a16:creationId xmlns:a16="http://schemas.microsoft.com/office/drawing/2014/main" id="{CAD7A613-92A7-40EF-8A66-CDFDA695A17C}"/>
              </a:ext>
            </a:extLst>
          </p:cNvPr>
          <p:cNvSpPr>
            <a:spLocks/>
          </p:cNvSpPr>
          <p:nvPr/>
        </p:nvSpPr>
        <p:spPr bwMode="auto">
          <a:xfrm>
            <a:off x="1968506" y="3206155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9" name="Freeform 114">
            <a:extLst>
              <a:ext uri="{FF2B5EF4-FFF2-40B4-BE49-F238E27FC236}">
                <a16:creationId xmlns:a16="http://schemas.microsoft.com/office/drawing/2014/main" id="{3A6BB526-CB37-4077-A475-895DB1917AD4}"/>
              </a:ext>
            </a:extLst>
          </p:cNvPr>
          <p:cNvSpPr>
            <a:spLocks/>
          </p:cNvSpPr>
          <p:nvPr/>
        </p:nvSpPr>
        <p:spPr bwMode="auto">
          <a:xfrm>
            <a:off x="1900927" y="3236067"/>
            <a:ext cx="0" cy="2216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0" name="Freeform 115">
            <a:extLst>
              <a:ext uri="{FF2B5EF4-FFF2-40B4-BE49-F238E27FC236}">
                <a16:creationId xmlns:a16="http://schemas.microsoft.com/office/drawing/2014/main" id="{831D2205-AD9F-4965-991F-E06576861681}"/>
              </a:ext>
            </a:extLst>
          </p:cNvPr>
          <p:cNvSpPr>
            <a:spLocks/>
          </p:cNvSpPr>
          <p:nvPr/>
        </p:nvSpPr>
        <p:spPr bwMode="auto">
          <a:xfrm>
            <a:off x="1945241" y="3218341"/>
            <a:ext cx="11079" cy="17726"/>
          </a:xfrm>
          <a:custGeom>
            <a:avLst/>
            <a:gdLst>
              <a:gd name="T0" fmla="*/ 4 w 5"/>
              <a:gd name="T1" fmla="*/ 4 h 8"/>
              <a:gd name="T2" fmla="*/ 5 w 5"/>
              <a:gd name="T3" fmla="*/ 0 h 8"/>
              <a:gd name="T4" fmla="*/ 2 w 5"/>
              <a:gd name="T5" fmla="*/ 8 h 8"/>
              <a:gd name="T6" fmla="*/ 5 w 5"/>
              <a:gd name="T7" fmla="*/ 4 h 8"/>
              <a:gd name="T8" fmla="*/ 4 w 5"/>
              <a:gd name="T9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8">
                <a:moveTo>
                  <a:pt x="4" y="4"/>
                </a:moveTo>
                <a:cubicBezTo>
                  <a:pt x="5" y="0"/>
                  <a:pt x="5" y="0"/>
                  <a:pt x="5" y="0"/>
                </a:cubicBezTo>
                <a:cubicBezTo>
                  <a:pt x="4" y="2"/>
                  <a:pt x="0" y="6"/>
                  <a:pt x="2" y="8"/>
                </a:cubicBezTo>
                <a:cubicBezTo>
                  <a:pt x="4" y="7"/>
                  <a:pt x="5" y="5"/>
                  <a:pt x="5" y="4"/>
                </a:cubicBezTo>
                <a:lnTo>
                  <a:pt x="4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1" name="Freeform 116">
            <a:extLst>
              <a:ext uri="{FF2B5EF4-FFF2-40B4-BE49-F238E27FC236}">
                <a16:creationId xmlns:a16="http://schemas.microsoft.com/office/drawing/2014/main" id="{29FC0DED-2571-4D5C-B92F-0E5D554F3FD7}"/>
              </a:ext>
            </a:extLst>
          </p:cNvPr>
          <p:cNvSpPr>
            <a:spLocks/>
          </p:cNvSpPr>
          <p:nvPr/>
        </p:nvSpPr>
        <p:spPr bwMode="auto">
          <a:xfrm>
            <a:off x="1813406" y="3206155"/>
            <a:ext cx="3323" cy="7755"/>
          </a:xfrm>
          <a:custGeom>
            <a:avLst/>
            <a:gdLst>
              <a:gd name="T0" fmla="*/ 1 w 1"/>
              <a:gd name="T1" fmla="*/ 2 h 3"/>
              <a:gd name="T2" fmla="*/ 1 w 1"/>
              <a:gd name="T3" fmla="*/ 0 h 3"/>
              <a:gd name="T4" fmla="*/ 0 w 1"/>
              <a:gd name="T5" fmla="*/ 1 h 3"/>
              <a:gd name="T6" fmla="*/ 1 w 1"/>
              <a:gd name="T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3">
                <a:moveTo>
                  <a:pt x="1" y="2"/>
                </a:move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3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2" name="Freeform 117">
            <a:extLst>
              <a:ext uri="{FF2B5EF4-FFF2-40B4-BE49-F238E27FC236}">
                <a16:creationId xmlns:a16="http://schemas.microsoft.com/office/drawing/2014/main" id="{355F9612-3ACC-4774-8EC1-5B4995319A5B}"/>
              </a:ext>
            </a:extLst>
          </p:cNvPr>
          <p:cNvSpPr>
            <a:spLocks/>
          </p:cNvSpPr>
          <p:nvPr/>
        </p:nvSpPr>
        <p:spPr bwMode="auto">
          <a:xfrm>
            <a:off x="1811190" y="3208370"/>
            <a:ext cx="2216" cy="2216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3" name="Freeform 118">
            <a:extLst>
              <a:ext uri="{FF2B5EF4-FFF2-40B4-BE49-F238E27FC236}">
                <a16:creationId xmlns:a16="http://schemas.microsoft.com/office/drawing/2014/main" id="{D32228AE-9D51-4D83-8FDB-51CAE2986412}"/>
              </a:ext>
            </a:extLst>
          </p:cNvPr>
          <p:cNvSpPr>
            <a:spLocks/>
          </p:cNvSpPr>
          <p:nvPr/>
        </p:nvSpPr>
        <p:spPr bwMode="auto">
          <a:xfrm>
            <a:off x="1908682" y="3220557"/>
            <a:ext cx="6647" cy="4432"/>
          </a:xfrm>
          <a:custGeom>
            <a:avLst/>
            <a:gdLst>
              <a:gd name="T0" fmla="*/ 1 w 3"/>
              <a:gd name="T1" fmla="*/ 2 h 2"/>
              <a:gd name="T2" fmla="*/ 3 w 3"/>
              <a:gd name="T3" fmla="*/ 0 h 2"/>
              <a:gd name="T4" fmla="*/ 1 w 3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1" y="2"/>
                </a:moveTo>
                <a:cubicBezTo>
                  <a:pt x="2" y="2"/>
                  <a:pt x="2" y="1"/>
                  <a:pt x="3" y="0"/>
                </a:cubicBezTo>
                <a:cubicBezTo>
                  <a:pt x="2" y="0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4" name="Freeform 119">
            <a:extLst>
              <a:ext uri="{FF2B5EF4-FFF2-40B4-BE49-F238E27FC236}">
                <a16:creationId xmlns:a16="http://schemas.microsoft.com/office/drawing/2014/main" id="{98622DF8-59CE-407D-9F00-4EB7D3B1A0CD}"/>
              </a:ext>
            </a:extLst>
          </p:cNvPr>
          <p:cNvSpPr>
            <a:spLocks/>
          </p:cNvSpPr>
          <p:nvPr/>
        </p:nvSpPr>
        <p:spPr bwMode="auto">
          <a:xfrm>
            <a:off x="1804543" y="3229420"/>
            <a:ext cx="4432" cy="4432"/>
          </a:xfrm>
          <a:custGeom>
            <a:avLst/>
            <a:gdLst>
              <a:gd name="T0" fmla="*/ 0 w 4"/>
              <a:gd name="T1" fmla="*/ 4 h 4"/>
              <a:gd name="T2" fmla="*/ 4 w 4"/>
              <a:gd name="T3" fmla="*/ 0 h 4"/>
              <a:gd name="T4" fmla="*/ 0 w 4"/>
              <a:gd name="T5" fmla="*/ 4 h 4"/>
              <a:gd name="T6" fmla="*/ 0 w 4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4">
                <a:moveTo>
                  <a:pt x="0" y="4"/>
                </a:moveTo>
                <a:lnTo>
                  <a:pt x="4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5" name="Freeform 120">
            <a:extLst>
              <a:ext uri="{FF2B5EF4-FFF2-40B4-BE49-F238E27FC236}">
                <a16:creationId xmlns:a16="http://schemas.microsoft.com/office/drawing/2014/main" id="{96984529-480B-4C29-805F-7263A6A6E34C}"/>
              </a:ext>
            </a:extLst>
          </p:cNvPr>
          <p:cNvSpPr>
            <a:spLocks/>
          </p:cNvSpPr>
          <p:nvPr/>
        </p:nvSpPr>
        <p:spPr bwMode="auto">
          <a:xfrm>
            <a:off x="1776846" y="3246038"/>
            <a:ext cx="2216" cy="4432"/>
          </a:xfrm>
          <a:custGeom>
            <a:avLst/>
            <a:gdLst>
              <a:gd name="T0" fmla="*/ 2 w 2"/>
              <a:gd name="T1" fmla="*/ 0 h 4"/>
              <a:gd name="T2" fmla="*/ 2 w 2"/>
              <a:gd name="T3" fmla="*/ 0 h 4"/>
              <a:gd name="T4" fmla="*/ 0 w 2"/>
              <a:gd name="T5" fmla="*/ 4 h 4"/>
              <a:gd name="T6" fmla="*/ 2 w 2"/>
              <a:gd name="T7" fmla="*/ 4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2" y="0"/>
                </a:lnTo>
                <a:lnTo>
                  <a:pt x="0" y="4"/>
                </a:lnTo>
                <a:lnTo>
                  <a:pt x="2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6" name="Freeform 121">
            <a:extLst>
              <a:ext uri="{FF2B5EF4-FFF2-40B4-BE49-F238E27FC236}">
                <a16:creationId xmlns:a16="http://schemas.microsoft.com/office/drawing/2014/main" id="{A09448F1-95C7-44A6-8094-FF7A91750DF1}"/>
              </a:ext>
            </a:extLst>
          </p:cNvPr>
          <p:cNvSpPr>
            <a:spLocks/>
          </p:cNvSpPr>
          <p:nvPr/>
        </p:nvSpPr>
        <p:spPr bwMode="auto">
          <a:xfrm>
            <a:off x="1880985" y="3295891"/>
            <a:ext cx="8863" cy="9971"/>
          </a:xfrm>
          <a:custGeom>
            <a:avLst/>
            <a:gdLst>
              <a:gd name="T0" fmla="*/ 3 w 4"/>
              <a:gd name="T1" fmla="*/ 4 h 4"/>
              <a:gd name="T2" fmla="*/ 3 w 4"/>
              <a:gd name="T3" fmla="*/ 0 h 4"/>
              <a:gd name="T4" fmla="*/ 0 w 4"/>
              <a:gd name="T5" fmla="*/ 3 h 4"/>
              <a:gd name="T6" fmla="*/ 3 w 4"/>
              <a:gd name="T7" fmla="*/ 1 h 4"/>
              <a:gd name="T8" fmla="*/ 3 w 4"/>
              <a:gd name="T9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4">
                <a:moveTo>
                  <a:pt x="3" y="4"/>
                </a:moveTo>
                <a:cubicBezTo>
                  <a:pt x="4" y="3"/>
                  <a:pt x="3" y="0"/>
                  <a:pt x="3" y="0"/>
                </a:cubicBezTo>
                <a:cubicBezTo>
                  <a:pt x="0" y="3"/>
                  <a:pt x="0" y="3"/>
                  <a:pt x="0" y="3"/>
                </a:cubicBezTo>
                <a:cubicBezTo>
                  <a:pt x="2" y="3"/>
                  <a:pt x="1" y="2"/>
                  <a:pt x="3" y="1"/>
                </a:cubicBezTo>
                <a:lnTo>
                  <a:pt x="3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7" name="Freeform 122">
            <a:extLst>
              <a:ext uri="{FF2B5EF4-FFF2-40B4-BE49-F238E27FC236}">
                <a16:creationId xmlns:a16="http://schemas.microsoft.com/office/drawing/2014/main" id="{6EFB0DA4-82E5-4349-B25F-1C6147B57F34}"/>
              </a:ext>
            </a:extLst>
          </p:cNvPr>
          <p:cNvSpPr>
            <a:spLocks/>
          </p:cNvSpPr>
          <p:nvPr/>
        </p:nvSpPr>
        <p:spPr bwMode="auto">
          <a:xfrm>
            <a:off x="1576323" y="3353501"/>
            <a:ext cx="97492" cy="100816"/>
          </a:xfrm>
          <a:custGeom>
            <a:avLst/>
            <a:gdLst>
              <a:gd name="T0" fmla="*/ 33 w 42"/>
              <a:gd name="T1" fmla="*/ 13 h 44"/>
              <a:gd name="T2" fmla="*/ 36 w 42"/>
              <a:gd name="T3" fmla="*/ 11 h 44"/>
              <a:gd name="T4" fmla="*/ 37 w 42"/>
              <a:gd name="T5" fmla="*/ 13 h 44"/>
              <a:gd name="T6" fmla="*/ 37 w 42"/>
              <a:gd name="T7" fmla="*/ 8 h 44"/>
              <a:gd name="T8" fmla="*/ 37 w 42"/>
              <a:gd name="T9" fmla="*/ 16 h 44"/>
              <a:gd name="T10" fmla="*/ 42 w 42"/>
              <a:gd name="T11" fmla="*/ 8 h 44"/>
              <a:gd name="T12" fmla="*/ 39 w 42"/>
              <a:gd name="T13" fmla="*/ 9 h 44"/>
              <a:gd name="T14" fmla="*/ 42 w 42"/>
              <a:gd name="T15" fmla="*/ 3 h 44"/>
              <a:gd name="T16" fmla="*/ 41 w 42"/>
              <a:gd name="T17" fmla="*/ 1 h 44"/>
              <a:gd name="T18" fmla="*/ 41 w 42"/>
              <a:gd name="T19" fmla="*/ 0 h 44"/>
              <a:gd name="T20" fmla="*/ 41 w 42"/>
              <a:gd name="T21" fmla="*/ 0 h 44"/>
              <a:gd name="T22" fmla="*/ 41 w 42"/>
              <a:gd name="T23" fmla="*/ 0 h 44"/>
              <a:gd name="T24" fmla="*/ 40 w 42"/>
              <a:gd name="T25" fmla="*/ 0 h 44"/>
              <a:gd name="T26" fmla="*/ 35 w 42"/>
              <a:gd name="T27" fmla="*/ 2 h 44"/>
              <a:gd name="T28" fmla="*/ 32 w 42"/>
              <a:gd name="T29" fmla="*/ 8 h 44"/>
              <a:gd name="T30" fmla="*/ 31 w 42"/>
              <a:gd name="T31" fmla="*/ 10 h 44"/>
              <a:gd name="T32" fmla="*/ 30 w 42"/>
              <a:gd name="T33" fmla="*/ 11 h 44"/>
              <a:gd name="T34" fmla="*/ 30 w 42"/>
              <a:gd name="T35" fmla="*/ 9 h 44"/>
              <a:gd name="T36" fmla="*/ 28 w 42"/>
              <a:gd name="T37" fmla="*/ 12 h 44"/>
              <a:gd name="T38" fmla="*/ 23 w 42"/>
              <a:gd name="T39" fmla="*/ 18 h 44"/>
              <a:gd name="T40" fmla="*/ 22 w 42"/>
              <a:gd name="T41" fmla="*/ 18 h 44"/>
              <a:gd name="T42" fmla="*/ 23 w 42"/>
              <a:gd name="T43" fmla="*/ 18 h 44"/>
              <a:gd name="T44" fmla="*/ 0 w 42"/>
              <a:gd name="T45" fmla="*/ 41 h 44"/>
              <a:gd name="T46" fmla="*/ 4 w 42"/>
              <a:gd name="T47" fmla="*/ 39 h 44"/>
              <a:gd name="T48" fmla="*/ 8 w 42"/>
              <a:gd name="T49" fmla="*/ 40 h 44"/>
              <a:gd name="T50" fmla="*/ 5 w 42"/>
              <a:gd name="T51" fmla="*/ 42 h 44"/>
              <a:gd name="T52" fmla="*/ 8 w 42"/>
              <a:gd name="T53" fmla="*/ 44 h 44"/>
              <a:gd name="T54" fmla="*/ 12 w 42"/>
              <a:gd name="T55" fmla="*/ 36 h 44"/>
              <a:gd name="T56" fmla="*/ 15 w 42"/>
              <a:gd name="T57" fmla="*/ 37 h 44"/>
              <a:gd name="T58" fmla="*/ 15 w 42"/>
              <a:gd name="T59" fmla="*/ 37 h 44"/>
              <a:gd name="T60" fmla="*/ 18 w 42"/>
              <a:gd name="T61" fmla="*/ 33 h 44"/>
              <a:gd name="T62" fmla="*/ 20 w 42"/>
              <a:gd name="T63" fmla="*/ 34 h 44"/>
              <a:gd name="T64" fmla="*/ 24 w 42"/>
              <a:gd name="T65" fmla="*/ 28 h 44"/>
              <a:gd name="T66" fmla="*/ 24 w 42"/>
              <a:gd name="T67" fmla="*/ 28 h 44"/>
              <a:gd name="T68" fmla="*/ 30 w 42"/>
              <a:gd name="T69" fmla="*/ 20 h 44"/>
              <a:gd name="T70" fmla="*/ 29 w 42"/>
              <a:gd name="T71" fmla="*/ 24 h 44"/>
              <a:gd name="T72" fmla="*/ 31 w 42"/>
              <a:gd name="T73" fmla="*/ 20 h 44"/>
              <a:gd name="T74" fmla="*/ 32 w 42"/>
              <a:gd name="T75" fmla="*/ 22 h 44"/>
              <a:gd name="T76" fmla="*/ 35 w 42"/>
              <a:gd name="T77" fmla="*/ 14 h 44"/>
              <a:gd name="T78" fmla="*/ 33 w 42"/>
              <a:gd name="T79" fmla="*/ 1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2" h="44">
                <a:moveTo>
                  <a:pt x="33" y="13"/>
                </a:moveTo>
                <a:cubicBezTo>
                  <a:pt x="32" y="12"/>
                  <a:pt x="35" y="10"/>
                  <a:pt x="36" y="11"/>
                </a:cubicBezTo>
                <a:cubicBezTo>
                  <a:pt x="37" y="11"/>
                  <a:pt x="36" y="13"/>
                  <a:pt x="37" y="13"/>
                </a:cubicBezTo>
                <a:cubicBezTo>
                  <a:pt x="37" y="8"/>
                  <a:pt x="37" y="8"/>
                  <a:pt x="37" y="8"/>
                </a:cubicBezTo>
                <a:cubicBezTo>
                  <a:pt x="41" y="7"/>
                  <a:pt x="38" y="13"/>
                  <a:pt x="37" y="16"/>
                </a:cubicBezTo>
                <a:cubicBezTo>
                  <a:pt x="40" y="13"/>
                  <a:pt x="39" y="11"/>
                  <a:pt x="42" y="8"/>
                </a:cubicBezTo>
                <a:cubicBezTo>
                  <a:pt x="41" y="9"/>
                  <a:pt x="40" y="9"/>
                  <a:pt x="39" y="9"/>
                </a:cubicBezTo>
                <a:cubicBezTo>
                  <a:pt x="37" y="7"/>
                  <a:pt x="41" y="5"/>
                  <a:pt x="42" y="3"/>
                </a:cubicBezTo>
                <a:cubicBezTo>
                  <a:pt x="40" y="4"/>
                  <a:pt x="41" y="2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2"/>
                  <a:pt x="36" y="1"/>
                  <a:pt x="35" y="2"/>
                </a:cubicBezTo>
                <a:cubicBezTo>
                  <a:pt x="39" y="4"/>
                  <a:pt x="32" y="6"/>
                  <a:pt x="32" y="8"/>
                </a:cubicBezTo>
                <a:cubicBezTo>
                  <a:pt x="31" y="10"/>
                  <a:pt x="31" y="10"/>
                  <a:pt x="31" y="10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10"/>
                  <a:pt x="30" y="10"/>
                  <a:pt x="30" y="9"/>
                </a:cubicBezTo>
                <a:cubicBezTo>
                  <a:pt x="30" y="10"/>
                  <a:pt x="27" y="12"/>
                  <a:pt x="28" y="12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0" y="41"/>
                  <a:pt x="0" y="41"/>
                  <a:pt x="0" y="41"/>
                </a:cubicBezTo>
                <a:cubicBezTo>
                  <a:pt x="1" y="40"/>
                  <a:pt x="3" y="40"/>
                  <a:pt x="4" y="39"/>
                </a:cubicBezTo>
                <a:cubicBezTo>
                  <a:pt x="4" y="42"/>
                  <a:pt x="7" y="37"/>
                  <a:pt x="8" y="40"/>
                </a:cubicBezTo>
                <a:cubicBezTo>
                  <a:pt x="8" y="41"/>
                  <a:pt x="6" y="42"/>
                  <a:pt x="5" y="42"/>
                </a:cubicBezTo>
                <a:cubicBezTo>
                  <a:pt x="6" y="43"/>
                  <a:pt x="8" y="43"/>
                  <a:pt x="8" y="44"/>
                </a:cubicBezTo>
                <a:cubicBezTo>
                  <a:pt x="12" y="43"/>
                  <a:pt x="9" y="38"/>
                  <a:pt x="12" y="36"/>
                </a:cubicBezTo>
                <a:cubicBezTo>
                  <a:pt x="13" y="37"/>
                  <a:pt x="13" y="39"/>
                  <a:pt x="15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16" y="33"/>
                  <a:pt x="19" y="38"/>
                  <a:pt x="18" y="33"/>
                </a:cubicBezTo>
                <a:cubicBezTo>
                  <a:pt x="20" y="34"/>
                  <a:pt x="20" y="34"/>
                  <a:pt x="20" y="34"/>
                </a:cubicBezTo>
                <a:cubicBezTo>
                  <a:pt x="20" y="32"/>
                  <a:pt x="22" y="29"/>
                  <a:pt x="24" y="28"/>
                </a:cubicBezTo>
                <a:cubicBezTo>
                  <a:pt x="24" y="28"/>
                  <a:pt x="24" y="28"/>
                  <a:pt x="24" y="28"/>
                </a:cubicBezTo>
                <a:cubicBezTo>
                  <a:pt x="26" y="22"/>
                  <a:pt x="26" y="25"/>
                  <a:pt x="30" y="20"/>
                </a:cubicBezTo>
                <a:cubicBezTo>
                  <a:pt x="29" y="24"/>
                  <a:pt x="29" y="24"/>
                  <a:pt x="29" y="24"/>
                </a:cubicBezTo>
                <a:cubicBezTo>
                  <a:pt x="32" y="23"/>
                  <a:pt x="30" y="21"/>
                  <a:pt x="31" y="20"/>
                </a:cubicBezTo>
                <a:cubicBezTo>
                  <a:pt x="32" y="20"/>
                  <a:pt x="33" y="21"/>
                  <a:pt x="32" y="22"/>
                </a:cubicBezTo>
                <a:cubicBezTo>
                  <a:pt x="35" y="14"/>
                  <a:pt x="35" y="14"/>
                  <a:pt x="35" y="14"/>
                </a:cubicBezTo>
                <a:cubicBezTo>
                  <a:pt x="35" y="12"/>
                  <a:pt x="34" y="13"/>
                  <a:pt x="33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8" name="Freeform 123">
            <a:extLst>
              <a:ext uri="{FF2B5EF4-FFF2-40B4-BE49-F238E27FC236}">
                <a16:creationId xmlns:a16="http://schemas.microsoft.com/office/drawing/2014/main" id="{1A02629C-45DA-4957-A619-021238D483FE}"/>
              </a:ext>
            </a:extLst>
          </p:cNvPr>
          <p:cNvSpPr>
            <a:spLocks/>
          </p:cNvSpPr>
          <p:nvPr/>
        </p:nvSpPr>
        <p:spPr bwMode="auto">
          <a:xfrm>
            <a:off x="1673815" y="3370118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1"/>
                  <a:pt x="1" y="1"/>
                  <a:pt x="1" y="0"/>
                </a:cubicBezTo>
                <a:cubicBezTo>
                  <a:pt x="1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9" name="Freeform 124">
            <a:extLst>
              <a:ext uri="{FF2B5EF4-FFF2-40B4-BE49-F238E27FC236}">
                <a16:creationId xmlns:a16="http://schemas.microsoft.com/office/drawing/2014/main" id="{AFA0ABBF-5E49-49E4-AF8B-2CC2887EA033}"/>
              </a:ext>
            </a:extLst>
          </p:cNvPr>
          <p:cNvSpPr>
            <a:spLocks/>
          </p:cNvSpPr>
          <p:nvPr/>
        </p:nvSpPr>
        <p:spPr bwMode="auto">
          <a:xfrm>
            <a:off x="1571892" y="3447669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0" name="Freeform 125">
            <a:extLst>
              <a:ext uri="{FF2B5EF4-FFF2-40B4-BE49-F238E27FC236}">
                <a16:creationId xmlns:a16="http://schemas.microsoft.com/office/drawing/2014/main" id="{989D9EB1-1F9E-474A-AA5C-EA0D34DB2A6E}"/>
              </a:ext>
            </a:extLst>
          </p:cNvPr>
          <p:cNvSpPr>
            <a:spLocks/>
          </p:cNvSpPr>
          <p:nvPr/>
        </p:nvSpPr>
        <p:spPr bwMode="auto">
          <a:xfrm>
            <a:off x="1676031" y="3342422"/>
            <a:ext cx="8863" cy="11078"/>
          </a:xfrm>
          <a:custGeom>
            <a:avLst/>
            <a:gdLst>
              <a:gd name="T0" fmla="*/ 4 w 4"/>
              <a:gd name="T1" fmla="*/ 2 h 5"/>
              <a:gd name="T2" fmla="*/ 3 w 4"/>
              <a:gd name="T3" fmla="*/ 0 h 5"/>
              <a:gd name="T4" fmla="*/ 0 w 4"/>
              <a:gd name="T5" fmla="*/ 3 h 5"/>
              <a:gd name="T6" fmla="*/ 1 w 4"/>
              <a:gd name="T7" fmla="*/ 5 h 5"/>
              <a:gd name="T8" fmla="*/ 4 w 4"/>
              <a:gd name="T9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2"/>
                </a:moveTo>
                <a:cubicBezTo>
                  <a:pt x="2" y="2"/>
                  <a:pt x="4" y="0"/>
                  <a:pt x="3" y="0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1" y="5"/>
                </a:cubicBez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1" name="Freeform 126">
            <a:extLst>
              <a:ext uri="{FF2B5EF4-FFF2-40B4-BE49-F238E27FC236}">
                <a16:creationId xmlns:a16="http://schemas.microsoft.com/office/drawing/2014/main" id="{C6348061-80C9-4134-B5B4-A2D3AE488AED}"/>
              </a:ext>
            </a:extLst>
          </p:cNvPr>
          <p:cNvSpPr>
            <a:spLocks/>
          </p:cNvSpPr>
          <p:nvPr/>
        </p:nvSpPr>
        <p:spPr bwMode="auto">
          <a:xfrm>
            <a:off x="1671599" y="3346854"/>
            <a:ext cx="4432" cy="6647"/>
          </a:xfrm>
          <a:custGeom>
            <a:avLst/>
            <a:gdLst>
              <a:gd name="T0" fmla="*/ 0 w 2"/>
              <a:gd name="T1" fmla="*/ 1 h 3"/>
              <a:gd name="T2" fmla="*/ 0 w 2"/>
              <a:gd name="T3" fmla="*/ 3 h 3"/>
              <a:gd name="T4" fmla="*/ 2 w 2"/>
              <a:gd name="T5" fmla="*/ 1 h 3"/>
              <a:gd name="T6" fmla="*/ 0 w 2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1"/>
                </a:moveTo>
                <a:cubicBezTo>
                  <a:pt x="0" y="1"/>
                  <a:pt x="0" y="2"/>
                  <a:pt x="0" y="3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1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2" name="Freeform 127">
            <a:extLst>
              <a:ext uri="{FF2B5EF4-FFF2-40B4-BE49-F238E27FC236}">
                <a16:creationId xmlns:a16="http://schemas.microsoft.com/office/drawing/2014/main" id="{8C52D581-D901-4F1C-B822-17B64AB42B93}"/>
              </a:ext>
            </a:extLst>
          </p:cNvPr>
          <p:cNvSpPr>
            <a:spLocks/>
          </p:cNvSpPr>
          <p:nvPr/>
        </p:nvSpPr>
        <p:spPr bwMode="auto">
          <a:xfrm>
            <a:off x="1740286" y="3417756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2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2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3" name="Freeform 128">
            <a:extLst>
              <a:ext uri="{FF2B5EF4-FFF2-40B4-BE49-F238E27FC236}">
                <a16:creationId xmlns:a16="http://schemas.microsoft.com/office/drawing/2014/main" id="{3B587DFB-577F-426E-B32E-71EEE2BA35F5}"/>
              </a:ext>
            </a:extLst>
          </p:cNvPr>
          <p:cNvSpPr>
            <a:spLocks/>
          </p:cNvSpPr>
          <p:nvPr/>
        </p:nvSpPr>
        <p:spPr bwMode="auto">
          <a:xfrm>
            <a:off x="1712590" y="3429943"/>
            <a:ext cx="6647" cy="4432"/>
          </a:xfrm>
          <a:custGeom>
            <a:avLst/>
            <a:gdLst>
              <a:gd name="T0" fmla="*/ 0 w 3"/>
              <a:gd name="T1" fmla="*/ 2 h 2"/>
              <a:gd name="T2" fmla="*/ 3 w 3"/>
              <a:gd name="T3" fmla="*/ 0 h 2"/>
              <a:gd name="T4" fmla="*/ 0 w 3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0" y="2"/>
                </a:moveTo>
                <a:cubicBezTo>
                  <a:pt x="2" y="2"/>
                  <a:pt x="3" y="0"/>
                  <a:pt x="3" y="0"/>
                </a:cubicBezTo>
                <a:cubicBezTo>
                  <a:pt x="1" y="1"/>
                  <a:pt x="2" y="0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4" name="Freeform 129">
            <a:extLst>
              <a:ext uri="{FF2B5EF4-FFF2-40B4-BE49-F238E27FC236}">
                <a16:creationId xmlns:a16="http://schemas.microsoft.com/office/drawing/2014/main" id="{6DA78599-8823-4942-85D7-3905F76F9706}"/>
              </a:ext>
            </a:extLst>
          </p:cNvPr>
          <p:cNvSpPr>
            <a:spLocks/>
          </p:cNvSpPr>
          <p:nvPr/>
        </p:nvSpPr>
        <p:spPr bwMode="auto">
          <a:xfrm>
            <a:off x="1738071" y="3452100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5" name="Freeform 130">
            <a:extLst>
              <a:ext uri="{FF2B5EF4-FFF2-40B4-BE49-F238E27FC236}">
                <a16:creationId xmlns:a16="http://schemas.microsoft.com/office/drawing/2014/main" id="{CFC1B1CF-5D7B-42D7-AFFB-D5CB67BBB3FC}"/>
              </a:ext>
            </a:extLst>
          </p:cNvPr>
          <p:cNvSpPr>
            <a:spLocks/>
          </p:cNvSpPr>
          <p:nvPr/>
        </p:nvSpPr>
        <p:spPr bwMode="auto">
          <a:xfrm>
            <a:off x="1558596" y="3491983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6" name="Freeform 131">
            <a:extLst>
              <a:ext uri="{FF2B5EF4-FFF2-40B4-BE49-F238E27FC236}">
                <a16:creationId xmlns:a16="http://schemas.microsoft.com/office/drawing/2014/main" id="{C69CF3B0-B321-4EBB-AC02-1FDF633FABC9}"/>
              </a:ext>
            </a:extLst>
          </p:cNvPr>
          <p:cNvSpPr>
            <a:spLocks/>
          </p:cNvSpPr>
          <p:nvPr/>
        </p:nvSpPr>
        <p:spPr bwMode="auto">
          <a:xfrm>
            <a:off x="1526469" y="3447668"/>
            <a:ext cx="62040" cy="62040"/>
          </a:xfrm>
          <a:custGeom>
            <a:avLst/>
            <a:gdLst>
              <a:gd name="T0" fmla="*/ 26 w 27"/>
              <a:gd name="T1" fmla="*/ 5 h 27"/>
              <a:gd name="T2" fmla="*/ 24 w 27"/>
              <a:gd name="T3" fmla="*/ 0 h 27"/>
              <a:gd name="T4" fmla="*/ 23 w 27"/>
              <a:gd name="T5" fmla="*/ 3 h 27"/>
              <a:gd name="T6" fmla="*/ 22 w 27"/>
              <a:gd name="T7" fmla="*/ 2 h 27"/>
              <a:gd name="T8" fmla="*/ 20 w 27"/>
              <a:gd name="T9" fmla="*/ 4 h 27"/>
              <a:gd name="T10" fmla="*/ 23 w 27"/>
              <a:gd name="T11" fmla="*/ 6 h 27"/>
              <a:gd name="T12" fmla="*/ 17 w 27"/>
              <a:gd name="T13" fmla="*/ 7 h 27"/>
              <a:gd name="T14" fmla="*/ 14 w 27"/>
              <a:gd name="T15" fmla="*/ 10 h 27"/>
              <a:gd name="T16" fmla="*/ 14 w 27"/>
              <a:gd name="T17" fmla="*/ 10 h 27"/>
              <a:gd name="T18" fmla="*/ 13 w 27"/>
              <a:gd name="T19" fmla="*/ 11 h 27"/>
              <a:gd name="T20" fmla="*/ 2 w 27"/>
              <a:gd name="T21" fmla="*/ 24 h 27"/>
              <a:gd name="T22" fmla="*/ 5 w 27"/>
              <a:gd name="T23" fmla="*/ 27 h 27"/>
              <a:gd name="T24" fmla="*/ 10 w 27"/>
              <a:gd name="T25" fmla="*/ 20 h 27"/>
              <a:gd name="T26" fmla="*/ 12 w 27"/>
              <a:gd name="T27" fmla="*/ 21 h 27"/>
              <a:gd name="T28" fmla="*/ 12 w 27"/>
              <a:gd name="T29" fmla="*/ 17 h 27"/>
              <a:gd name="T30" fmla="*/ 10 w 27"/>
              <a:gd name="T31" fmla="*/ 18 h 27"/>
              <a:gd name="T32" fmla="*/ 17 w 27"/>
              <a:gd name="T33" fmla="*/ 11 h 27"/>
              <a:gd name="T34" fmla="*/ 13 w 27"/>
              <a:gd name="T35" fmla="*/ 17 h 27"/>
              <a:gd name="T36" fmla="*/ 15 w 27"/>
              <a:gd name="T37" fmla="*/ 19 h 27"/>
              <a:gd name="T38" fmla="*/ 26 w 27"/>
              <a:gd name="T39" fmla="*/ 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7" h="27">
                <a:moveTo>
                  <a:pt x="26" y="5"/>
                </a:moveTo>
                <a:cubicBezTo>
                  <a:pt x="21" y="7"/>
                  <a:pt x="27" y="1"/>
                  <a:pt x="24" y="0"/>
                </a:cubicBezTo>
                <a:cubicBezTo>
                  <a:pt x="23" y="3"/>
                  <a:pt x="23" y="3"/>
                  <a:pt x="23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0" y="4"/>
                  <a:pt x="20" y="4"/>
                  <a:pt x="20" y="4"/>
                </a:cubicBezTo>
                <a:cubicBezTo>
                  <a:pt x="22" y="5"/>
                  <a:pt x="22" y="5"/>
                  <a:pt x="23" y="6"/>
                </a:cubicBezTo>
                <a:cubicBezTo>
                  <a:pt x="19" y="9"/>
                  <a:pt x="21" y="6"/>
                  <a:pt x="17" y="7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3" y="11"/>
                  <a:pt x="13" y="11"/>
                  <a:pt x="13" y="11"/>
                </a:cubicBezTo>
                <a:cubicBezTo>
                  <a:pt x="2" y="24"/>
                  <a:pt x="2" y="24"/>
                  <a:pt x="2" y="24"/>
                </a:cubicBezTo>
                <a:cubicBezTo>
                  <a:pt x="0" y="27"/>
                  <a:pt x="5" y="24"/>
                  <a:pt x="5" y="27"/>
                </a:cubicBezTo>
                <a:cubicBezTo>
                  <a:pt x="7" y="25"/>
                  <a:pt x="12" y="22"/>
                  <a:pt x="10" y="20"/>
                </a:cubicBezTo>
                <a:cubicBezTo>
                  <a:pt x="11" y="20"/>
                  <a:pt x="11" y="21"/>
                  <a:pt x="12" y="21"/>
                </a:cubicBezTo>
                <a:cubicBezTo>
                  <a:pt x="12" y="17"/>
                  <a:pt x="12" y="17"/>
                  <a:pt x="12" y="17"/>
                </a:cubicBezTo>
                <a:cubicBezTo>
                  <a:pt x="10" y="18"/>
                  <a:pt x="10" y="18"/>
                  <a:pt x="10" y="18"/>
                </a:cubicBezTo>
                <a:cubicBezTo>
                  <a:pt x="9" y="15"/>
                  <a:pt x="15" y="11"/>
                  <a:pt x="17" y="11"/>
                </a:cubicBezTo>
                <a:cubicBezTo>
                  <a:pt x="14" y="14"/>
                  <a:pt x="18" y="15"/>
                  <a:pt x="13" y="17"/>
                </a:cubicBezTo>
                <a:cubicBezTo>
                  <a:pt x="13" y="18"/>
                  <a:pt x="15" y="18"/>
                  <a:pt x="15" y="19"/>
                </a:cubicBezTo>
                <a:cubicBezTo>
                  <a:pt x="18" y="14"/>
                  <a:pt x="23" y="11"/>
                  <a:pt x="26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7" name="Freeform 132">
            <a:extLst>
              <a:ext uri="{FF2B5EF4-FFF2-40B4-BE49-F238E27FC236}">
                <a16:creationId xmlns:a16="http://schemas.microsoft.com/office/drawing/2014/main" id="{F8EC453A-163F-4048-BAFF-633618C827E6}"/>
              </a:ext>
            </a:extLst>
          </p:cNvPr>
          <p:cNvSpPr>
            <a:spLocks/>
          </p:cNvSpPr>
          <p:nvPr/>
        </p:nvSpPr>
        <p:spPr bwMode="auto">
          <a:xfrm>
            <a:off x="1484370" y="3562886"/>
            <a:ext cx="0" cy="2216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8" name="Freeform 133">
            <a:extLst>
              <a:ext uri="{FF2B5EF4-FFF2-40B4-BE49-F238E27FC236}">
                <a16:creationId xmlns:a16="http://schemas.microsoft.com/office/drawing/2014/main" id="{5E87E75B-B34F-47B1-BA78-E9407F8C061B}"/>
              </a:ext>
            </a:extLst>
          </p:cNvPr>
          <p:cNvSpPr>
            <a:spLocks/>
          </p:cNvSpPr>
          <p:nvPr/>
        </p:nvSpPr>
        <p:spPr bwMode="auto">
          <a:xfrm>
            <a:off x="1482155" y="3551808"/>
            <a:ext cx="7755" cy="11078"/>
          </a:xfrm>
          <a:custGeom>
            <a:avLst/>
            <a:gdLst>
              <a:gd name="T0" fmla="*/ 3 w 3"/>
              <a:gd name="T1" fmla="*/ 4 h 5"/>
              <a:gd name="T2" fmla="*/ 3 w 3"/>
              <a:gd name="T3" fmla="*/ 0 h 5"/>
              <a:gd name="T4" fmla="*/ 0 w 3"/>
              <a:gd name="T5" fmla="*/ 4 h 5"/>
              <a:gd name="T6" fmla="*/ 1 w 3"/>
              <a:gd name="T7" fmla="*/ 5 h 5"/>
              <a:gd name="T8" fmla="*/ 2 w 3"/>
              <a:gd name="T9" fmla="*/ 3 h 5"/>
              <a:gd name="T10" fmla="*/ 3 w 3"/>
              <a:gd name="T11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" h="5">
                <a:moveTo>
                  <a:pt x="3" y="4"/>
                </a:moveTo>
                <a:cubicBezTo>
                  <a:pt x="3" y="0"/>
                  <a:pt x="3" y="0"/>
                  <a:pt x="3" y="0"/>
                </a:cubicBezTo>
                <a:cubicBezTo>
                  <a:pt x="0" y="4"/>
                  <a:pt x="0" y="4"/>
                  <a:pt x="0" y="4"/>
                </a:cubicBezTo>
                <a:cubicBezTo>
                  <a:pt x="1" y="5"/>
                  <a:pt x="1" y="5"/>
                  <a:pt x="1" y="5"/>
                </a:cubicBezTo>
                <a:cubicBezTo>
                  <a:pt x="1" y="5"/>
                  <a:pt x="1" y="3"/>
                  <a:pt x="2" y="3"/>
                </a:cubicBezTo>
                <a:lnTo>
                  <a:pt x="3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9" name="Freeform 134">
            <a:extLst>
              <a:ext uri="{FF2B5EF4-FFF2-40B4-BE49-F238E27FC236}">
                <a16:creationId xmlns:a16="http://schemas.microsoft.com/office/drawing/2014/main" id="{48435CBB-C9B4-4A4F-996A-2CF2C12E714F}"/>
              </a:ext>
            </a:extLst>
          </p:cNvPr>
          <p:cNvSpPr>
            <a:spLocks/>
          </p:cNvSpPr>
          <p:nvPr/>
        </p:nvSpPr>
        <p:spPr bwMode="auto">
          <a:xfrm>
            <a:off x="1489910" y="3541837"/>
            <a:ext cx="8863" cy="16618"/>
          </a:xfrm>
          <a:custGeom>
            <a:avLst/>
            <a:gdLst>
              <a:gd name="T0" fmla="*/ 1 w 4"/>
              <a:gd name="T1" fmla="*/ 0 h 7"/>
              <a:gd name="T2" fmla="*/ 4 w 4"/>
              <a:gd name="T3" fmla="*/ 4 h 7"/>
              <a:gd name="T4" fmla="*/ 2 w 4"/>
              <a:gd name="T5" fmla="*/ 6 h 7"/>
              <a:gd name="T6" fmla="*/ 4 w 4"/>
              <a:gd name="T7" fmla="*/ 4 h 7"/>
              <a:gd name="T8" fmla="*/ 1 w 4"/>
              <a:gd name="T9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7">
                <a:moveTo>
                  <a:pt x="1" y="0"/>
                </a:moveTo>
                <a:cubicBezTo>
                  <a:pt x="0" y="3"/>
                  <a:pt x="2" y="4"/>
                  <a:pt x="4" y="4"/>
                </a:cubicBezTo>
                <a:cubicBezTo>
                  <a:pt x="3" y="7"/>
                  <a:pt x="1" y="3"/>
                  <a:pt x="2" y="6"/>
                </a:cubicBezTo>
                <a:cubicBezTo>
                  <a:pt x="3" y="7"/>
                  <a:pt x="4" y="5"/>
                  <a:pt x="4" y="4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0" name="Freeform 135">
            <a:extLst>
              <a:ext uri="{FF2B5EF4-FFF2-40B4-BE49-F238E27FC236}">
                <a16:creationId xmlns:a16="http://schemas.microsoft.com/office/drawing/2014/main" id="{DF759CC5-66D7-4851-919E-2E9725340EB3}"/>
              </a:ext>
            </a:extLst>
          </p:cNvPr>
          <p:cNvSpPr>
            <a:spLocks/>
          </p:cNvSpPr>
          <p:nvPr/>
        </p:nvSpPr>
        <p:spPr bwMode="auto">
          <a:xfrm>
            <a:off x="1524254" y="3514140"/>
            <a:ext cx="4432" cy="2216"/>
          </a:xfrm>
          <a:custGeom>
            <a:avLst/>
            <a:gdLst>
              <a:gd name="T0" fmla="*/ 0 w 4"/>
              <a:gd name="T1" fmla="*/ 0 h 2"/>
              <a:gd name="T2" fmla="*/ 0 w 4"/>
              <a:gd name="T3" fmla="*/ 2 h 2"/>
              <a:gd name="T4" fmla="*/ 4 w 4"/>
              <a:gd name="T5" fmla="*/ 0 h 2"/>
              <a:gd name="T6" fmla="*/ 0 w 4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2">
                <a:moveTo>
                  <a:pt x="0" y="0"/>
                </a:moveTo>
                <a:lnTo>
                  <a:pt x="0" y="2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1" name="Freeform 136">
            <a:extLst>
              <a:ext uri="{FF2B5EF4-FFF2-40B4-BE49-F238E27FC236}">
                <a16:creationId xmlns:a16="http://schemas.microsoft.com/office/drawing/2014/main" id="{7387A5ED-E813-4D2A-808D-0C7221FD88FD}"/>
              </a:ext>
            </a:extLst>
          </p:cNvPr>
          <p:cNvSpPr>
            <a:spLocks/>
          </p:cNvSpPr>
          <p:nvPr/>
        </p:nvSpPr>
        <p:spPr bwMode="auto">
          <a:xfrm>
            <a:off x="1522038" y="3516356"/>
            <a:ext cx="4432" cy="5540"/>
          </a:xfrm>
          <a:custGeom>
            <a:avLst/>
            <a:gdLst>
              <a:gd name="T0" fmla="*/ 1 w 2"/>
              <a:gd name="T1" fmla="*/ 0 h 2"/>
              <a:gd name="T2" fmla="*/ 0 w 2"/>
              <a:gd name="T3" fmla="*/ 1 h 2"/>
              <a:gd name="T4" fmla="*/ 2 w 2"/>
              <a:gd name="T5" fmla="*/ 2 h 2"/>
              <a:gd name="T6" fmla="*/ 1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1" y="2"/>
                  <a:pt x="1" y="2"/>
                  <a:pt x="2" y="2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2" name="Freeform 137">
            <a:extLst>
              <a:ext uri="{FF2B5EF4-FFF2-40B4-BE49-F238E27FC236}">
                <a16:creationId xmlns:a16="http://schemas.microsoft.com/office/drawing/2014/main" id="{0C9425FE-7C82-4164-8CA5-BAEA2160B5ED}"/>
              </a:ext>
            </a:extLst>
          </p:cNvPr>
          <p:cNvSpPr>
            <a:spLocks/>
          </p:cNvSpPr>
          <p:nvPr/>
        </p:nvSpPr>
        <p:spPr bwMode="auto">
          <a:xfrm>
            <a:off x="1507636" y="3526327"/>
            <a:ext cx="4432" cy="4432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1" y="1"/>
                  <a:pt x="0" y="2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3" name="Freeform 138">
            <a:extLst>
              <a:ext uri="{FF2B5EF4-FFF2-40B4-BE49-F238E27FC236}">
                <a16:creationId xmlns:a16="http://schemas.microsoft.com/office/drawing/2014/main" id="{84325276-83D1-493A-AB19-A734A66CABE4}"/>
              </a:ext>
            </a:extLst>
          </p:cNvPr>
          <p:cNvSpPr>
            <a:spLocks/>
          </p:cNvSpPr>
          <p:nvPr/>
        </p:nvSpPr>
        <p:spPr bwMode="auto">
          <a:xfrm>
            <a:off x="1512067" y="3524111"/>
            <a:ext cx="4432" cy="2216"/>
          </a:xfrm>
          <a:custGeom>
            <a:avLst/>
            <a:gdLst>
              <a:gd name="T0" fmla="*/ 2 w 2"/>
              <a:gd name="T1" fmla="*/ 0 h 1"/>
              <a:gd name="T2" fmla="*/ 2 w 2"/>
              <a:gd name="T3" fmla="*/ 0 h 1"/>
              <a:gd name="T4" fmla="*/ 0 w 2"/>
              <a:gd name="T5" fmla="*/ 1 h 1"/>
              <a:gd name="T6" fmla="*/ 2 w 2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1"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0" y="1"/>
                  <a:pt x="0" y="1"/>
                  <a:pt x="0" y="1"/>
                </a:cubicBezTo>
                <a:cubicBezTo>
                  <a:pt x="1" y="1"/>
                  <a:pt x="2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4" name="Freeform 139">
            <a:extLst>
              <a:ext uri="{FF2B5EF4-FFF2-40B4-BE49-F238E27FC236}">
                <a16:creationId xmlns:a16="http://schemas.microsoft.com/office/drawing/2014/main" id="{C4631EC2-3852-4308-9FA3-44F87F868E6A}"/>
              </a:ext>
            </a:extLst>
          </p:cNvPr>
          <p:cNvSpPr>
            <a:spLocks/>
          </p:cNvSpPr>
          <p:nvPr/>
        </p:nvSpPr>
        <p:spPr bwMode="auto">
          <a:xfrm>
            <a:off x="1512067" y="3516356"/>
            <a:ext cx="9971" cy="7755"/>
          </a:xfrm>
          <a:custGeom>
            <a:avLst/>
            <a:gdLst>
              <a:gd name="T0" fmla="*/ 4 w 4"/>
              <a:gd name="T1" fmla="*/ 1 h 3"/>
              <a:gd name="T2" fmla="*/ 0 w 4"/>
              <a:gd name="T3" fmla="*/ 2 h 3"/>
              <a:gd name="T4" fmla="*/ 2 w 4"/>
              <a:gd name="T5" fmla="*/ 3 h 3"/>
              <a:gd name="T6" fmla="*/ 4 w 4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3">
                <a:moveTo>
                  <a:pt x="4" y="1"/>
                </a:moveTo>
                <a:cubicBezTo>
                  <a:pt x="3" y="1"/>
                  <a:pt x="1" y="0"/>
                  <a:pt x="0" y="2"/>
                </a:cubicBezTo>
                <a:cubicBezTo>
                  <a:pt x="2" y="3"/>
                  <a:pt x="2" y="3"/>
                  <a:pt x="2" y="3"/>
                </a:cubicBezTo>
                <a:lnTo>
                  <a:pt x="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5" name="Freeform 140">
            <a:extLst>
              <a:ext uri="{FF2B5EF4-FFF2-40B4-BE49-F238E27FC236}">
                <a16:creationId xmlns:a16="http://schemas.microsoft.com/office/drawing/2014/main" id="{6823074A-05EC-4288-9C2B-B53F7794DE48}"/>
              </a:ext>
            </a:extLst>
          </p:cNvPr>
          <p:cNvSpPr>
            <a:spLocks/>
          </p:cNvSpPr>
          <p:nvPr/>
        </p:nvSpPr>
        <p:spPr bwMode="auto">
          <a:xfrm>
            <a:off x="1708159" y="3473150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6" name="Freeform 141">
            <a:extLst>
              <a:ext uri="{FF2B5EF4-FFF2-40B4-BE49-F238E27FC236}">
                <a16:creationId xmlns:a16="http://schemas.microsoft.com/office/drawing/2014/main" id="{D5D6580A-6E5F-491F-81E0-761F36DA104A}"/>
              </a:ext>
            </a:extLst>
          </p:cNvPr>
          <p:cNvSpPr>
            <a:spLocks/>
          </p:cNvSpPr>
          <p:nvPr/>
        </p:nvSpPr>
        <p:spPr bwMode="auto">
          <a:xfrm>
            <a:off x="1687109" y="3489767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0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7" name="Freeform 142">
            <a:extLst>
              <a:ext uri="{FF2B5EF4-FFF2-40B4-BE49-F238E27FC236}">
                <a16:creationId xmlns:a16="http://schemas.microsoft.com/office/drawing/2014/main" id="{0759E9D0-9BED-42A9-B2A8-2C67A8B0F759}"/>
              </a:ext>
            </a:extLst>
          </p:cNvPr>
          <p:cNvSpPr>
            <a:spLocks/>
          </p:cNvSpPr>
          <p:nvPr/>
        </p:nvSpPr>
        <p:spPr bwMode="auto">
          <a:xfrm>
            <a:off x="1671599" y="3491983"/>
            <a:ext cx="25481" cy="40991"/>
          </a:xfrm>
          <a:custGeom>
            <a:avLst/>
            <a:gdLst>
              <a:gd name="T0" fmla="*/ 10 w 11"/>
              <a:gd name="T1" fmla="*/ 13 h 18"/>
              <a:gd name="T2" fmla="*/ 7 w 11"/>
              <a:gd name="T3" fmla="*/ 12 h 18"/>
              <a:gd name="T4" fmla="*/ 7 w 11"/>
              <a:gd name="T5" fmla="*/ 7 h 18"/>
              <a:gd name="T6" fmla="*/ 9 w 11"/>
              <a:gd name="T7" fmla="*/ 9 h 18"/>
              <a:gd name="T8" fmla="*/ 8 w 11"/>
              <a:gd name="T9" fmla="*/ 6 h 18"/>
              <a:gd name="T10" fmla="*/ 7 w 11"/>
              <a:gd name="T11" fmla="*/ 0 h 18"/>
              <a:gd name="T12" fmla="*/ 0 w 11"/>
              <a:gd name="T13" fmla="*/ 10 h 18"/>
              <a:gd name="T14" fmla="*/ 7 w 11"/>
              <a:gd name="T15" fmla="*/ 18 h 18"/>
              <a:gd name="T16" fmla="*/ 10 w 11"/>
              <a:gd name="T17" fmla="*/ 13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18">
                <a:moveTo>
                  <a:pt x="10" y="13"/>
                </a:moveTo>
                <a:cubicBezTo>
                  <a:pt x="7" y="13"/>
                  <a:pt x="10" y="9"/>
                  <a:pt x="7" y="12"/>
                </a:cubicBezTo>
                <a:cubicBezTo>
                  <a:pt x="5" y="11"/>
                  <a:pt x="5" y="8"/>
                  <a:pt x="7" y="7"/>
                </a:cubicBezTo>
                <a:cubicBezTo>
                  <a:pt x="8" y="8"/>
                  <a:pt x="7" y="9"/>
                  <a:pt x="9" y="9"/>
                </a:cubicBezTo>
                <a:cubicBezTo>
                  <a:pt x="8" y="7"/>
                  <a:pt x="10" y="8"/>
                  <a:pt x="8" y="6"/>
                </a:cubicBezTo>
                <a:cubicBezTo>
                  <a:pt x="8" y="4"/>
                  <a:pt x="7" y="3"/>
                  <a:pt x="7" y="0"/>
                </a:cubicBezTo>
                <a:cubicBezTo>
                  <a:pt x="6" y="3"/>
                  <a:pt x="1" y="5"/>
                  <a:pt x="0" y="10"/>
                </a:cubicBezTo>
                <a:cubicBezTo>
                  <a:pt x="1" y="13"/>
                  <a:pt x="4" y="15"/>
                  <a:pt x="7" y="18"/>
                </a:cubicBezTo>
                <a:cubicBezTo>
                  <a:pt x="8" y="18"/>
                  <a:pt x="11" y="15"/>
                  <a:pt x="10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8" name="Freeform 143">
            <a:extLst>
              <a:ext uri="{FF2B5EF4-FFF2-40B4-BE49-F238E27FC236}">
                <a16:creationId xmlns:a16="http://schemas.microsoft.com/office/drawing/2014/main" id="{7A461A4F-EE3F-4038-B171-855B2B839FE3}"/>
              </a:ext>
            </a:extLst>
          </p:cNvPr>
          <p:cNvSpPr>
            <a:spLocks/>
          </p:cNvSpPr>
          <p:nvPr/>
        </p:nvSpPr>
        <p:spPr bwMode="auto">
          <a:xfrm>
            <a:off x="1705942" y="3516356"/>
            <a:ext cx="2216" cy="5540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1"/>
                  <a:pt x="1" y="1"/>
                  <a:pt x="1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9" name="Freeform 144">
            <a:extLst>
              <a:ext uri="{FF2B5EF4-FFF2-40B4-BE49-F238E27FC236}">
                <a16:creationId xmlns:a16="http://schemas.microsoft.com/office/drawing/2014/main" id="{DD653575-BE53-4DE5-B2CA-A19DDBECF68F}"/>
              </a:ext>
            </a:extLst>
          </p:cNvPr>
          <p:cNvSpPr>
            <a:spLocks/>
          </p:cNvSpPr>
          <p:nvPr/>
        </p:nvSpPr>
        <p:spPr bwMode="auto">
          <a:xfrm>
            <a:off x="1618422" y="3514140"/>
            <a:ext cx="4432" cy="7755"/>
          </a:xfrm>
          <a:custGeom>
            <a:avLst/>
            <a:gdLst>
              <a:gd name="T0" fmla="*/ 0 w 2"/>
              <a:gd name="T1" fmla="*/ 0 h 3"/>
              <a:gd name="T2" fmla="*/ 1 w 2"/>
              <a:gd name="T3" fmla="*/ 3 h 3"/>
              <a:gd name="T4" fmla="*/ 2 w 2"/>
              <a:gd name="T5" fmla="*/ 0 h 3"/>
              <a:gd name="T6" fmla="*/ 0 w 2"/>
              <a:gd name="T7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0"/>
                </a:moveTo>
                <a:cubicBezTo>
                  <a:pt x="0" y="1"/>
                  <a:pt x="0" y="2"/>
                  <a:pt x="1" y="3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1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0" name="Freeform 145">
            <a:extLst>
              <a:ext uri="{FF2B5EF4-FFF2-40B4-BE49-F238E27FC236}">
                <a16:creationId xmlns:a16="http://schemas.microsoft.com/office/drawing/2014/main" id="{0D2C0AEF-BB60-4724-89A0-15415A8F77CE}"/>
              </a:ext>
            </a:extLst>
          </p:cNvPr>
          <p:cNvSpPr>
            <a:spLocks/>
          </p:cNvSpPr>
          <p:nvPr/>
        </p:nvSpPr>
        <p:spPr bwMode="auto">
          <a:xfrm>
            <a:off x="1622853" y="3511924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1" name="Freeform 146">
            <a:extLst>
              <a:ext uri="{FF2B5EF4-FFF2-40B4-BE49-F238E27FC236}">
                <a16:creationId xmlns:a16="http://schemas.microsoft.com/office/drawing/2014/main" id="{C5F82111-BD29-4FA4-BE89-A8D4DAE827DC}"/>
              </a:ext>
            </a:extLst>
          </p:cNvPr>
          <p:cNvSpPr>
            <a:spLocks/>
          </p:cNvSpPr>
          <p:nvPr/>
        </p:nvSpPr>
        <p:spPr bwMode="auto">
          <a:xfrm>
            <a:off x="1618422" y="351414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2" name="Freeform 147">
            <a:extLst>
              <a:ext uri="{FF2B5EF4-FFF2-40B4-BE49-F238E27FC236}">
                <a16:creationId xmlns:a16="http://schemas.microsoft.com/office/drawing/2014/main" id="{8CE4587A-5777-48CA-9AA0-774B95AB8C17}"/>
              </a:ext>
            </a:extLst>
          </p:cNvPr>
          <p:cNvSpPr>
            <a:spLocks/>
          </p:cNvSpPr>
          <p:nvPr/>
        </p:nvSpPr>
        <p:spPr bwMode="auto">
          <a:xfrm>
            <a:off x="1496557" y="3535190"/>
            <a:ext cx="4432" cy="4432"/>
          </a:xfrm>
          <a:custGeom>
            <a:avLst/>
            <a:gdLst>
              <a:gd name="T0" fmla="*/ 2 w 2"/>
              <a:gd name="T1" fmla="*/ 1 h 2"/>
              <a:gd name="T2" fmla="*/ 0 w 2"/>
              <a:gd name="T3" fmla="*/ 2 h 2"/>
              <a:gd name="T4" fmla="*/ 2 w 2"/>
              <a:gd name="T5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1"/>
                </a:moveTo>
                <a:cubicBezTo>
                  <a:pt x="1" y="0"/>
                  <a:pt x="1" y="1"/>
                  <a:pt x="0" y="2"/>
                </a:cubicBezTo>
                <a:cubicBezTo>
                  <a:pt x="1" y="1"/>
                  <a:pt x="1" y="1"/>
                  <a:pt x="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3" name="Freeform 148">
            <a:extLst>
              <a:ext uri="{FF2B5EF4-FFF2-40B4-BE49-F238E27FC236}">
                <a16:creationId xmlns:a16="http://schemas.microsoft.com/office/drawing/2014/main" id="{5C3A6744-5E48-4FA6-8178-0F98B8543B20}"/>
              </a:ext>
            </a:extLst>
          </p:cNvPr>
          <p:cNvSpPr>
            <a:spLocks/>
          </p:cNvSpPr>
          <p:nvPr/>
        </p:nvSpPr>
        <p:spPr bwMode="auto">
          <a:xfrm>
            <a:off x="1422330" y="3622711"/>
            <a:ext cx="4432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4" name="Freeform 149">
            <a:extLst>
              <a:ext uri="{FF2B5EF4-FFF2-40B4-BE49-F238E27FC236}">
                <a16:creationId xmlns:a16="http://schemas.microsoft.com/office/drawing/2014/main" id="{052995BD-7C76-4321-A7BA-40950B89C248}"/>
              </a:ext>
            </a:extLst>
          </p:cNvPr>
          <p:cNvSpPr>
            <a:spLocks/>
          </p:cNvSpPr>
          <p:nvPr/>
        </p:nvSpPr>
        <p:spPr bwMode="auto">
          <a:xfrm>
            <a:off x="1443379" y="369804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5" name="Freeform 150">
            <a:extLst>
              <a:ext uri="{FF2B5EF4-FFF2-40B4-BE49-F238E27FC236}">
                <a16:creationId xmlns:a16="http://schemas.microsoft.com/office/drawing/2014/main" id="{9FD78D8B-5A96-4295-B062-345D1741E58D}"/>
              </a:ext>
            </a:extLst>
          </p:cNvPr>
          <p:cNvSpPr>
            <a:spLocks/>
          </p:cNvSpPr>
          <p:nvPr/>
        </p:nvSpPr>
        <p:spPr bwMode="auto">
          <a:xfrm>
            <a:off x="1436733" y="3698046"/>
            <a:ext cx="8863" cy="12187"/>
          </a:xfrm>
          <a:custGeom>
            <a:avLst/>
            <a:gdLst>
              <a:gd name="T0" fmla="*/ 3 w 4"/>
              <a:gd name="T1" fmla="*/ 0 h 5"/>
              <a:gd name="T2" fmla="*/ 1 w 4"/>
              <a:gd name="T3" fmla="*/ 4 h 5"/>
              <a:gd name="T4" fmla="*/ 1 w 4"/>
              <a:gd name="T5" fmla="*/ 4 h 5"/>
              <a:gd name="T6" fmla="*/ 0 w 4"/>
              <a:gd name="T7" fmla="*/ 5 h 5"/>
              <a:gd name="T8" fmla="*/ 3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3" y="0"/>
                </a:moveTo>
                <a:cubicBezTo>
                  <a:pt x="3" y="2"/>
                  <a:pt x="1" y="2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0" y="5"/>
                  <a:pt x="0" y="5"/>
                  <a:pt x="0" y="5"/>
                </a:cubicBezTo>
                <a:cubicBezTo>
                  <a:pt x="1" y="4"/>
                  <a:pt x="4" y="2"/>
                  <a:pt x="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6" name="Freeform 151">
            <a:extLst>
              <a:ext uri="{FF2B5EF4-FFF2-40B4-BE49-F238E27FC236}">
                <a16:creationId xmlns:a16="http://schemas.microsoft.com/office/drawing/2014/main" id="{68EB9415-FAD5-4F56-B43D-68C40BB25674}"/>
              </a:ext>
            </a:extLst>
          </p:cNvPr>
          <p:cNvSpPr>
            <a:spLocks/>
          </p:cNvSpPr>
          <p:nvPr/>
        </p:nvSpPr>
        <p:spPr bwMode="auto">
          <a:xfrm>
            <a:off x="3501789" y="1464595"/>
            <a:ext cx="854162" cy="845299"/>
          </a:xfrm>
          <a:custGeom>
            <a:avLst/>
            <a:gdLst>
              <a:gd name="T0" fmla="*/ 0 w 771"/>
              <a:gd name="T1" fmla="*/ 763 h 763"/>
              <a:gd name="T2" fmla="*/ 771 w 771"/>
              <a:gd name="T3" fmla="*/ 0 h 763"/>
              <a:gd name="T4" fmla="*/ 0 w 771"/>
              <a:gd name="T5" fmla="*/ 763 h 7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1" h="763">
                <a:moveTo>
                  <a:pt x="0" y="763"/>
                </a:moveTo>
                <a:lnTo>
                  <a:pt x="771" y="0"/>
                </a:lnTo>
                <a:lnTo>
                  <a:pt x="0" y="7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7" name="Line 152">
            <a:extLst>
              <a:ext uri="{FF2B5EF4-FFF2-40B4-BE49-F238E27FC236}">
                <a16:creationId xmlns:a16="http://schemas.microsoft.com/office/drawing/2014/main" id="{19A3A50C-7627-4B16-9EB1-C668F87A1A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1789" y="1464595"/>
            <a:ext cx="854162" cy="84529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1" name="Freeform 156">
            <a:extLst>
              <a:ext uri="{FF2B5EF4-FFF2-40B4-BE49-F238E27FC236}">
                <a16:creationId xmlns:a16="http://schemas.microsoft.com/office/drawing/2014/main" id="{BA84F0DC-191D-4651-A541-D6A3F4B70AFB}"/>
              </a:ext>
            </a:extLst>
          </p:cNvPr>
          <p:cNvSpPr>
            <a:spLocks/>
          </p:cNvSpPr>
          <p:nvPr/>
        </p:nvSpPr>
        <p:spPr bwMode="auto">
          <a:xfrm>
            <a:off x="3856305" y="1971996"/>
            <a:ext cx="19942" cy="25481"/>
          </a:xfrm>
          <a:custGeom>
            <a:avLst/>
            <a:gdLst>
              <a:gd name="T0" fmla="*/ 2 w 9"/>
              <a:gd name="T1" fmla="*/ 6 h 11"/>
              <a:gd name="T2" fmla="*/ 2 w 9"/>
              <a:gd name="T3" fmla="*/ 8 h 11"/>
              <a:gd name="T4" fmla="*/ 9 w 9"/>
              <a:gd name="T5" fmla="*/ 1 h 11"/>
              <a:gd name="T6" fmla="*/ 6 w 9"/>
              <a:gd name="T7" fmla="*/ 0 h 11"/>
              <a:gd name="T8" fmla="*/ 4 w 9"/>
              <a:gd name="T9" fmla="*/ 3 h 11"/>
              <a:gd name="T10" fmla="*/ 4 w 9"/>
              <a:gd name="T11" fmla="*/ 2 h 11"/>
              <a:gd name="T12" fmla="*/ 0 w 9"/>
              <a:gd name="T13" fmla="*/ 1 h 11"/>
              <a:gd name="T14" fmla="*/ 0 w 9"/>
              <a:gd name="T15" fmla="*/ 2 h 11"/>
              <a:gd name="T16" fmla="*/ 1 w 9"/>
              <a:gd name="T17" fmla="*/ 11 h 11"/>
              <a:gd name="T18" fmla="*/ 2 w 9"/>
              <a:gd name="T19" fmla="*/ 6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11">
                <a:moveTo>
                  <a:pt x="2" y="6"/>
                </a:moveTo>
                <a:cubicBezTo>
                  <a:pt x="2" y="6"/>
                  <a:pt x="2" y="7"/>
                  <a:pt x="2" y="8"/>
                </a:cubicBezTo>
                <a:cubicBezTo>
                  <a:pt x="9" y="1"/>
                  <a:pt x="9" y="1"/>
                  <a:pt x="9" y="1"/>
                </a:cubicBezTo>
                <a:cubicBezTo>
                  <a:pt x="8" y="0"/>
                  <a:pt x="5" y="2"/>
                  <a:pt x="6" y="0"/>
                </a:cubicBezTo>
                <a:cubicBezTo>
                  <a:pt x="5" y="0"/>
                  <a:pt x="4" y="2"/>
                  <a:pt x="4" y="3"/>
                </a:cubicBezTo>
                <a:cubicBezTo>
                  <a:pt x="4" y="2"/>
                  <a:pt x="4" y="2"/>
                  <a:pt x="4" y="2"/>
                </a:cubicBezTo>
                <a:cubicBezTo>
                  <a:pt x="4" y="5"/>
                  <a:pt x="0" y="3"/>
                  <a:pt x="0" y="1"/>
                </a:cubicBezTo>
                <a:cubicBezTo>
                  <a:pt x="0" y="2"/>
                  <a:pt x="0" y="2"/>
                  <a:pt x="0" y="2"/>
                </a:cubicBezTo>
                <a:cubicBezTo>
                  <a:pt x="1" y="11"/>
                  <a:pt x="1" y="11"/>
                  <a:pt x="1" y="11"/>
                </a:cubicBezTo>
                <a:cubicBezTo>
                  <a:pt x="3" y="9"/>
                  <a:pt x="0" y="8"/>
                  <a:pt x="2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2" name="Freeform 157">
            <a:extLst>
              <a:ext uri="{FF2B5EF4-FFF2-40B4-BE49-F238E27FC236}">
                <a16:creationId xmlns:a16="http://schemas.microsoft.com/office/drawing/2014/main" id="{8FF750D3-29C9-446A-B585-12199E2FFB59}"/>
              </a:ext>
            </a:extLst>
          </p:cNvPr>
          <p:cNvSpPr>
            <a:spLocks/>
          </p:cNvSpPr>
          <p:nvPr/>
        </p:nvSpPr>
        <p:spPr bwMode="auto">
          <a:xfrm>
            <a:off x="3533916" y="2294384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1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3" name="Freeform 158">
            <a:extLst>
              <a:ext uri="{FF2B5EF4-FFF2-40B4-BE49-F238E27FC236}">
                <a16:creationId xmlns:a16="http://schemas.microsoft.com/office/drawing/2014/main" id="{1B7C557F-E375-4033-B80D-E98A993FEF5B}"/>
              </a:ext>
            </a:extLst>
          </p:cNvPr>
          <p:cNvSpPr>
            <a:spLocks/>
          </p:cNvSpPr>
          <p:nvPr/>
        </p:nvSpPr>
        <p:spPr bwMode="auto">
          <a:xfrm>
            <a:off x="3858520" y="2001909"/>
            <a:ext cx="0" cy="6647"/>
          </a:xfrm>
          <a:custGeom>
            <a:avLst/>
            <a:gdLst>
              <a:gd name="T0" fmla="*/ 0 h 3"/>
              <a:gd name="T1" fmla="*/ 3 h 3"/>
              <a:gd name="T2" fmla="*/ 0 h 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">
                <a:moveTo>
                  <a:pt x="0" y="0"/>
                </a:moveTo>
                <a:cubicBezTo>
                  <a:pt x="0" y="3"/>
                  <a:pt x="0" y="3"/>
                  <a:pt x="0" y="3"/>
                </a:cubicBezTo>
                <a:cubicBezTo>
                  <a:pt x="0" y="2"/>
                  <a:pt x="0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4" name="Freeform 159">
            <a:extLst>
              <a:ext uri="{FF2B5EF4-FFF2-40B4-BE49-F238E27FC236}">
                <a16:creationId xmlns:a16="http://schemas.microsoft.com/office/drawing/2014/main" id="{C3AB5A95-150D-4C13-A4AE-C7AE882ED5AA}"/>
              </a:ext>
            </a:extLst>
          </p:cNvPr>
          <p:cNvSpPr>
            <a:spLocks/>
          </p:cNvSpPr>
          <p:nvPr/>
        </p:nvSpPr>
        <p:spPr bwMode="auto">
          <a:xfrm>
            <a:off x="3826392" y="1926574"/>
            <a:ext cx="2216" cy="4432"/>
          </a:xfrm>
          <a:custGeom>
            <a:avLst/>
            <a:gdLst>
              <a:gd name="T0" fmla="*/ 1 w 1"/>
              <a:gd name="T1" fmla="*/ 1 h 2"/>
              <a:gd name="T2" fmla="*/ 0 w 1"/>
              <a:gd name="T3" fmla="*/ 0 h 2"/>
              <a:gd name="T4" fmla="*/ 1 w 1"/>
              <a:gd name="T5" fmla="*/ 2 h 2"/>
              <a:gd name="T6" fmla="*/ 1 w 1"/>
              <a:gd name="T7" fmla="*/ 2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cubicBezTo>
                  <a:pt x="0" y="0"/>
                  <a:pt x="0" y="0"/>
                  <a:pt x="0" y="0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1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5" name="Freeform 160">
            <a:extLst>
              <a:ext uri="{FF2B5EF4-FFF2-40B4-BE49-F238E27FC236}">
                <a16:creationId xmlns:a16="http://schemas.microsoft.com/office/drawing/2014/main" id="{56C35BE1-C33F-4356-9ECE-EA890F75DC85}"/>
              </a:ext>
            </a:extLst>
          </p:cNvPr>
          <p:cNvSpPr>
            <a:spLocks/>
          </p:cNvSpPr>
          <p:nvPr/>
        </p:nvSpPr>
        <p:spPr bwMode="auto">
          <a:xfrm>
            <a:off x="3798695" y="2084998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6" name="Freeform 161">
            <a:extLst>
              <a:ext uri="{FF2B5EF4-FFF2-40B4-BE49-F238E27FC236}">
                <a16:creationId xmlns:a16="http://schemas.microsoft.com/office/drawing/2014/main" id="{B2B18F26-469F-4565-B475-BA7A6C1FC84F}"/>
              </a:ext>
            </a:extLst>
          </p:cNvPr>
          <p:cNvSpPr>
            <a:spLocks/>
          </p:cNvSpPr>
          <p:nvPr/>
        </p:nvSpPr>
        <p:spPr bwMode="auto">
          <a:xfrm>
            <a:off x="3839686" y="1866750"/>
            <a:ext cx="12187" cy="27697"/>
          </a:xfrm>
          <a:custGeom>
            <a:avLst/>
            <a:gdLst>
              <a:gd name="T0" fmla="*/ 5 w 5"/>
              <a:gd name="T1" fmla="*/ 0 h 12"/>
              <a:gd name="T2" fmla="*/ 3 w 5"/>
              <a:gd name="T3" fmla="*/ 4 h 12"/>
              <a:gd name="T4" fmla="*/ 1 w 5"/>
              <a:gd name="T5" fmla="*/ 3 h 12"/>
              <a:gd name="T6" fmla="*/ 1 w 5"/>
              <a:gd name="T7" fmla="*/ 5 h 12"/>
              <a:gd name="T8" fmla="*/ 2 w 5"/>
              <a:gd name="T9" fmla="*/ 5 h 12"/>
              <a:gd name="T10" fmla="*/ 3 w 5"/>
              <a:gd name="T11" fmla="*/ 12 h 12"/>
              <a:gd name="T12" fmla="*/ 5 w 5"/>
              <a:gd name="T13" fmla="*/ 8 h 12"/>
              <a:gd name="T14" fmla="*/ 5 w 5"/>
              <a:gd name="T15" fmla="*/ 7 h 12"/>
              <a:gd name="T16" fmla="*/ 5 w 5"/>
              <a:gd name="T17" fmla="*/ 2 h 12"/>
              <a:gd name="T18" fmla="*/ 5 w 5"/>
              <a:gd name="T1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" h="12">
                <a:moveTo>
                  <a:pt x="5" y="0"/>
                </a:moveTo>
                <a:cubicBezTo>
                  <a:pt x="3" y="4"/>
                  <a:pt x="3" y="4"/>
                  <a:pt x="3" y="4"/>
                </a:cubicBezTo>
                <a:cubicBezTo>
                  <a:pt x="3" y="3"/>
                  <a:pt x="1" y="5"/>
                  <a:pt x="1" y="3"/>
                </a:cubicBezTo>
                <a:cubicBezTo>
                  <a:pt x="1" y="4"/>
                  <a:pt x="0" y="5"/>
                  <a:pt x="1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8"/>
                  <a:pt x="4" y="8"/>
                  <a:pt x="3" y="12"/>
                </a:cubicBezTo>
                <a:cubicBezTo>
                  <a:pt x="5" y="12"/>
                  <a:pt x="5" y="10"/>
                  <a:pt x="5" y="8"/>
                </a:cubicBezTo>
                <a:cubicBezTo>
                  <a:pt x="5" y="8"/>
                  <a:pt x="5" y="7"/>
                  <a:pt x="5" y="7"/>
                </a:cubicBezTo>
                <a:cubicBezTo>
                  <a:pt x="5" y="2"/>
                  <a:pt x="5" y="2"/>
                  <a:pt x="5" y="2"/>
                </a:cubicBezTo>
                <a:lnTo>
                  <a:pt x="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7" name="Freeform 162">
            <a:extLst>
              <a:ext uri="{FF2B5EF4-FFF2-40B4-BE49-F238E27FC236}">
                <a16:creationId xmlns:a16="http://schemas.microsoft.com/office/drawing/2014/main" id="{F9F81FD6-13C4-41D3-AEC4-CE09CCEDB5BE}"/>
              </a:ext>
            </a:extLst>
          </p:cNvPr>
          <p:cNvSpPr>
            <a:spLocks/>
          </p:cNvSpPr>
          <p:nvPr/>
        </p:nvSpPr>
        <p:spPr bwMode="auto">
          <a:xfrm>
            <a:off x="3604820" y="2176951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8" name="Freeform 163">
            <a:extLst>
              <a:ext uri="{FF2B5EF4-FFF2-40B4-BE49-F238E27FC236}">
                <a16:creationId xmlns:a16="http://schemas.microsoft.com/office/drawing/2014/main" id="{2C66166B-5985-4671-A754-CFC236D96875}"/>
              </a:ext>
            </a:extLst>
          </p:cNvPr>
          <p:cNvSpPr>
            <a:spLocks/>
          </p:cNvSpPr>
          <p:nvPr/>
        </p:nvSpPr>
        <p:spPr bwMode="auto">
          <a:xfrm>
            <a:off x="3604820" y="2172519"/>
            <a:ext cx="0" cy="4432"/>
          </a:xfrm>
          <a:custGeom>
            <a:avLst/>
            <a:gdLst>
              <a:gd name="T0" fmla="*/ 1 h 2"/>
              <a:gd name="T1" fmla="*/ 2 h 2"/>
              <a:gd name="T2" fmla="*/ 1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1"/>
                </a:move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9" name="Freeform 164">
            <a:extLst>
              <a:ext uri="{FF2B5EF4-FFF2-40B4-BE49-F238E27FC236}">
                <a16:creationId xmlns:a16="http://schemas.microsoft.com/office/drawing/2014/main" id="{D031CC9D-2544-4F68-BCF8-F2CBDE1C3F3A}"/>
              </a:ext>
            </a:extLst>
          </p:cNvPr>
          <p:cNvSpPr>
            <a:spLocks/>
          </p:cNvSpPr>
          <p:nvPr/>
        </p:nvSpPr>
        <p:spPr bwMode="auto">
          <a:xfrm>
            <a:off x="3856304" y="1997477"/>
            <a:ext cx="2216" cy="4432"/>
          </a:xfrm>
          <a:custGeom>
            <a:avLst/>
            <a:gdLst>
              <a:gd name="T0" fmla="*/ 0 w 1"/>
              <a:gd name="T1" fmla="*/ 0 h 2"/>
              <a:gd name="T2" fmla="*/ 1 w 1"/>
              <a:gd name="T3" fmla="*/ 2 h 2"/>
              <a:gd name="T4" fmla="*/ 1 w 1"/>
              <a:gd name="T5" fmla="*/ 0 h 2"/>
              <a:gd name="T6" fmla="*/ 0 w 1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0" y="0"/>
                </a:moveTo>
                <a:cubicBezTo>
                  <a:pt x="0" y="0"/>
                  <a:pt x="1" y="1"/>
                  <a:pt x="1" y="2"/>
                </a:cubicBezTo>
                <a:cubicBezTo>
                  <a:pt x="1" y="0"/>
                  <a:pt x="1" y="0"/>
                  <a:pt x="1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0" name="Freeform 165">
            <a:extLst>
              <a:ext uri="{FF2B5EF4-FFF2-40B4-BE49-F238E27FC236}">
                <a16:creationId xmlns:a16="http://schemas.microsoft.com/office/drawing/2014/main" id="{CB1948DC-5D61-4A29-B584-2619BC34C196}"/>
              </a:ext>
            </a:extLst>
          </p:cNvPr>
          <p:cNvSpPr>
            <a:spLocks/>
          </p:cNvSpPr>
          <p:nvPr/>
        </p:nvSpPr>
        <p:spPr bwMode="auto">
          <a:xfrm>
            <a:off x="3851873" y="1971996"/>
            <a:ext cx="4432" cy="8863"/>
          </a:xfrm>
          <a:custGeom>
            <a:avLst/>
            <a:gdLst>
              <a:gd name="T0" fmla="*/ 0 w 2"/>
              <a:gd name="T1" fmla="*/ 4 h 4"/>
              <a:gd name="T2" fmla="*/ 2 w 2"/>
              <a:gd name="T3" fmla="*/ 2 h 4"/>
              <a:gd name="T4" fmla="*/ 2 w 2"/>
              <a:gd name="T5" fmla="*/ 0 h 4"/>
              <a:gd name="T6" fmla="*/ 0 w 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0" y="4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1" y="2"/>
                  <a:pt x="0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1" name="Freeform 166">
            <a:extLst>
              <a:ext uri="{FF2B5EF4-FFF2-40B4-BE49-F238E27FC236}">
                <a16:creationId xmlns:a16="http://schemas.microsoft.com/office/drawing/2014/main" id="{3C6F2888-F0A0-43A0-9ADE-55AB356F769A}"/>
              </a:ext>
            </a:extLst>
          </p:cNvPr>
          <p:cNvSpPr>
            <a:spLocks/>
          </p:cNvSpPr>
          <p:nvPr/>
        </p:nvSpPr>
        <p:spPr bwMode="auto">
          <a:xfrm>
            <a:off x="3784294" y="2004124"/>
            <a:ext cx="76442" cy="124081"/>
          </a:xfrm>
          <a:custGeom>
            <a:avLst/>
            <a:gdLst>
              <a:gd name="T0" fmla="*/ 12 w 33"/>
              <a:gd name="T1" fmla="*/ 32 h 54"/>
              <a:gd name="T2" fmla="*/ 8 w 33"/>
              <a:gd name="T3" fmla="*/ 30 h 54"/>
              <a:gd name="T4" fmla="*/ 7 w 33"/>
              <a:gd name="T5" fmla="*/ 35 h 54"/>
              <a:gd name="T6" fmla="*/ 13 w 33"/>
              <a:gd name="T7" fmla="*/ 34 h 54"/>
              <a:gd name="T8" fmla="*/ 11 w 33"/>
              <a:gd name="T9" fmla="*/ 41 h 54"/>
              <a:gd name="T10" fmla="*/ 9 w 33"/>
              <a:gd name="T11" fmla="*/ 35 h 54"/>
              <a:gd name="T12" fmla="*/ 9 w 33"/>
              <a:gd name="T13" fmla="*/ 39 h 54"/>
              <a:gd name="T14" fmla="*/ 1 w 33"/>
              <a:gd name="T15" fmla="*/ 46 h 54"/>
              <a:gd name="T16" fmla="*/ 1 w 33"/>
              <a:gd name="T17" fmla="*/ 51 h 54"/>
              <a:gd name="T18" fmla="*/ 7 w 33"/>
              <a:gd name="T19" fmla="*/ 50 h 54"/>
              <a:gd name="T20" fmla="*/ 6 w 33"/>
              <a:gd name="T21" fmla="*/ 50 h 54"/>
              <a:gd name="T22" fmla="*/ 8 w 33"/>
              <a:gd name="T23" fmla="*/ 49 h 54"/>
              <a:gd name="T24" fmla="*/ 7 w 33"/>
              <a:gd name="T25" fmla="*/ 45 h 54"/>
              <a:gd name="T26" fmla="*/ 9 w 33"/>
              <a:gd name="T27" fmla="*/ 44 h 54"/>
              <a:gd name="T28" fmla="*/ 8 w 33"/>
              <a:gd name="T29" fmla="*/ 46 h 54"/>
              <a:gd name="T30" fmla="*/ 12 w 33"/>
              <a:gd name="T31" fmla="*/ 41 h 54"/>
              <a:gd name="T32" fmla="*/ 12 w 33"/>
              <a:gd name="T33" fmla="*/ 43 h 54"/>
              <a:gd name="T34" fmla="*/ 15 w 33"/>
              <a:gd name="T35" fmla="*/ 36 h 54"/>
              <a:gd name="T36" fmla="*/ 16 w 33"/>
              <a:gd name="T37" fmla="*/ 39 h 54"/>
              <a:gd name="T38" fmla="*/ 23 w 33"/>
              <a:gd name="T39" fmla="*/ 30 h 54"/>
              <a:gd name="T40" fmla="*/ 22 w 33"/>
              <a:gd name="T41" fmla="*/ 30 h 54"/>
              <a:gd name="T42" fmla="*/ 26 w 33"/>
              <a:gd name="T43" fmla="*/ 30 h 54"/>
              <a:gd name="T44" fmla="*/ 33 w 33"/>
              <a:gd name="T45" fmla="*/ 21 h 54"/>
              <a:gd name="T46" fmla="*/ 32 w 33"/>
              <a:gd name="T47" fmla="*/ 2 h 54"/>
              <a:gd name="T48" fmla="*/ 31 w 33"/>
              <a:gd name="T49" fmla="*/ 3 h 54"/>
              <a:gd name="T50" fmla="*/ 28 w 33"/>
              <a:gd name="T51" fmla="*/ 0 h 54"/>
              <a:gd name="T52" fmla="*/ 28 w 33"/>
              <a:gd name="T53" fmla="*/ 5 h 54"/>
              <a:gd name="T54" fmla="*/ 23 w 33"/>
              <a:gd name="T55" fmla="*/ 3 h 54"/>
              <a:gd name="T56" fmla="*/ 19 w 33"/>
              <a:gd name="T57" fmla="*/ 27 h 54"/>
              <a:gd name="T58" fmla="*/ 12 w 33"/>
              <a:gd name="T59" fmla="*/ 31 h 54"/>
              <a:gd name="T60" fmla="*/ 13 w 33"/>
              <a:gd name="T61" fmla="*/ 25 h 54"/>
              <a:gd name="T62" fmla="*/ 9 w 33"/>
              <a:gd name="T63" fmla="*/ 29 h 54"/>
              <a:gd name="T64" fmla="*/ 12 w 33"/>
              <a:gd name="T65" fmla="*/ 32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" h="54">
                <a:moveTo>
                  <a:pt x="12" y="32"/>
                </a:moveTo>
                <a:cubicBezTo>
                  <a:pt x="7" y="38"/>
                  <a:pt x="11" y="29"/>
                  <a:pt x="8" y="30"/>
                </a:cubicBezTo>
                <a:cubicBezTo>
                  <a:pt x="7" y="32"/>
                  <a:pt x="7" y="34"/>
                  <a:pt x="7" y="35"/>
                </a:cubicBezTo>
                <a:cubicBezTo>
                  <a:pt x="10" y="30"/>
                  <a:pt x="10" y="39"/>
                  <a:pt x="13" y="34"/>
                </a:cubicBezTo>
                <a:cubicBezTo>
                  <a:pt x="15" y="37"/>
                  <a:pt x="12" y="40"/>
                  <a:pt x="11" y="41"/>
                </a:cubicBezTo>
                <a:cubicBezTo>
                  <a:pt x="7" y="40"/>
                  <a:pt x="11" y="38"/>
                  <a:pt x="9" y="35"/>
                </a:cubicBezTo>
                <a:cubicBezTo>
                  <a:pt x="8" y="37"/>
                  <a:pt x="8" y="37"/>
                  <a:pt x="9" y="39"/>
                </a:cubicBezTo>
                <a:cubicBezTo>
                  <a:pt x="6" y="41"/>
                  <a:pt x="6" y="47"/>
                  <a:pt x="1" y="46"/>
                </a:cubicBezTo>
                <a:cubicBezTo>
                  <a:pt x="0" y="48"/>
                  <a:pt x="1" y="49"/>
                  <a:pt x="1" y="51"/>
                </a:cubicBezTo>
                <a:cubicBezTo>
                  <a:pt x="3" y="54"/>
                  <a:pt x="5" y="49"/>
                  <a:pt x="7" y="50"/>
                </a:cubicBezTo>
                <a:cubicBezTo>
                  <a:pt x="7" y="50"/>
                  <a:pt x="6" y="50"/>
                  <a:pt x="6" y="50"/>
                </a:cubicBezTo>
                <a:cubicBezTo>
                  <a:pt x="8" y="49"/>
                  <a:pt x="8" y="49"/>
                  <a:pt x="8" y="49"/>
                </a:cubicBezTo>
                <a:cubicBezTo>
                  <a:pt x="6" y="50"/>
                  <a:pt x="6" y="46"/>
                  <a:pt x="7" y="45"/>
                </a:cubicBezTo>
                <a:cubicBezTo>
                  <a:pt x="7" y="45"/>
                  <a:pt x="8" y="43"/>
                  <a:pt x="9" y="44"/>
                </a:cubicBezTo>
                <a:cubicBezTo>
                  <a:pt x="8" y="46"/>
                  <a:pt x="8" y="46"/>
                  <a:pt x="8" y="46"/>
                </a:cubicBezTo>
                <a:cubicBezTo>
                  <a:pt x="10" y="45"/>
                  <a:pt x="10" y="41"/>
                  <a:pt x="12" y="41"/>
                </a:cubicBezTo>
                <a:cubicBezTo>
                  <a:pt x="12" y="42"/>
                  <a:pt x="12" y="42"/>
                  <a:pt x="12" y="43"/>
                </a:cubicBezTo>
                <a:cubicBezTo>
                  <a:pt x="12" y="40"/>
                  <a:pt x="14" y="39"/>
                  <a:pt x="15" y="36"/>
                </a:cubicBezTo>
                <a:cubicBezTo>
                  <a:pt x="16" y="39"/>
                  <a:pt x="16" y="39"/>
                  <a:pt x="16" y="39"/>
                </a:cubicBezTo>
                <a:cubicBezTo>
                  <a:pt x="15" y="35"/>
                  <a:pt x="20" y="32"/>
                  <a:pt x="23" y="30"/>
                </a:cubicBezTo>
                <a:cubicBezTo>
                  <a:pt x="23" y="30"/>
                  <a:pt x="22" y="31"/>
                  <a:pt x="22" y="30"/>
                </a:cubicBezTo>
                <a:cubicBezTo>
                  <a:pt x="23" y="28"/>
                  <a:pt x="26" y="28"/>
                  <a:pt x="26" y="30"/>
                </a:cubicBezTo>
                <a:cubicBezTo>
                  <a:pt x="26" y="27"/>
                  <a:pt x="33" y="26"/>
                  <a:pt x="33" y="21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2"/>
                  <a:pt x="32" y="3"/>
                  <a:pt x="31" y="3"/>
                </a:cubicBezTo>
                <a:cubicBezTo>
                  <a:pt x="29" y="2"/>
                  <a:pt x="29" y="3"/>
                  <a:pt x="28" y="0"/>
                </a:cubicBezTo>
                <a:cubicBezTo>
                  <a:pt x="28" y="2"/>
                  <a:pt x="30" y="3"/>
                  <a:pt x="28" y="5"/>
                </a:cubicBezTo>
                <a:cubicBezTo>
                  <a:pt x="28" y="4"/>
                  <a:pt x="26" y="1"/>
                  <a:pt x="23" y="3"/>
                </a:cubicBezTo>
                <a:cubicBezTo>
                  <a:pt x="20" y="10"/>
                  <a:pt x="22" y="19"/>
                  <a:pt x="19" y="27"/>
                </a:cubicBezTo>
                <a:cubicBezTo>
                  <a:pt x="18" y="25"/>
                  <a:pt x="14" y="30"/>
                  <a:pt x="12" y="31"/>
                </a:cubicBezTo>
                <a:cubicBezTo>
                  <a:pt x="11" y="29"/>
                  <a:pt x="12" y="27"/>
                  <a:pt x="13" y="25"/>
                </a:cubicBezTo>
                <a:cubicBezTo>
                  <a:pt x="12" y="26"/>
                  <a:pt x="11" y="28"/>
                  <a:pt x="9" y="29"/>
                </a:cubicBezTo>
                <a:lnTo>
                  <a:pt x="12" y="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2" name="Freeform 167">
            <a:extLst>
              <a:ext uri="{FF2B5EF4-FFF2-40B4-BE49-F238E27FC236}">
                <a16:creationId xmlns:a16="http://schemas.microsoft.com/office/drawing/2014/main" id="{D84F55EF-E8C7-4B54-A447-DB284EDDBC47}"/>
              </a:ext>
            </a:extLst>
          </p:cNvPr>
          <p:cNvSpPr>
            <a:spLocks/>
          </p:cNvSpPr>
          <p:nvPr/>
        </p:nvSpPr>
        <p:spPr bwMode="auto">
          <a:xfrm>
            <a:off x="3828607" y="2038468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3" name="Freeform 168">
            <a:extLst>
              <a:ext uri="{FF2B5EF4-FFF2-40B4-BE49-F238E27FC236}">
                <a16:creationId xmlns:a16="http://schemas.microsoft.com/office/drawing/2014/main" id="{A41A9DD7-387D-400F-82F3-6322E2483C7F}"/>
              </a:ext>
            </a:extLst>
          </p:cNvPr>
          <p:cNvSpPr>
            <a:spLocks/>
          </p:cNvSpPr>
          <p:nvPr/>
        </p:nvSpPr>
        <p:spPr bwMode="auto">
          <a:xfrm>
            <a:off x="3814205" y="2061733"/>
            <a:ext cx="2216" cy="0"/>
          </a:xfrm>
          <a:custGeom>
            <a:avLst/>
            <a:gdLst>
              <a:gd name="T0" fmla="*/ 2 w 2"/>
              <a:gd name="T1" fmla="*/ 2 w 2"/>
              <a:gd name="T2" fmla="*/ 0 w 2"/>
              <a:gd name="T3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4" name="Freeform 169">
            <a:extLst>
              <a:ext uri="{FF2B5EF4-FFF2-40B4-BE49-F238E27FC236}">
                <a16:creationId xmlns:a16="http://schemas.microsoft.com/office/drawing/2014/main" id="{3868D6A2-BDEB-4D08-A3AA-B1E28AB3C49A}"/>
              </a:ext>
            </a:extLst>
          </p:cNvPr>
          <p:cNvSpPr>
            <a:spLocks/>
          </p:cNvSpPr>
          <p:nvPr/>
        </p:nvSpPr>
        <p:spPr bwMode="auto">
          <a:xfrm>
            <a:off x="3844117" y="1988614"/>
            <a:ext cx="2216" cy="4432"/>
          </a:xfrm>
          <a:custGeom>
            <a:avLst/>
            <a:gdLst>
              <a:gd name="T0" fmla="*/ 1 w 1"/>
              <a:gd name="T1" fmla="*/ 2 h 2"/>
              <a:gd name="T2" fmla="*/ 1 w 1"/>
              <a:gd name="T3" fmla="*/ 0 h 2"/>
              <a:gd name="T4" fmla="*/ 0 w 1"/>
              <a:gd name="T5" fmla="*/ 1 h 2"/>
              <a:gd name="T6" fmla="*/ 1 w 1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2"/>
                </a:moveTo>
                <a:cubicBezTo>
                  <a:pt x="1" y="1"/>
                  <a:pt x="1" y="1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2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5" name="Freeform 170">
            <a:extLst>
              <a:ext uri="{FF2B5EF4-FFF2-40B4-BE49-F238E27FC236}">
                <a16:creationId xmlns:a16="http://schemas.microsoft.com/office/drawing/2014/main" id="{4E89BD9A-2807-43B5-BB70-131352B050D9}"/>
              </a:ext>
            </a:extLst>
          </p:cNvPr>
          <p:cNvSpPr>
            <a:spLocks/>
          </p:cNvSpPr>
          <p:nvPr/>
        </p:nvSpPr>
        <p:spPr bwMode="auto">
          <a:xfrm>
            <a:off x="3854088" y="1995261"/>
            <a:ext cx="2216" cy="2216"/>
          </a:xfrm>
          <a:custGeom>
            <a:avLst/>
            <a:gdLst>
              <a:gd name="T0" fmla="*/ 0 w 2"/>
              <a:gd name="T1" fmla="*/ 0 h 2"/>
              <a:gd name="T2" fmla="*/ 2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6" name="Freeform 171">
            <a:extLst>
              <a:ext uri="{FF2B5EF4-FFF2-40B4-BE49-F238E27FC236}">
                <a16:creationId xmlns:a16="http://schemas.microsoft.com/office/drawing/2014/main" id="{28F42D75-8B96-4D6F-85EE-1C6CF28340DD}"/>
              </a:ext>
            </a:extLst>
          </p:cNvPr>
          <p:cNvSpPr>
            <a:spLocks/>
          </p:cNvSpPr>
          <p:nvPr/>
        </p:nvSpPr>
        <p:spPr bwMode="auto">
          <a:xfrm>
            <a:off x="3736655" y="209607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7" name="Freeform 172">
            <a:extLst>
              <a:ext uri="{FF2B5EF4-FFF2-40B4-BE49-F238E27FC236}">
                <a16:creationId xmlns:a16="http://schemas.microsoft.com/office/drawing/2014/main" id="{CE875793-EC67-4F2B-A744-953CD64B3A01}"/>
              </a:ext>
            </a:extLst>
          </p:cNvPr>
          <p:cNvSpPr>
            <a:spLocks/>
          </p:cNvSpPr>
          <p:nvPr/>
        </p:nvSpPr>
        <p:spPr bwMode="auto">
          <a:xfrm>
            <a:off x="3770999" y="2029605"/>
            <a:ext cx="57609" cy="59825"/>
          </a:xfrm>
          <a:custGeom>
            <a:avLst/>
            <a:gdLst>
              <a:gd name="T0" fmla="*/ 10 w 25"/>
              <a:gd name="T1" fmla="*/ 25 h 26"/>
              <a:gd name="T2" fmla="*/ 10 w 25"/>
              <a:gd name="T3" fmla="*/ 20 h 26"/>
              <a:gd name="T4" fmla="*/ 9 w 25"/>
              <a:gd name="T5" fmla="*/ 20 h 26"/>
              <a:gd name="T6" fmla="*/ 16 w 25"/>
              <a:gd name="T7" fmla="*/ 13 h 26"/>
              <a:gd name="T8" fmla="*/ 20 w 25"/>
              <a:gd name="T9" fmla="*/ 14 h 26"/>
              <a:gd name="T10" fmla="*/ 22 w 25"/>
              <a:gd name="T11" fmla="*/ 8 h 26"/>
              <a:gd name="T12" fmla="*/ 25 w 25"/>
              <a:gd name="T13" fmla="*/ 4 h 26"/>
              <a:gd name="T14" fmla="*/ 22 w 25"/>
              <a:gd name="T15" fmla="*/ 4 h 26"/>
              <a:gd name="T16" fmla="*/ 22 w 25"/>
              <a:gd name="T17" fmla="*/ 3 h 26"/>
              <a:gd name="T18" fmla="*/ 18 w 25"/>
              <a:gd name="T19" fmla="*/ 8 h 26"/>
              <a:gd name="T20" fmla="*/ 18 w 25"/>
              <a:gd name="T21" fmla="*/ 6 h 26"/>
              <a:gd name="T22" fmla="*/ 13 w 25"/>
              <a:gd name="T23" fmla="*/ 14 h 26"/>
              <a:gd name="T24" fmla="*/ 10 w 25"/>
              <a:gd name="T25" fmla="*/ 15 h 26"/>
              <a:gd name="T26" fmla="*/ 4 w 25"/>
              <a:gd name="T27" fmla="*/ 26 h 26"/>
              <a:gd name="T28" fmla="*/ 7 w 25"/>
              <a:gd name="T29" fmla="*/ 22 h 26"/>
              <a:gd name="T30" fmla="*/ 10 w 25"/>
              <a:gd name="T31" fmla="*/ 25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" h="26">
                <a:moveTo>
                  <a:pt x="10" y="25"/>
                </a:moveTo>
                <a:cubicBezTo>
                  <a:pt x="11" y="23"/>
                  <a:pt x="8" y="22"/>
                  <a:pt x="10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10" y="18"/>
                  <a:pt x="14" y="15"/>
                  <a:pt x="16" y="13"/>
                </a:cubicBezTo>
                <a:cubicBezTo>
                  <a:pt x="17" y="14"/>
                  <a:pt x="19" y="12"/>
                  <a:pt x="20" y="14"/>
                </a:cubicBezTo>
                <a:cubicBezTo>
                  <a:pt x="21" y="12"/>
                  <a:pt x="22" y="10"/>
                  <a:pt x="22" y="8"/>
                </a:cubicBezTo>
                <a:cubicBezTo>
                  <a:pt x="23" y="8"/>
                  <a:pt x="23" y="5"/>
                  <a:pt x="25" y="4"/>
                </a:cubicBezTo>
                <a:cubicBezTo>
                  <a:pt x="24" y="4"/>
                  <a:pt x="24" y="0"/>
                  <a:pt x="22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19" y="4"/>
                  <a:pt x="20" y="7"/>
                  <a:pt x="18" y="8"/>
                </a:cubicBezTo>
                <a:cubicBezTo>
                  <a:pt x="17" y="8"/>
                  <a:pt x="19" y="5"/>
                  <a:pt x="18" y="6"/>
                </a:cubicBezTo>
                <a:cubicBezTo>
                  <a:pt x="16" y="9"/>
                  <a:pt x="10" y="11"/>
                  <a:pt x="13" y="14"/>
                </a:cubicBezTo>
                <a:cubicBezTo>
                  <a:pt x="12" y="16"/>
                  <a:pt x="11" y="15"/>
                  <a:pt x="10" y="15"/>
                </a:cubicBezTo>
                <a:cubicBezTo>
                  <a:pt x="11" y="21"/>
                  <a:pt x="0" y="22"/>
                  <a:pt x="4" y="26"/>
                </a:cubicBezTo>
                <a:cubicBezTo>
                  <a:pt x="5" y="25"/>
                  <a:pt x="7" y="24"/>
                  <a:pt x="7" y="22"/>
                </a:cubicBezTo>
                <a:lnTo>
                  <a:pt x="1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8" name="Freeform 173">
            <a:extLst>
              <a:ext uri="{FF2B5EF4-FFF2-40B4-BE49-F238E27FC236}">
                <a16:creationId xmlns:a16="http://schemas.microsoft.com/office/drawing/2014/main" id="{C71FDC19-5602-4EDA-B7F5-3007B5C5E511}"/>
              </a:ext>
            </a:extLst>
          </p:cNvPr>
          <p:cNvSpPr>
            <a:spLocks/>
          </p:cNvSpPr>
          <p:nvPr/>
        </p:nvSpPr>
        <p:spPr bwMode="auto">
          <a:xfrm>
            <a:off x="3837470" y="1999693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9" name="Freeform 174">
            <a:extLst>
              <a:ext uri="{FF2B5EF4-FFF2-40B4-BE49-F238E27FC236}">
                <a16:creationId xmlns:a16="http://schemas.microsoft.com/office/drawing/2014/main" id="{26E1A31B-61DC-496C-AA5D-8E0A21281420}"/>
              </a:ext>
            </a:extLst>
          </p:cNvPr>
          <p:cNvSpPr>
            <a:spLocks noEditPoints="1"/>
          </p:cNvSpPr>
          <p:nvPr/>
        </p:nvSpPr>
        <p:spPr bwMode="auto">
          <a:xfrm>
            <a:off x="3860735" y="1971996"/>
            <a:ext cx="62040" cy="57609"/>
          </a:xfrm>
          <a:custGeom>
            <a:avLst/>
            <a:gdLst>
              <a:gd name="T0" fmla="*/ 25 w 27"/>
              <a:gd name="T1" fmla="*/ 1 h 25"/>
              <a:gd name="T2" fmla="*/ 27 w 27"/>
              <a:gd name="T3" fmla="*/ 4 h 25"/>
              <a:gd name="T4" fmla="*/ 17 w 27"/>
              <a:gd name="T5" fmla="*/ 14 h 25"/>
              <a:gd name="T6" fmla="*/ 17 w 27"/>
              <a:gd name="T7" fmla="*/ 13 h 25"/>
              <a:gd name="T8" fmla="*/ 9 w 27"/>
              <a:gd name="T9" fmla="*/ 22 h 25"/>
              <a:gd name="T10" fmla="*/ 5 w 27"/>
              <a:gd name="T11" fmla="*/ 23 h 25"/>
              <a:gd name="T12" fmla="*/ 4 w 27"/>
              <a:gd name="T13" fmla="*/ 25 h 25"/>
              <a:gd name="T14" fmla="*/ 5 w 27"/>
              <a:gd name="T15" fmla="*/ 22 h 25"/>
              <a:gd name="T16" fmla="*/ 4 w 27"/>
              <a:gd name="T17" fmla="*/ 23 h 25"/>
              <a:gd name="T18" fmla="*/ 3 w 27"/>
              <a:gd name="T19" fmla="*/ 18 h 25"/>
              <a:gd name="T20" fmla="*/ 4 w 27"/>
              <a:gd name="T21" fmla="*/ 22 h 25"/>
              <a:gd name="T22" fmla="*/ 4 w 27"/>
              <a:gd name="T23" fmla="*/ 20 h 25"/>
              <a:gd name="T24" fmla="*/ 7 w 27"/>
              <a:gd name="T25" fmla="*/ 20 h 25"/>
              <a:gd name="T26" fmla="*/ 8 w 27"/>
              <a:gd name="T27" fmla="*/ 16 h 25"/>
              <a:gd name="T28" fmla="*/ 12 w 27"/>
              <a:gd name="T29" fmla="*/ 16 h 25"/>
              <a:gd name="T30" fmla="*/ 10 w 27"/>
              <a:gd name="T31" fmla="*/ 13 h 25"/>
              <a:gd name="T32" fmla="*/ 13 w 27"/>
              <a:gd name="T33" fmla="*/ 11 h 25"/>
              <a:gd name="T34" fmla="*/ 12 w 27"/>
              <a:gd name="T35" fmla="*/ 2 h 25"/>
              <a:gd name="T36" fmla="*/ 19 w 27"/>
              <a:gd name="T37" fmla="*/ 2 h 25"/>
              <a:gd name="T38" fmla="*/ 15 w 27"/>
              <a:gd name="T39" fmla="*/ 8 h 25"/>
              <a:gd name="T40" fmla="*/ 15 w 27"/>
              <a:gd name="T41" fmla="*/ 13 h 25"/>
              <a:gd name="T42" fmla="*/ 19 w 27"/>
              <a:gd name="T43" fmla="*/ 8 h 25"/>
              <a:gd name="T44" fmla="*/ 19 w 27"/>
              <a:gd name="T45" fmla="*/ 8 h 25"/>
              <a:gd name="T46" fmla="*/ 22 w 27"/>
              <a:gd name="T47" fmla="*/ 2 h 25"/>
              <a:gd name="T48" fmla="*/ 24 w 27"/>
              <a:gd name="T49" fmla="*/ 3 h 25"/>
              <a:gd name="T50" fmla="*/ 25 w 27"/>
              <a:gd name="T51" fmla="*/ 1 h 25"/>
              <a:gd name="T52" fmla="*/ 23 w 27"/>
              <a:gd name="T53" fmla="*/ 4 h 25"/>
              <a:gd name="T54" fmla="*/ 22 w 27"/>
              <a:gd name="T55" fmla="*/ 5 h 25"/>
              <a:gd name="T56" fmla="*/ 23 w 27"/>
              <a:gd name="T57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7" h="25">
                <a:moveTo>
                  <a:pt x="25" y="1"/>
                </a:moveTo>
                <a:cubicBezTo>
                  <a:pt x="27" y="4"/>
                  <a:pt x="27" y="4"/>
                  <a:pt x="27" y="4"/>
                </a:cubicBezTo>
                <a:cubicBezTo>
                  <a:pt x="23" y="9"/>
                  <a:pt x="21" y="10"/>
                  <a:pt x="17" y="14"/>
                </a:cubicBezTo>
                <a:cubicBezTo>
                  <a:pt x="17" y="14"/>
                  <a:pt x="17" y="13"/>
                  <a:pt x="17" y="13"/>
                </a:cubicBezTo>
                <a:cubicBezTo>
                  <a:pt x="15" y="16"/>
                  <a:pt x="10" y="19"/>
                  <a:pt x="9" y="22"/>
                </a:cubicBezTo>
                <a:cubicBezTo>
                  <a:pt x="8" y="23"/>
                  <a:pt x="5" y="24"/>
                  <a:pt x="5" y="23"/>
                </a:cubicBezTo>
                <a:cubicBezTo>
                  <a:pt x="5" y="23"/>
                  <a:pt x="5" y="24"/>
                  <a:pt x="4" y="25"/>
                </a:cubicBezTo>
                <a:cubicBezTo>
                  <a:pt x="3" y="24"/>
                  <a:pt x="5" y="23"/>
                  <a:pt x="5" y="22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2"/>
                  <a:pt x="0" y="21"/>
                  <a:pt x="3" y="18"/>
                </a:cubicBezTo>
                <a:cubicBezTo>
                  <a:pt x="7" y="19"/>
                  <a:pt x="1" y="20"/>
                  <a:pt x="4" y="22"/>
                </a:cubicBezTo>
                <a:cubicBezTo>
                  <a:pt x="5" y="21"/>
                  <a:pt x="4" y="20"/>
                  <a:pt x="4" y="20"/>
                </a:cubicBezTo>
                <a:cubicBezTo>
                  <a:pt x="6" y="18"/>
                  <a:pt x="6" y="19"/>
                  <a:pt x="7" y="20"/>
                </a:cubicBezTo>
                <a:cubicBezTo>
                  <a:pt x="6" y="18"/>
                  <a:pt x="9" y="18"/>
                  <a:pt x="8" y="16"/>
                </a:cubicBezTo>
                <a:cubicBezTo>
                  <a:pt x="11" y="14"/>
                  <a:pt x="10" y="18"/>
                  <a:pt x="12" y="16"/>
                </a:cubicBezTo>
                <a:cubicBezTo>
                  <a:pt x="10" y="13"/>
                  <a:pt x="10" y="13"/>
                  <a:pt x="10" y="13"/>
                </a:cubicBezTo>
                <a:cubicBezTo>
                  <a:pt x="13" y="11"/>
                  <a:pt x="13" y="11"/>
                  <a:pt x="13" y="11"/>
                </a:cubicBezTo>
                <a:cubicBezTo>
                  <a:pt x="16" y="6"/>
                  <a:pt x="9" y="7"/>
                  <a:pt x="12" y="2"/>
                </a:cubicBezTo>
                <a:cubicBezTo>
                  <a:pt x="12" y="3"/>
                  <a:pt x="16" y="4"/>
                  <a:pt x="19" y="2"/>
                </a:cubicBezTo>
                <a:cubicBezTo>
                  <a:pt x="18" y="4"/>
                  <a:pt x="17" y="7"/>
                  <a:pt x="15" y="8"/>
                </a:cubicBezTo>
                <a:cubicBezTo>
                  <a:pt x="19" y="8"/>
                  <a:pt x="12" y="12"/>
                  <a:pt x="15" y="13"/>
                </a:cubicBezTo>
                <a:cubicBezTo>
                  <a:pt x="15" y="10"/>
                  <a:pt x="17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7"/>
                  <a:pt x="19" y="3"/>
                  <a:pt x="22" y="2"/>
                </a:cubicBezTo>
                <a:cubicBezTo>
                  <a:pt x="23" y="1"/>
                  <a:pt x="24" y="2"/>
                  <a:pt x="24" y="3"/>
                </a:cubicBezTo>
                <a:cubicBezTo>
                  <a:pt x="24" y="2"/>
                  <a:pt x="25" y="0"/>
                  <a:pt x="25" y="1"/>
                </a:cubicBezTo>
                <a:close/>
                <a:moveTo>
                  <a:pt x="23" y="4"/>
                </a:moveTo>
                <a:cubicBezTo>
                  <a:pt x="22" y="5"/>
                  <a:pt x="22" y="5"/>
                  <a:pt x="22" y="5"/>
                </a:cubicBezTo>
                <a:cubicBezTo>
                  <a:pt x="23" y="5"/>
                  <a:pt x="23" y="4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1" name="Freeform 176">
            <a:extLst>
              <a:ext uri="{FF2B5EF4-FFF2-40B4-BE49-F238E27FC236}">
                <a16:creationId xmlns:a16="http://schemas.microsoft.com/office/drawing/2014/main" id="{1543DB81-D7B8-4F44-B507-BEE37B9B9C1A}"/>
              </a:ext>
            </a:extLst>
          </p:cNvPr>
          <p:cNvSpPr>
            <a:spLocks/>
          </p:cNvSpPr>
          <p:nvPr/>
        </p:nvSpPr>
        <p:spPr bwMode="auto">
          <a:xfrm>
            <a:off x="3971521" y="1790306"/>
            <a:ext cx="2216" cy="0"/>
          </a:xfrm>
          <a:custGeom>
            <a:avLst/>
            <a:gdLst>
              <a:gd name="T0" fmla="*/ 0 w 1"/>
              <a:gd name="T1" fmla="*/ 1 w 1"/>
              <a:gd name="T2" fmla="*/ 0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0" y="0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2" name="Freeform 177">
            <a:extLst>
              <a:ext uri="{FF2B5EF4-FFF2-40B4-BE49-F238E27FC236}">
                <a16:creationId xmlns:a16="http://schemas.microsoft.com/office/drawing/2014/main" id="{777F1C47-F1D2-492B-BBDC-264F682D49C5}"/>
              </a:ext>
            </a:extLst>
          </p:cNvPr>
          <p:cNvSpPr>
            <a:spLocks/>
          </p:cNvSpPr>
          <p:nvPr/>
        </p:nvSpPr>
        <p:spPr bwMode="auto">
          <a:xfrm>
            <a:off x="3993679" y="1728267"/>
            <a:ext cx="0" cy="4432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4" name="Freeform 179">
            <a:extLst>
              <a:ext uri="{FF2B5EF4-FFF2-40B4-BE49-F238E27FC236}">
                <a16:creationId xmlns:a16="http://schemas.microsoft.com/office/drawing/2014/main" id="{E0E2CBF8-290C-44CF-93E7-9AA5D46A6F7B}"/>
              </a:ext>
            </a:extLst>
          </p:cNvPr>
          <p:cNvSpPr>
            <a:spLocks/>
          </p:cNvSpPr>
          <p:nvPr/>
        </p:nvSpPr>
        <p:spPr bwMode="auto">
          <a:xfrm>
            <a:off x="4091171" y="1661795"/>
            <a:ext cx="2216" cy="0"/>
          </a:xfrm>
          <a:custGeom>
            <a:avLst/>
            <a:gdLst>
              <a:gd name="T0" fmla="*/ 0 w 1"/>
              <a:gd name="T1" fmla="*/ 1 w 1"/>
              <a:gd name="T2" fmla="*/ 0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0" y="0"/>
                </a:move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5" name="Rectangle 180">
            <a:extLst>
              <a:ext uri="{FF2B5EF4-FFF2-40B4-BE49-F238E27FC236}">
                <a16:creationId xmlns:a16="http://schemas.microsoft.com/office/drawing/2014/main" id="{7E00D8E9-EBA2-4A9E-9618-CC040376C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3679" y="1732698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6" name="Freeform 181">
            <a:extLst>
              <a:ext uri="{FF2B5EF4-FFF2-40B4-BE49-F238E27FC236}">
                <a16:creationId xmlns:a16="http://schemas.microsoft.com/office/drawing/2014/main" id="{CAB34529-2A7D-49F1-9200-9D5A3A721D47}"/>
              </a:ext>
            </a:extLst>
          </p:cNvPr>
          <p:cNvSpPr>
            <a:spLocks/>
          </p:cNvSpPr>
          <p:nvPr/>
        </p:nvSpPr>
        <p:spPr bwMode="auto">
          <a:xfrm>
            <a:off x="3933854" y="1792522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7" name="Freeform 182">
            <a:extLst>
              <a:ext uri="{FF2B5EF4-FFF2-40B4-BE49-F238E27FC236}">
                <a16:creationId xmlns:a16="http://schemas.microsoft.com/office/drawing/2014/main" id="{19B0271A-BC3F-47B5-A147-68D0A7A6BC5B}"/>
              </a:ext>
            </a:extLst>
          </p:cNvPr>
          <p:cNvSpPr>
            <a:spLocks/>
          </p:cNvSpPr>
          <p:nvPr/>
        </p:nvSpPr>
        <p:spPr bwMode="auto">
          <a:xfrm>
            <a:off x="3952688" y="1806924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8" name="Freeform 183">
            <a:extLst>
              <a:ext uri="{FF2B5EF4-FFF2-40B4-BE49-F238E27FC236}">
                <a16:creationId xmlns:a16="http://schemas.microsoft.com/office/drawing/2014/main" id="{FEB00783-C43B-4059-9D76-E722B77CA122}"/>
              </a:ext>
            </a:extLst>
          </p:cNvPr>
          <p:cNvSpPr>
            <a:spLocks/>
          </p:cNvSpPr>
          <p:nvPr/>
        </p:nvSpPr>
        <p:spPr bwMode="auto">
          <a:xfrm>
            <a:off x="3876245" y="1860102"/>
            <a:ext cx="2216" cy="4432"/>
          </a:xfrm>
          <a:custGeom>
            <a:avLst/>
            <a:gdLst>
              <a:gd name="T0" fmla="*/ 1 w 1"/>
              <a:gd name="T1" fmla="*/ 0 h 2"/>
              <a:gd name="T2" fmla="*/ 0 w 1"/>
              <a:gd name="T3" fmla="*/ 2 h 2"/>
              <a:gd name="T4" fmla="*/ 1 w 1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0" y="2"/>
                  <a:pt x="0" y="2"/>
                  <a:pt x="0" y="2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9" name="Freeform 184">
            <a:extLst>
              <a:ext uri="{FF2B5EF4-FFF2-40B4-BE49-F238E27FC236}">
                <a16:creationId xmlns:a16="http://schemas.microsoft.com/office/drawing/2014/main" id="{7180ED3F-B02C-49D3-91A1-3CF1C3844DA0}"/>
              </a:ext>
            </a:extLst>
          </p:cNvPr>
          <p:cNvSpPr>
            <a:spLocks/>
          </p:cNvSpPr>
          <p:nvPr/>
        </p:nvSpPr>
        <p:spPr bwMode="auto">
          <a:xfrm>
            <a:off x="3943826" y="1809140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2" name="Freeform 187">
            <a:extLst>
              <a:ext uri="{FF2B5EF4-FFF2-40B4-BE49-F238E27FC236}">
                <a16:creationId xmlns:a16="http://schemas.microsoft.com/office/drawing/2014/main" id="{90029617-67EC-43EA-BCFB-423EAF0EBA6C}"/>
              </a:ext>
            </a:extLst>
          </p:cNvPr>
          <p:cNvSpPr>
            <a:spLocks/>
          </p:cNvSpPr>
          <p:nvPr/>
        </p:nvSpPr>
        <p:spPr bwMode="auto">
          <a:xfrm>
            <a:off x="4134378" y="1631883"/>
            <a:ext cx="4432" cy="4432"/>
          </a:xfrm>
          <a:custGeom>
            <a:avLst/>
            <a:gdLst>
              <a:gd name="T0" fmla="*/ 0 w 2"/>
              <a:gd name="T1" fmla="*/ 1 h 2"/>
              <a:gd name="T2" fmla="*/ 2 w 2"/>
              <a:gd name="T3" fmla="*/ 2 h 2"/>
              <a:gd name="T4" fmla="*/ 0 w 2"/>
              <a:gd name="T5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1"/>
                </a:moveTo>
                <a:cubicBezTo>
                  <a:pt x="1" y="1"/>
                  <a:pt x="2" y="1"/>
                  <a:pt x="2" y="2"/>
                </a:cubicBezTo>
                <a:cubicBezTo>
                  <a:pt x="2" y="1"/>
                  <a:pt x="1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5" name="Freeform 190">
            <a:extLst>
              <a:ext uri="{FF2B5EF4-FFF2-40B4-BE49-F238E27FC236}">
                <a16:creationId xmlns:a16="http://schemas.microsoft.com/office/drawing/2014/main" id="{A3CDE2AD-CC4F-4E66-B325-871DEDDFE80D}"/>
              </a:ext>
            </a:extLst>
          </p:cNvPr>
          <p:cNvSpPr>
            <a:spLocks/>
          </p:cNvSpPr>
          <p:nvPr/>
        </p:nvSpPr>
        <p:spPr bwMode="auto">
          <a:xfrm>
            <a:off x="4162074" y="1696138"/>
            <a:ext cx="2216" cy="2216"/>
          </a:xfrm>
          <a:custGeom>
            <a:avLst/>
            <a:gdLst>
              <a:gd name="T0" fmla="*/ 1 w 1"/>
              <a:gd name="T1" fmla="*/ 1 h 1"/>
              <a:gd name="T2" fmla="*/ 0 w 1"/>
              <a:gd name="T3" fmla="*/ 0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1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8" name="Freeform 193">
            <a:extLst>
              <a:ext uri="{FF2B5EF4-FFF2-40B4-BE49-F238E27FC236}">
                <a16:creationId xmlns:a16="http://schemas.microsoft.com/office/drawing/2014/main" id="{72D6CC3A-FCB3-438A-BC4F-C4433BA305B6}"/>
              </a:ext>
            </a:extLst>
          </p:cNvPr>
          <p:cNvSpPr>
            <a:spLocks/>
          </p:cNvSpPr>
          <p:nvPr/>
        </p:nvSpPr>
        <p:spPr bwMode="auto">
          <a:xfrm>
            <a:off x="3950472" y="1931005"/>
            <a:ext cx="2216" cy="2216"/>
          </a:xfrm>
          <a:custGeom>
            <a:avLst/>
            <a:gdLst>
              <a:gd name="T0" fmla="*/ 0 w 1"/>
              <a:gd name="T1" fmla="*/ 0 h 1"/>
              <a:gd name="T2" fmla="*/ 1 w 1"/>
              <a:gd name="T3" fmla="*/ 1 h 1"/>
              <a:gd name="T4" fmla="*/ 0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0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0" name="Freeform 195">
            <a:extLst>
              <a:ext uri="{FF2B5EF4-FFF2-40B4-BE49-F238E27FC236}">
                <a16:creationId xmlns:a16="http://schemas.microsoft.com/office/drawing/2014/main" id="{A5741FC6-5587-4AD0-8107-7336C9EC3577}"/>
              </a:ext>
            </a:extLst>
          </p:cNvPr>
          <p:cNvSpPr>
            <a:spLocks/>
          </p:cNvSpPr>
          <p:nvPr/>
        </p:nvSpPr>
        <p:spPr bwMode="auto">
          <a:xfrm>
            <a:off x="3971522" y="191217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1" name="Freeform 196">
            <a:extLst>
              <a:ext uri="{FF2B5EF4-FFF2-40B4-BE49-F238E27FC236}">
                <a16:creationId xmlns:a16="http://schemas.microsoft.com/office/drawing/2014/main" id="{C4D9B460-C7DE-4C1B-B62F-ED596BBB5B23}"/>
              </a:ext>
            </a:extLst>
          </p:cNvPr>
          <p:cNvSpPr>
            <a:spLocks/>
          </p:cNvSpPr>
          <p:nvPr/>
        </p:nvSpPr>
        <p:spPr bwMode="auto">
          <a:xfrm>
            <a:off x="3899511" y="183019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2" name="Freeform 197">
            <a:extLst>
              <a:ext uri="{FF2B5EF4-FFF2-40B4-BE49-F238E27FC236}">
                <a16:creationId xmlns:a16="http://schemas.microsoft.com/office/drawing/2014/main" id="{8276F491-782C-403F-AB78-AC961A633ABD}"/>
              </a:ext>
            </a:extLst>
          </p:cNvPr>
          <p:cNvSpPr>
            <a:spLocks/>
          </p:cNvSpPr>
          <p:nvPr/>
        </p:nvSpPr>
        <p:spPr bwMode="auto">
          <a:xfrm>
            <a:off x="3971522" y="191217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3" name="Freeform 198">
            <a:extLst>
              <a:ext uri="{FF2B5EF4-FFF2-40B4-BE49-F238E27FC236}">
                <a16:creationId xmlns:a16="http://schemas.microsoft.com/office/drawing/2014/main" id="{788CCF27-7D9C-449A-8674-00239139CFF9}"/>
              </a:ext>
            </a:extLst>
          </p:cNvPr>
          <p:cNvSpPr>
            <a:spLocks/>
          </p:cNvSpPr>
          <p:nvPr/>
        </p:nvSpPr>
        <p:spPr bwMode="auto">
          <a:xfrm>
            <a:off x="4049072" y="1804708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0" y="1"/>
                  <a:pt x="0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4" name="Freeform 199">
            <a:extLst>
              <a:ext uri="{FF2B5EF4-FFF2-40B4-BE49-F238E27FC236}">
                <a16:creationId xmlns:a16="http://schemas.microsoft.com/office/drawing/2014/main" id="{6D8EAC56-DC2D-473A-A921-BFBD979C63D2}"/>
              </a:ext>
            </a:extLst>
          </p:cNvPr>
          <p:cNvSpPr>
            <a:spLocks/>
          </p:cNvSpPr>
          <p:nvPr/>
        </p:nvSpPr>
        <p:spPr bwMode="auto">
          <a:xfrm>
            <a:off x="4025808" y="1818003"/>
            <a:ext cx="3323" cy="0"/>
          </a:xfrm>
          <a:custGeom>
            <a:avLst/>
            <a:gdLst>
              <a:gd name="T0" fmla="*/ 3 w 3"/>
              <a:gd name="T1" fmla="*/ 0 w 3"/>
              <a:gd name="T2" fmla="*/ 3 w 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">
                <a:moveTo>
                  <a:pt x="3" y="0"/>
                </a:moveTo>
                <a:lnTo>
                  <a:pt x="0" y="0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5" name="Freeform 200">
            <a:extLst>
              <a:ext uri="{FF2B5EF4-FFF2-40B4-BE49-F238E27FC236}">
                <a16:creationId xmlns:a16="http://schemas.microsoft.com/office/drawing/2014/main" id="{36BDEA6F-54D3-4E7D-A794-D3CD17A7978E}"/>
              </a:ext>
            </a:extLst>
          </p:cNvPr>
          <p:cNvSpPr>
            <a:spLocks/>
          </p:cNvSpPr>
          <p:nvPr/>
        </p:nvSpPr>
        <p:spPr bwMode="auto">
          <a:xfrm>
            <a:off x="4113328" y="1623019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6" name="Freeform 201">
            <a:extLst>
              <a:ext uri="{FF2B5EF4-FFF2-40B4-BE49-F238E27FC236}">
                <a16:creationId xmlns:a16="http://schemas.microsoft.com/office/drawing/2014/main" id="{42986D2E-1B1E-4C4E-B954-54611198BC66}"/>
              </a:ext>
            </a:extLst>
          </p:cNvPr>
          <p:cNvSpPr>
            <a:spLocks/>
          </p:cNvSpPr>
          <p:nvPr/>
        </p:nvSpPr>
        <p:spPr bwMode="auto">
          <a:xfrm>
            <a:off x="3971522" y="1912171"/>
            <a:ext cx="0" cy="2216"/>
          </a:xfrm>
          <a:custGeom>
            <a:avLst/>
            <a:gdLst>
              <a:gd name="T0" fmla="*/ 0 h 1"/>
              <a:gd name="T1" fmla="*/ 1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7" name="Freeform 202">
            <a:extLst>
              <a:ext uri="{FF2B5EF4-FFF2-40B4-BE49-F238E27FC236}">
                <a16:creationId xmlns:a16="http://schemas.microsoft.com/office/drawing/2014/main" id="{379B5CF8-4034-4323-B1B5-E1F1CB55D5AD}"/>
              </a:ext>
            </a:extLst>
          </p:cNvPr>
          <p:cNvSpPr>
            <a:spLocks/>
          </p:cNvSpPr>
          <p:nvPr/>
        </p:nvSpPr>
        <p:spPr bwMode="auto">
          <a:xfrm>
            <a:off x="4061258" y="1758178"/>
            <a:ext cx="2216" cy="2216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8" name="Freeform 203">
            <a:extLst>
              <a:ext uri="{FF2B5EF4-FFF2-40B4-BE49-F238E27FC236}">
                <a16:creationId xmlns:a16="http://schemas.microsoft.com/office/drawing/2014/main" id="{5FF614DE-A5DD-4826-AD40-53C0DC9BADE1}"/>
              </a:ext>
            </a:extLst>
          </p:cNvPr>
          <p:cNvSpPr>
            <a:spLocks/>
          </p:cNvSpPr>
          <p:nvPr/>
        </p:nvSpPr>
        <p:spPr bwMode="auto">
          <a:xfrm>
            <a:off x="4053504" y="1740453"/>
            <a:ext cx="29912" cy="22157"/>
          </a:xfrm>
          <a:custGeom>
            <a:avLst/>
            <a:gdLst>
              <a:gd name="T0" fmla="*/ 9 w 13"/>
              <a:gd name="T1" fmla="*/ 5 h 10"/>
              <a:gd name="T2" fmla="*/ 9 w 13"/>
              <a:gd name="T3" fmla="*/ 6 h 10"/>
              <a:gd name="T4" fmla="*/ 12 w 13"/>
              <a:gd name="T5" fmla="*/ 0 h 10"/>
              <a:gd name="T6" fmla="*/ 7 w 13"/>
              <a:gd name="T7" fmla="*/ 1 h 10"/>
              <a:gd name="T8" fmla="*/ 4 w 13"/>
              <a:gd name="T9" fmla="*/ 4 h 10"/>
              <a:gd name="T10" fmla="*/ 5 w 13"/>
              <a:gd name="T11" fmla="*/ 6 h 10"/>
              <a:gd name="T12" fmla="*/ 2 w 13"/>
              <a:gd name="T13" fmla="*/ 6 h 10"/>
              <a:gd name="T14" fmla="*/ 0 w 13"/>
              <a:gd name="T15" fmla="*/ 8 h 10"/>
              <a:gd name="T16" fmla="*/ 3 w 13"/>
              <a:gd name="T17" fmla="*/ 6 h 10"/>
              <a:gd name="T18" fmla="*/ 3 w 13"/>
              <a:gd name="T19" fmla="*/ 8 h 10"/>
              <a:gd name="T20" fmla="*/ 4 w 13"/>
              <a:gd name="T21" fmla="*/ 8 h 10"/>
              <a:gd name="T22" fmla="*/ 9 w 13"/>
              <a:gd name="T2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" h="10">
                <a:moveTo>
                  <a:pt x="9" y="5"/>
                </a:moveTo>
                <a:cubicBezTo>
                  <a:pt x="9" y="6"/>
                  <a:pt x="9" y="6"/>
                  <a:pt x="9" y="6"/>
                </a:cubicBezTo>
                <a:cubicBezTo>
                  <a:pt x="10" y="4"/>
                  <a:pt x="13" y="2"/>
                  <a:pt x="12" y="0"/>
                </a:cubicBezTo>
                <a:cubicBezTo>
                  <a:pt x="12" y="1"/>
                  <a:pt x="8" y="2"/>
                  <a:pt x="7" y="1"/>
                </a:cubicBezTo>
                <a:cubicBezTo>
                  <a:pt x="7" y="2"/>
                  <a:pt x="4" y="3"/>
                  <a:pt x="4" y="4"/>
                </a:cubicBezTo>
                <a:cubicBezTo>
                  <a:pt x="6" y="3"/>
                  <a:pt x="5" y="5"/>
                  <a:pt x="5" y="6"/>
                </a:cubicBezTo>
                <a:cubicBezTo>
                  <a:pt x="3" y="7"/>
                  <a:pt x="4" y="5"/>
                  <a:pt x="2" y="6"/>
                </a:cubicBezTo>
                <a:cubicBezTo>
                  <a:pt x="0" y="8"/>
                  <a:pt x="0" y="8"/>
                  <a:pt x="0" y="8"/>
                </a:cubicBezTo>
                <a:cubicBezTo>
                  <a:pt x="3" y="6"/>
                  <a:pt x="3" y="6"/>
                  <a:pt x="3" y="6"/>
                </a:cubicBezTo>
                <a:cubicBezTo>
                  <a:pt x="3" y="8"/>
                  <a:pt x="3" y="8"/>
                  <a:pt x="3" y="8"/>
                </a:cubicBezTo>
                <a:cubicBezTo>
                  <a:pt x="4" y="8"/>
                  <a:pt x="4" y="8"/>
                  <a:pt x="4" y="8"/>
                </a:cubicBezTo>
                <a:cubicBezTo>
                  <a:pt x="6" y="4"/>
                  <a:pt x="6" y="10"/>
                  <a:pt x="9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9" name="Freeform 204">
            <a:extLst>
              <a:ext uri="{FF2B5EF4-FFF2-40B4-BE49-F238E27FC236}">
                <a16:creationId xmlns:a16="http://schemas.microsoft.com/office/drawing/2014/main" id="{341B90D0-06A9-4073-9177-E43047BE7AA3}"/>
              </a:ext>
            </a:extLst>
          </p:cNvPr>
          <p:cNvSpPr>
            <a:spLocks/>
          </p:cNvSpPr>
          <p:nvPr/>
        </p:nvSpPr>
        <p:spPr bwMode="auto">
          <a:xfrm>
            <a:off x="4074553" y="1753747"/>
            <a:ext cx="0" cy="2216"/>
          </a:xfrm>
          <a:custGeom>
            <a:avLst/>
            <a:gdLst>
              <a:gd name="T0" fmla="*/ 0 h 1"/>
              <a:gd name="T1" fmla="*/ 1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0" name="Freeform 206">
            <a:extLst>
              <a:ext uri="{FF2B5EF4-FFF2-40B4-BE49-F238E27FC236}">
                <a16:creationId xmlns:a16="http://schemas.microsoft.com/office/drawing/2014/main" id="{5E7CDF13-2634-4B04-A0C6-78D04B468525}"/>
              </a:ext>
            </a:extLst>
          </p:cNvPr>
          <p:cNvSpPr>
            <a:spLocks/>
          </p:cNvSpPr>
          <p:nvPr/>
        </p:nvSpPr>
        <p:spPr bwMode="auto">
          <a:xfrm>
            <a:off x="4113328" y="1723834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1"/>
                  <a:pt x="1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1" name="Freeform 207">
            <a:extLst>
              <a:ext uri="{FF2B5EF4-FFF2-40B4-BE49-F238E27FC236}">
                <a16:creationId xmlns:a16="http://schemas.microsoft.com/office/drawing/2014/main" id="{59A60017-C6B0-4B19-9B5A-82C8E7A08986}"/>
              </a:ext>
            </a:extLst>
          </p:cNvPr>
          <p:cNvSpPr>
            <a:spLocks/>
          </p:cNvSpPr>
          <p:nvPr/>
        </p:nvSpPr>
        <p:spPr bwMode="auto">
          <a:xfrm>
            <a:off x="3860736" y="1963134"/>
            <a:ext cx="8863" cy="4432"/>
          </a:xfrm>
          <a:custGeom>
            <a:avLst/>
            <a:gdLst>
              <a:gd name="T0" fmla="*/ 0 w 4"/>
              <a:gd name="T1" fmla="*/ 2 h 2"/>
              <a:gd name="T2" fmla="*/ 3 w 4"/>
              <a:gd name="T3" fmla="*/ 0 h 2"/>
              <a:gd name="T4" fmla="*/ 0 w 4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2">
                <a:moveTo>
                  <a:pt x="0" y="2"/>
                </a:moveTo>
                <a:cubicBezTo>
                  <a:pt x="1" y="2"/>
                  <a:pt x="4" y="1"/>
                  <a:pt x="3" y="0"/>
                </a:cubicBezTo>
                <a:cubicBezTo>
                  <a:pt x="0" y="2"/>
                  <a:pt x="0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2" name="Rectangle 208">
            <a:extLst>
              <a:ext uri="{FF2B5EF4-FFF2-40B4-BE49-F238E27FC236}">
                <a16:creationId xmlns:a16="http://schemas.microsoft.com/office/drawing/2014/main" id="{52AA8676-2647-4C00-8034-8DC51629A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771" y="1618588"/>
            <a:ext cx="1109" cy="22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3" name="Freeform 209">
            <a:extLst>
              <a:ext uri="{FF2B5EF4-FFF2-40B4-BE49-F238E27FC236}">
                <a16:creationId xmlns:a16="http://schemas.microsoft.com/office/drawing/2014/main" id="{BFAC8291-4F25-466F-A4F6-D39EF28EA305}"/>
              </a:ext>
            </a:extLst>
          </p:cNvPr>
          <p:cNvSpPr>
            <a:spLocks/>
          </p:cNvSpPr>
          <p:nvPr/>
        </p:nvSpPr>
        <p:spPr bwMode="auto">
          <a:xfrm>
            <a:off x="4070122" y="1740453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4" name="Freeform 210">
            <a:extLst>
              <a:ext uri="{FF2B5EF4-FFF2-40B4-BE49-F238E27FC236}">
                <a16:creationId xmlns:a16="http://schemas.microsoft.com/office/drawing/2014/main" id="{12BD5C9B-FBF0-4E62-8E38-00FF135C12B1}"/>
              </a:ext>
            </a:extLst>
          </p:cNvPr>
          <p:cNvSpPr>
            <a:spLocks/>
          </p:cNvSpPr>
          <p:nvPr/>
        </p:nvSpPr>
        <p:spPr bwMode="auto">
          <a:xfrm>
            <a:off x="4196419" y="1620805"/>
            <a:ext cx="6647" cy="6647"/>
          </a:xfrm>
          <a:custGeom>
            <a:avLst/>
            <a:gdLst>
              <a:gd name="T0" fmla="*/ 0 w 3"/>
              <a:gd name="T1" fmla="*/ 2 h 3"/>
              <a:gd name="T2" fmla="*/ 3 w 3"/>
              <a:gd name="T3" fmla="*/ 3 h 3"/>
              <a:gd name="T4" fmla="*/ 3 w 3"/>
              <a:gd name="T5" fmla="*/ 0 h 3"/>
              <a:gd name="T6" fmla="*/ 0 w 3"/>
              <a:gd name="T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3">
                <a:moveTo>
                  <a:pt x="0" y="2"/>
                </a:moveTo>
                <a:cubicBezTo>
                  <a:pt x="1" y="2"/>
                  <a:pt x="2" y="2"/>
                  <a:pt x="3" y="3"/>
                </a:cubicBezTo>
                <a:cubicBezTo>
                  <a:pt x="3" y="2"/>
                  <a:pt x="3" y="1"/>
                  <a:pt x="3" y="0"/>
                </a:cubicBezTo>
                <a:cubicBezTo>
                  <a:pt x="3" y="1"/>
                  <a:pt x="2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6" name="Freeform 212">
            <a:extLst>
              <a:ext uri="{FF2B5EF4-FFF2-40B4-BE49-F238E27FC236}">
                <a16:creationId xmlns:a16="http://schemas.microsoft.com/office/drawing/2014/main" id="{EB0A62F3-41AE-447F-AACA-D6D8428DAC51}"/>
              </a:ext>
            </a:extLst>
          </p:cNvPr>
          <p:cNvSpPr>
            <a:spLocks noEditPoints="1"/>
          </p:cNvSpPr>
          <p:nvPr/>
        </p:nvSpPr>
        <p:spPr bwMode="auto">
          <a:xfrm>
            <a:off x="3523946" y="1547358"/>
            <a:ext cx="818711" cy="823142"/>
          </a:xfrm>
          <a:custGeom>
            <a:avLst/>
            <a:gdLst>
              <a:gd name="T0" fmla="*/ 143 w 356"/>
              <a:gd name="T1" fmla="*/ 218 h 358"/>
              <a:gd name="T2" fmla="*/ 114 w 356"/>
              <a:gd name="T3" fmla="*/ 247 h 358"/>
              <a:gd name="T4" fmla="*/ 84 w 356"/>
              <a:gd name="T5" fmla="*/ 278 h 358"/>
              <a:gd name="T6" fmla="*/ 51 w 356"/>
              <a:gd name="T7" fmla="*/ 306 h 358"/>
              <a:gd name="T8" fmla="*/ 5 w 356"/>
              <a:gd name="T9" fmla="*/ 358 h 358"/>
              <a:gd name="T10" fmla="*/ 18 w 356"/>
              <a:gd name="T11" fmla="*/ 327 h 358"/>
              <a:gd name="T12" fmla="*/ 46 w 356"/>
              <a:gd name="T13" fmla="*/ 296 h 358"/>
              <a:gd name="T14" fmla="*/ 64 w 356"/>
              <a:gd name="T15" fmla="*/ 266 h 358"/>
              <a:gd name="T16" fmla="*/ 93 w 356"/>
              <a:gd name="T17" fmla="*/ 242 h 358"/>
              <a:gd name="T18" fmla="*/ 116 w 356"/>
              <a:gd name="T19" fmla="*/ 212 h 358"/>
              <a:gd name="T20" fmla="*/ 143 w 356"/>
              <a:gd name="T21" fmla="*/ 179 h 358"/>
              <a:gd name="T22" fmla="*/ 134 w 356"/>
              <a:gd name="T23" fmla="*/ 190 h 358"/>
              <a:gd name="T24" fmla="*/ 119 w 356"/>
              <a:gd name="T25" fmla="*/ 196 h 358"/>
              <a:gd name="T26" fmla="*/ 144 w 356"/>
              <a:gd name="T27" fmla="*/ 168 h 358"/>
              <a:gd name="T28" fmla="*/ 157 w 356"/>
              <a:gd name="T29" fmla="*/ 162 h 358"/>
              <a:gd name="T30" fmla="*/ 176 w 356"/>
              <a:gd name="T31" fmla="*/ 145 h 358"/>
              <a:gd name="T32" fmla="*/ 159 w 356"/>
              <a:gd name="T33" fmla="*/ 156 h 358"/>
              <a:gd name="T34" fmla="*/ 189 w 356"/>
              <a:gd name="T35" fmla="*/ 125 h 358"/>
              <a:gd name="T36" fmla="*/ 189 w 356"/>
              <a:gd name="T37" fmla="*/ 128 h 358"/>
              <a:gd name="T38" fmla="*/ 204 w 356"/>
              <a:gd name="T39" fmla="*/ 127 h 358"/>
              <a:gd name="T40" fmla="*/ 206 w 356"/>
              <a:gd name="T41" fmla="*/ 122 h 358"/>
              <a:gd name="T42" fmla="*/ 216 w 356"/>
              <a:gd name="T43" fmla="*/ 100 h 358"/>
              <a:gd name="T44" fmla="*/ 222 w 356"/>
              <a:gd name="T45" fmla="*/ 93 h 358"/>
              <a:gd name="T46" fmla="*/ 231 w 356"/>
              <a:gd name="T47" fmla="*/ 91 h 358"/>
              <a:gd name="T48" fmla="*/ 238 w 356"/>
              <a:gd name="T49" fmla="*/ 80 h 358"/>
              <a:gd name="T50" fmla="*/ 250 w 356"/>
              <a:gd name="T51" fmla="*/ 78 h 358"/>
              <a:gd name="T52" fmla="*/ 261 w 356"/>
              <a:gd name="T53" fmla="*/ 65 h 358"/>
              <a:gd name="T54" fmla="*/ 270 w 356"/>
              <a:gd name="T55" fmla="*/ 65 h 358"/>
              <a:gd name="T56" fmla="*/ 301 w 356"/>
              <a:gd name="T57" fmla="*/ 26 h 358"/>
              <a:gd name="T58" fmla="*/ 310 w 356"/>
              <a:gd name="T59" fmla="*/ 27 h 358"/>
              <a:gd name="T60" fmla="*/ 316 w 356"/>
              <a:gd name="T61" fmla="*/ 12 h 358"/>
              <a:gd name="T62" fmla="*/ 332 w 356"/>
              <a:gd name="T63" fmla="*/ 0 h 358"/>
              <a:gd name="T64" fmla="*/ 339 w 356"/>
              <a:gd name="T65" fmla="*/ 15 h 358"/>
              <a:gd name="T66" fmla="*/ 334 w 356"/>
              <a:gd name="T67" fmla="*/ 26 h 358"/>
              <a:gd name="T68" fmla="*/ 350 w 356"/>
              <a:gd name="T69" fmla="*/ 13 h 358"/>
              <a:gd name="T70" fmla="*/ 342 w 356"/>
              <a:gd name="T71" fmla="*/ 32 h 358"/>
              <a:gd name="T72" fmla="*/ 329 w 356"/>
              <a:gd name="T73" fmla="*/ 47 h 358"/>
              <a:gd name="T74" fmla="*/ 315 w 356"/>
              <a:gd name="T75" fmla="*/ 65 h 358"/>
              <a:gd name="T76" fmla="*/ 284 w 356"/>
              <a:gd name="T77" fmla="*/ 91 h 358"/>
              <a:gd name="T78" fmla="*/ 238 w 356"/>
              <a:gd name="T79" fmla="*/ 130 h 358"/>
              <a:gd name="T80" fmla="*/ 229 w 356"/>
              <a:gd name="T81" fmla="*/ 139 h 358"/>
              <a:gd name="T82" fmla="*/ 219 w 356"/>
              <a:gd name="T83" fmla="*/ 162 h 358"/>
              <a:gd name="T84" fmla="*/ 196 w 356"/>
              <a:gd name="T85" fmla="*/ 185 h 358"/>
              <a:gd name="T86" fmla="*/ 188 w 356"/>
              <a:gd name="T87" fmla="*/ 196 h 358"/>
              <a:gd name="T88" fmla="*/ 181 w 356"/>
              <a:gd name="T89" fmla="*/ 207 h 358"/>
              <a:gd name="T90" fmla="*/ 156 w 356"/>
              <a:gd name="T91" fmla="*/ 203 h 358"/>
              <a:gd name="T92" fmla="*/ 191 w 356"/>
              <a:gd name="T93" fmla="*/ 155 h 358"/>
              <a:gd name="T94" fmla="*/ 164 w 356"/>
              <a:gd name="T95" fmla="*/ 189 h 358"/>
              <a:gd name="T96" fmla="*/ 182 w 356"/>
              <a:gd name="T97" fmla="*/ 182 h 358"/>
              <a:gd name="T98" fmla="*/ 289 w 356"/>
              <a:gd name="T99" fmla="*/ 75 h 358"/>
              <a:gd name="T100" fmla="*/ 301 w 356"/>
              <a:gd name="T101" fmla="*/ 58 h 358"/>
              <a:gd name="T102" fmla="*/ 300 w 356"/>
              <a:gd name="T103" fmla="*/ 50 h 358"/>
              <a:gd name="T104" fmla="*/ 249 w 356"/>
              <a:gd name="T105" fmla="*/ 120 h 358"/>
              <a:gd name="T106" fmla="*/ 254 w 356"/>
              <a:gd name="T107" fmla="*/ 123 h 358"/>
              <a:gd name="T108" fmla="*/ 263 w 356"/>
              <a:gd name="T109" fmla="*/ 97 h 358"/>
              <a:gd name="T110" fmla="*/ 278 w 356"/>
              <a:gd name="T111" fmla="*/ 78 h 358"/>
              <a:gd name="T112" fmla="*/ 256 w 356"/>
              <a:gd name="T113" fmla="*/ 100 h 358"/>
              <a:gd name="T114" fmla="*/ 233 w 356"/>
              <a:gd name="T115" fmla="*/ 111 h 358"/>
              <a:gd name="T116" fmla="*/ 213 w 356"/>
              <a:gd name="T117" fmla="*/ 149 h 358"/>
              <a:gd name="T118" fmla="*/ 204 w 356"/>
              <a:gd name="T119" fmla="*/ 161 h 358"/>
              <a:gd name="T120" fmla="*/ 159 w 356"/>
              <a:gd name="T121" fmla="*/ 166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56" h="358">
                <a:moveTo>
                  <a:pt x="155" y="205"/>
                </a:moveTo>
                <a:cubicBezTo>
                  <a:pt x="154" y="206"/>
                  <a:pt x="154" y="206"/>
                  <a:pt x="154" y="206"/>
                </a:cubicBezTo>
                <a:cubicBezTo>
                  <a:pt x="154" y="205"/>
                  <a:pt x="154" y="205"/>
                  <a:pt x="154" y="205"/>
                </a:cubicBezTo>
                <a:cubicBezTo>
                  <a:pt x="152" y="206"/>
                  <a:pt x="152" y="206"/>
                  <a:pt x="152" y="206"/>
                </a:cubicBezTo>
                <a:cubicBezTo>
                  <a:pt x="152" y="207"/>
                  <a:pt x="152" y="207"/>
                  <a:pt x="152" y="207"/>
                </a:cubicBezTo>
                <a:cubicBezTo>
                  <a:pt x="152" y="206"/>
                  <a:pt x="152" y="206"/>
                  <a:pt x="152" y="206"/>
                </a:cubicBezTo>
                <a:cubicBezTo>
                  <a:pt x="151" y="207"/>
                  <a:pt x="151" y="207"/>
                  <a:pt x="151" y="207"/>
                </a:cubicBezTo>
                <a:cubicBezTo>
                  <a:pt x="151" y="209"/>
                  <a:pt x="149" y="213"/>
                  <a:pt x="149" y="214"/>
                </a:cubicBezTo>
                <a:cubicBezTo>
                  <a:pt x="149" y="216"/>
                  <a:pt x="148" y="218"/>
                  <a:pt x="147" y="218"/>
                </a:cubicBezTo>
                <a:cubicBezTo>
                  <a:pt x="148" y="218"/>
                  <a:pt x="148" y="216"/>
                  <a:pt x="147" y="216"/>
                </a:cubicBezTo>
                <a:cubicBezTo>
                  <a:pt x="145" y="217"/>
                  <a:pt x="142" y="215"/>
                  <a:pt x="141" y="220"/>
                </a:cubicBezTo>
                <a:cubicBezTo>
                  <a:pt x="143" y="218"/>
                  <a:pt x="143" y="218"/>
                  <a:pt x="143" y="218"/>
                </a:cubicBezTo>
                <a:cubicBezTo>
                  <a:pt x="142" y="225"/>
                  <a:pt x="142" y="225"/>
                  <a:pt x="142" y="225"/>
                </a:cubicBezTo>
                <a:cubicBezTo>
                  <a:pt x="140" y="225"/>
                  <a:pt x="142" y="221"/>
                  <a:pt x="142" y="220"/>
                </a:cubicBezTo>
                <a:cubicBezTo>
                  <a:pt x="141" y="224"/>
                  <a:pt x="135" y="223"/>
                  <a:pt x="136" y="227"/>
                </a:cubicBezTo>
                <a:cubicBezTo>
                  <a:pt x="134" y="225"/>
                  <a:pt x="132" y="223"/>
                  <a:pt x="130" y="225"/>
                </a:cubicBezTo>
                <a:cubicBezTo>
                  <a:pt x="133" y="226"/>
                  <a:pt x="130" y="227"/>
                  <a:pt x="133" y="228"/>
                </a:cubicBezTo>
                <a:cubicBezTo>
                  <a:pt x="133" y="229"/>
                  <a:pt x="130" y="229"/>
                  <a:pt x="131" y="231"/>
                </a:cubicBezTo>
                <a:cubicBezTo>
                  <a:pt x="131" y="230"/>
                  <a:pt x="131" y="230"/>
                  <a:pt x="131" y="230"/>
                </a:cubicBezTo>
                <a:cubicBezTo>
                  <a:pt x="125" y="231"/>
                  <a:pt x="128" y="235"/>
                  <a:pt x="127" y="238"/>
                </a:cubicBezTo>
                <a:cubicBezTo>
                  <a:pt x="124" y="242"/>
                  <a:pt x="122" y="243"/>
                  <a:pt x="119" y="246"/>
                </a:cubicBezTo>
                <a:cubicBezTo>
                  <a:pt x="118" y="245"/>
                  <a:pt x="114" y="244"/>
                  <a:pt x="113" y="245"/>
                </a:cubicBezTo>
                <a:cubicBezTo>
                  <a:pt x="114" y="247"/>
                  <a:pt x="112" y="250"/>
                  <a:pt x="113" y="252"/>
                </a:cubicBezTo>
                <a:cubicBezTo>
                  <a:pt x="116" y="250"/>
                  <a:pt x="114" y="249"/>
                  <a:pt x="114" y="247"/>
                </a:cubicBezTo>
                <a:cubicBezTo>
                  <a:pt x="117" y="248"/>
                  <a:pt x="116" y="249"/>
                  <a:pt x="119" y="248"/>
                </a:cubicBezTo>
                <a:cubicBezTo>
                  <a:pt x="117" y="249"/>
                  <a:pt x="114" y="254"/>
                  <a:pt x="111" y="254"/>
                </a:cubicBezTo>
                <a:cubicBezTo>
                  <a:pt x="111" y="254"/>
                  <a:pt x="111" y="254"/>
                  <a:pt x="111" y="254"/>
                </a:cubicBezTo>
                <a:cubicBezTo>
                  <a:pt x="108" y="255"/>
                  <a:pt x="104" y="251"/>
                  <a:pt x="103" y="257"/>
                </a:cubicBezTo>
                <a:cubicBezTo>
                  <a:pt x="102" y="260"/>
                  <a:pt x="102" y="260"/>
                  <a:pt x="102" y="260"/>
                </a:cubicBezTo>
                <a:cubicBezTo>
                  <a:pt x="102" y="259"/>
                  <a:pt x="102" y="259"/>
                  <a:pt x="102" y="259"/>
                </a:cubicBezTo>
                <a:cubicBezTo>
                  <a:pt x="99" y="262"/>
                  <a:pt x="98" y="259"/>
                  <a:pt x="96" y="263"/>
                </a:cubicBezTo>
                <a:cubicBezTo>
                  <a:pt x="96" y="263"/>
                  <a:pt x="96" y="263"/>
                  <a:pt x="96" y="263"/>
                </a:cubicBezTo>
                <a:cubicBezTo>
                  <a:pt x="94" y="263"/>
                  <a:pt x="94" y="267"/>
                  <a:pt x="93" y="269"/>
                </a:cubicBezTo>
                <a:cubicBezTo>
                  <a:pt x="91" y="268"/>
                  <a:pt x="92" y="267"/>
                  <a:pt x="91" y="266"/>
                </a:cubicBezTo>
                <a:cubicBezTo>
                  <a:pt x="88" y="268"/>
                  <a:pt x="87" y="274"/>
                  <a:pt x="86" y="277"/>
                </a:cubicBezTo>
                <a:cubicBezTo>
                  <a:pt x="84" y="278"/>
                  <a:pt x="84" y="278"/>
                  <a:pt x="84" y="278"/>
                </a:cubicBezTo>
                <a:cubicBezTo>
                  <a:pt x="84" y="277"/>
                  <a:pt x="84" y="274"/>
                  <a:pt x="83" y="273"/>
                </a:cubicBezTo>
                <a:cubicBezTo>
                  <a:pt x="82" y="275"/>
                  <a:pt x="83" y="275"/>
                  <a:pt x="81" y="276"/>
                </a:cubicBezTo>
                <a:cubicBezTo>
                  <a:pt x="81" y="275"/>
                  <a:pt x="81" y="274"/>
                  <a:pt x="80" y="272"/>
                </a:cubicBezTo>
                <a:cubicBezTo>
                  <a:pt x="76" y="274"/>
                  <a:pt x="83" y="276"/>
                  <a:pt x="78" y="275"/>
                </a:cubicBezTo>
                <a:cubicBezTo>
                  <a:pt x="77" y="276"/>
                  <a:pt x="77" y="278"/>
                  <a:pt x="78" y="279"/>
                </a:cubicBezTo>
                <a:cubicBezTo>
                  <a:pt x="75" y="280"/>
                  <a:pt x="75" y="280"/>
                  <a:pt x="75" y="280"/>
                </a:cubicBezTo>
                <a:cubicBezTo>
                  <a:pt x="76" y="281"/>
                  <a:pt x="74" y="284"/>
                  <a:pt x="73" y="285"/>
                </a:cubicBezTo>
                <a:cubicBezTo>
                  <a:pt x="73" y="286"/>
                  <a:pt x="76" y="285"/>
                  <a:pt x="76" y="284"/>
                </a:cubicBezTo>
                <a:cubicBezTo>
                  <a:pt x="77" y="286"/>
                  <a:pt x="75" y="288"/>
                  <a:pt x="74" y="289"/>
                </a:cubicBezTo>
                <a:cubicBezTo>
                  <a:pt x="71" y="286"/>
                  <a:pt x="68" y="295"/>
                  <a:pt x="66" y="291"/>
                </a:cubicBezTo>
                <a:cubicBezTo>
                  <a:pt x="63" y="296"/>
                  <a:pt x="57" y="303"/>
                  <a:pt x="55" y="307"/>
                </a:cubicBezTo>
                <a:cubicBezTo>
                  <a:pt x="53" y="307"/>
                  <a:pt x="51" y="309"/>
                  <a:pt x="51" y="306"/>
                </a:cubicBezTo>
                <a:cubicBezTo>
                  <a:pt x="48" y="310"/>
                  <a:pt x="49" y="315"/>
                  <a:pt x="44" y="317"/>
                </a:cubicBezTo>
                <a:cubicBezTo>
                  <a:pt x="44" y="317"/>
                  <a:pt x="46" y="316"/>
                  <a:pt x="45" y="315"/>
                </a:cubicBezTo>
                <a:cubicBezTo>
                  <a:pt x="44" y="318"/>
                  <a:pt x="39" y="318"/>
                  <a:pt x="36" y="322"/>
                </a:cubicBezTo>
                <a:cubicBezTo>
                  <a:pt x="37" y="322"/>
                  <a:pt x="37" y="321"/>
                  <a:pt x="36" y="321"/>
                </a:cubicBezTo>
                <a:cubicBezTo>
                  <a:pt x="37" y="321"/>
                  <a:pt x="36" y="323"/>
                  <a:pt x="35" y="324"/>
                </a:cubicBezTo>
                <a:cubicBezTo>
                  <a:pt x="35" y="325"/>
                  <a:pt x="36" y="323"/>
                  <a:pt x="35" y="323"/>
                </a:cubicBezTo>
                <a:cubicBezTo>
                  <a:pt x="27" y="329"/>
                  <a:pt x="25" y="338"/>
                  <a:pt x="18" y="345"/>
                </a:cubicBezTo>
                <a:cubicBezTo>
                  <a:pt x="20" y="343"/>
                  <a:pt x="19" y="340"/>
                  <a:pt x="18" y="339"/>
                </a:cubicBezTo>
                <a:cubicBezTo>
                  <a:pt x="16" y="341"/>
                  <a:pt x="16" y="341"/>
                  <a:pt x="16" y="341"/>
                </a:cubicBezTo>
                <a:cubicBezTo>
                  <a:pt x="17" y="343"/>
                  <a:pt x="15" y="344"/>
                  <a:pt x="15" y="346"/>
                </a:cubicBezTo>
                <a:cubicBezTo>
                  <a:pt x="14" y="346"/>
                  <a:pt x="13" y="346"/>
                  <a:pt x="13" y="345"/>
                </a:cubicBezTo>
                <a:cubicBezTo>
                  <a:pt x="8" y="347"/>
                  <a:pt x="11" y="355"/>
                  <a:pt x="5" y="358"/>
                </a:cubicBezTo>
                <a:cubicBezTo>
                  <a:pt x="7" y="349"/>
                  <a:pt x="7" y="349"/>
                  <a:pt x="7" y="349"/>
                </a:cubicBezTo>
                <a:cubicBezTo>
                  <a:pt x="4" y="349"/>
                  <a:pt x="4" y="349"/>
                  <a:pt x="4" y="349"/>
                </a:cubicBezTo>
                <a:cubicBezTo>
                  <a:pt x="5" y="345"/>
                  <a:pt x="5" y="345"/>
                  <a:pt x="5" y="345"/>
                </a:cubicBezTo>
                <a:cubicBezTo>
                  <a:pt x="3" y="345"/>
                  <a:pt x="4" y="349"/>
                  <a:pt x="2" y="348"/>
                </a:cubicBezTo>
                <a:cubicBezTo>
                  <a:pt x="2" y="347"/>
                  <a:pt x="3" y="346"/>
                  <a:pt x="2" y="346"/>
                </a:cubicBezTo>
                <a:cubicBezTo>
                  <a:pt x="0" y="346"/>
                  <a:pt x="1" y="348"/>
                  <a:pt x="0" y="349"/>
                </a:cubicBezTo>
                <a:cubicBezTo>
                  <a:pt x="0" y="343"/>
                  <a:pt x="6" y="338"/>
                  <a:pt x="8" y="334"/>
                </a:cubicBezTo>
                <a:cubicBezTo>
                  <a:pt x="9" y="334"/>
                  <a:pt x="9" y="335"/>
                  <a:pt x="9" y="336"/>
                </a:cubicBezTo>
                <a:cubicBezTo>
                  <a:pt x="10" y="334"/>
                  <a:pt x="12" y="334"/>
                  <a:pt x="13" y="332"/>
                </a:cubicBezTo>
                <a:cubicBezTo>
                  <a:pt x="12" y="330"/>
                  <a:pt x="11" y="332"/>
                  <a:pt x="10" y="333"/>
                </a:cubicBezTo>
                <a:cubicBezTo>
                  <a:pt x="9" y="332"/>
                  <a:pt x="10" y="331"/>
                  <a:pt x="10" y="330"/>
                </a:cubicBezTo>
                <a:cubicBezTo>
                  <a:pt x="12" y="332"/>
                  <a:pt x="15" y="326"/>
                  <a:pt x="18" y="327"/>
                </a:cubicBezTo>
                <a:cubicBezTo>
                  <a:pt x="22" y="322"/>
                  <a:pt x="14" y="324"/>
                  <a:pt x="19" y="320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23" y="317"/>
                  <a:pt x="25" y="313"/>
                  <a:pt x="29" y="310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28" y="312"/>
                  <a:pt x="29" y="311"/>
                  <a:pt x="30" y="312"/>
                </a:cubicBezTo>
                <a:cubicBezTo>
                  <a:pt x="33" y="310"/>
                  <a:pt x="33" y="306"/>
                  <a:pt x="36" y="306"/>
                </a:cubicBezTo>
                <a:cubicBezTo>
                  <a:pt x="37" y="302"/>
                  <a:pt x="40" y="297"/>
                  <a:pt x="42" y="293"/>
                </a:cubicBezTo>
                <a:cubicBezTo>
                  <a:pt x="44" y="295"/>
                  <a:pt x="40" y="299"/>
                  <a:pt x="40" y="301"/>
                </a:cubicBezTo>
                <a:cubicBezTo>
                  <a:pt x="42" y="299"/>
                  <a:pt x="42" y="299"/>
                  <a:pt x="42" y="299"/>
                </a:cubicBezTo>
                <a:cubicBezTo>
                  <a:pt x="41" y="300"/>
                  <a:pt x="41" y="302"/>
                  <a:pt x="41" y="304"/>
                </a:cubicBezTo>
                <a:cubicBezTo>
                  <a:pt x="44" y="302"/>
                  <a:pt x="43" y="299"/>
                  <a:pt x="44" y="297"/>
                </a:cubicBezTo>
                <a:cubicBezTo>
                  <a:pt x="45" y="297"/>
                  <a:pt x="45" y="297"/>
                  <a:pt x="46" y="296"/>
                </a:cubicBezTo>
                <a:cubicBezTo>
                  <a:pt x="45" y="295"/>
                  <a:pt x="45" y="295"/>
                  <a:pt x="45" y="295"/>
                </a:cubicBezTo>
                <a:cubicBezTo>
                  <a:pt x="45" y="295"/>
                  <a:pt x="46" y="295"/>
                  <a:pt x="46" y="295"/>
                </a:cubicBezTo>
                <a:cubicBezTo>
                  <a:pt x="49" y="290"/>
                  <a:pt x="49" y="290"/>
                  <a:pt x="49" y="290"/>
                </a:cubicBezTo>
                <a:cubicBezTo>
                  <a:pt x="48" y="290"/>
                  <a:pt x="46" y="289"/>
                  <a:pt x="45" y="290"/>
                </a:cubicBezTo>
                <a:cubicBezTo>
                  <a:pt x="47" y="290"/>
                  <a:pt x="46" y="291"/>
                  <a:pt x="45" y="292"/>
                </a:cubicBezTo>
                <a:cubicBezTo>
                  <a:pt x="45" y="291"/>
                  <a:pt x="43" y="293"/>
                  <a:pt x="42" y="292"/>
                </a:cubicBezTo>
                <a:cubicBezTo>
                  <a:pt x="44" y="290"/>
                  <a:pt x="47" y="287"/>
                  <a:pt x="48" y="286"/>
                </a:cubicBezTo>
                <a:cubicBezTo>
                  <a:pt x="49" y="287"/>
                  <a:pt x="49" y="287"/>
                  <a:pt x="49" y="287"/>
                </a:cubicBezTo>
                <a:cubicBezTo>
                  <a:pt x="52" y="285"/>
                  <a:pt x="53" y="282"/>
                  <a:pt x="54" y="281"/>
                </a:cubicBezTo>
                <a:cubicBezTo>
                  <a:pt x="55" y="282"/>
                  <a:pt x="55" y="282"/>
                  <a:pt x="55" y="282"/>
                </a:cubicBezTo>
                <a:cubicBezTo>
                  <a:pt x="57" y="281"/>
                  <a:pt x="59" y="278"/>
                  <a:pt x="62" y="277"/>
                </a:cubicBezTo>
                <a:cubicBezTo>
                  <a:pt x="63" y="273"/>
                  <a:pt x="64" y="270"/>
                  <a:pt x="64" y="266"/>
                </a:cubicBezTo>
                <a:cubicBezTo>
                  <a:pt x="63" y="264"/>
                  <a:pt x="72" y="263"/>
                  <a:pt x="72" y="258"/>
                </a:cubicBezTo>
                <a:cubicBezTo>
                  <a:pt x="72" y="258"/>
                  <a:pt x="72" y="261"/>
                  <a:pt x="72" y="262"/>
                </a:cubicBezTo>
                <a:cubicBezTo>
                  <a:pt x="73" y="261"/>
                  <a:pt x="73" y="258"/>
                  <a:pt x="75" y="259"/>
                </a:cubicBezTo>
                <a:cubicBezTo>
                  <a:pt x="71" y="262"/>
                  <a:pt x="76" y="260"/>
                  <a:pt x="75" y="262"/>
                </a:cubicBezTo>
                <a:cubicBezTo>
                  <a:pt x="77" y="261"/>
                  <a:pt x="78" y="259"/>
                  <a:pt x="78" y="257"/>
                </a:cubicBezTo>
                <a:cubicBezTo>
                  <a:pt x="76" y="260"/>
                  <a:pt x="77" y="254"/>
                  <a:pt x="75" y="257"/>
                </a:cubicBezTo>
                <a:cubicBezTo>
                  <a:pt x="76" y="254"/>
                  <a:pt x="78" y="250"/>
                  <a:pt x="81" y="249"/>
                </a:cubicBezTo>
                <a:cubicBezTo>
                  <a:pt x="81" y="249"/>
                  <a:pt x="82" y="249"/>
                  <a:pt x="83" y="249"/>
                </a:cubicBezTo>
                <a:cubicBezTo>
                  <a:pt x="83" y="247"/>
                  <a:pt x="83" y="247"/>
                  <a:pt x="83" y="247"/>
                </a:cubicBezTo>
                <a:cubicBezTo>
                  <a:pt x="84" y="246"/>
                  <a:pt x="82" y="250"/>
                  <a:pt x="85" y="249"/>
                </a:cubicBezTo>
                <a:cubicBezTo>
                  <a:pt x="85" y="244"/>
                  <a:pt x="93" y="243"/>
                  <a:pt x="90" y="238"/>
                </a:cubicBezTo>
                <a:cubicBezTo>
                  <a:pt x="94" y="238"/>
                  <a:pt x="88" y="243"/>
                  <a:pt x="93" y="242"/>
                </a:cubicBezTo>
                <a:cubicBezTo>
                  <a:pt x="92" y="245"/>
                  <a:pt x="89" y="245"/>
                  <a:pt x="90" y="248"/>
                </a:cubicBezTo>
                <a:cubicBezTo>
                  <a:pt x="91" y="246"/>
                  <a:pt x="92" y="249"/>
                  <a:pt x="93" y="248"/>
                </a:cubicBezTo>
                <a:cubicBezTo>
                  <a:pt x="94" y="245"/>
                  <a:pt x="94" y="245"/>
                  <a:pt x="94" y="245"/>
                </a:cubicBezTo>
                <a:cubicBezTo>
                  <a:pt x="93" y="245"/>
                  <a:pt x="93" y="245"/>
                  <a:pt x="93" y="245"/>
                </a:cubicBezTo>
                <a:cubicBezTo>
                  <a:pt x="95" y="241"/>
                  <a:pt x="100" y="237"/>
                  <a:pt x="103" y="233"/>
                </a:cubicBezTo>
                <a:cubicBezTo>
                  <a:pt x="105" y="228"/>
                  <a:pt x="104" y="224"/>
                  <a:pt x="108" y="220"/>
                </a:cubicBezTo>
                <a:cubicBezTo>
                  <a:pt x="108" y="222"/>
                  <a:pt x="112" y="218"/>
                  <a:pt x="112" y="222"/>
                </a:cubicBezTo>
                <a:cubicBezTo>
                  <a:pt x="114" y="221"/>
                  <a:pt x="115" y="219"/>
                  <a:pt x="114" y="218"/>
                </a:cubicBezTo>
                <a:cubicBezTo>
                  <a:pt x="113" y="219"/>
                  <a:pt x="114" y="218"/>
                  <a:pt x="112" y="219"/>
                </a:cubicBezTo>
                <a:cubicBezTo>
                  <a:pt x="112" y="217"/>
                  <a:pt x="114" y="215"/>
                  <a:pt x="115" y="215"/>
                </a:cubicBezTo>
                <a:cubicBezTo>
                  <a:pt x="115" y="215"/>
                  <a:pt x="115" y="215"/>
                  <a:pt x="115" y="216"/>
                </a:cubicBezTo>
                <a:cubicBezTo>
                  <a:pt x="118" y="215"/>
                  <a:pt x="115" y="214"/>
                  <a:pt x="116" y="212"/>
                </a:cubicBezTo>
                <a:cubicBezTo>
                  <a:pt x="118" y="213"/>
                  <a:pt x="119" y="210"/>
                  <a:pt x="121" y="209"/>
                </a:cubicBezTo>
                <a:cubicBezTo>
                  <a:pt x="121" y="206"/>
                  <a:pt x="121" y="206"/>
                  <a:pt x="121" y="206"/>
                </a:cubicBezTo>
                <a:cubicBezTo>
                  <a:pt x="121" y="208"/>
                  <a:pt x="123" y="205"/>
                  <a:pt x="125" y="205"/>
                </a:cubicBezTo>
                <a:cubicBezTo>
                  <a:pt x="125" y="203"/>
                  <a:pt x="125" y="201"/>
                  <a:pt x="127" y="199"/>
                </a:cubicBezTo>
                <a:cubicBezTo>
                  <a:pt x="127" y="201"/>
                  <a:pt x="130" y="198"/>
                  <a:pt x="131" y="200"/>
                </a:cubicBezTo>
                <a:cubicBezTo>
                  <a:pt x="135" y="198"/>
                  <a:pt x="133" y="191"/>
                  <a:pt x="138" y="190"/>
                </a:cubicBezTo>
                <a:cubicBezTo>
                  <a:pt x="138" y="190"/>
                  <a:pt x="138" y="191"/>
                  <a:pt x="139" y="191"/>
                </a:cubicBezTo>
                <a:cubicBezTo>
                  <a:pt x="140" y="190"/>
                  <a:pt x="141" y="189"/>
                  <a:pt x="142" y="188"/>
                </a:cubicBezTo>
                <a:cubicBezTo>
                  <a:pt x="142" y="188"/>
                  <a:pt x="142" y="188"/>
                  <a:pt x="142" y="188"/>
                </a:cubicBezTo>
                <a:cubicBezTo>
                  <a:pt x="142" y="188"/>
                  <a:pt x="142" y="188"/>
                  <a:pt x="142" y="188"/>
                </a:cubicBezTo>
                <a:cubicBezTo>
                  <a:pt x="142" y="187"/>
                  <a:pt x="142" y="187"/>
                  <a:pt x="142" y="187"/>
                </a:cubicBezTo>
                <a:cubicBezTo>
                  <a:pt x="142" y="184"/>
                  <a:pt x="141" y="182"/>
                  <a:pt x="143" y="179"/>
                </a:cubicBezTo>
                <a:cubicBezTo>
                  <a:pt x="141" y="178"/>
                  <a:pt x="140" y="180"/>
                  <a:pt x="139" y="182"/>
                </a:cubicBezTo>
                <a:cubicBezTo>
                  <a:pt x="140" y="184"/>
                  <a:pt x="140" y="184"/>
                  <a:pt x="140" y="184"/>
                </a:cubicBezTo>
                <a:cubicBezTo>
                  <a:pt x="137" y="183"/>
                  <a:pt x="138" y="186"/>
                  <a:pt x="136" y="186"/>
                </a:cubicBezTo>
                <a:cubicBezTo>
                  <a:pt x="136" y="182"/>
                  <a:pt x="141" y="179"/>
                  <a:pt x="142" y="174"/>
                </a:cubicBezTo>
                <a:cubicBezTo>
                  <a:pt x="138" y="174"/>
                  <a:pt x="134" y="177"/>
                  <a:pt x="132" y="181"/>
                </a:cubicBezTo>
                <a:cubicBezTo>
                  <a:pt x="134" y="180"/>
                  <a:pt x="134" y="180"/>
                  <a:pt x="134" y="180"/>
                </a:cubicBezTo>
                <a:cubicBezTo>
                  <a:pt x="132" y="182"/>
                  <a:pt x="132" y="182"/>
                  <a:pt x="132" y="182"/>
                </a:cubicBezTo>
                <a:cubicBezTo>
                  <a:pt x="135" y="182"/>
                  <a:pt x="135" y="182"/>
                  <a:pt x="135" y="182"/>
                </a:cubicBezTo>
                <a:cubicBezTo>
                  <a:pt x="133" y="183"/>
                  <a:pt x="132" y="185"/>
                  <a:pt x="131" y="186"/>
                </a:cubicBezTo>
                <a:cubicBezTo>
                  <a:pt x="133" y="184"/>
                  <a:pt x="135" y="186"/>
                  <a:pt x="134" y="186"/>
                </a:cubicBezTo>
                <a:cubicBezTo>
                  <a:pt x="131" y="187"/>
                  <a:pt x="133" y="189"/>
                  <a:pt x="131" y="190"/>
                </a:cubicBezTo>
                <a:cubicBezTo>
                  <a:pt x="132" y="189"/>
                  <a:pt x="133" y="189"/>
                  <a:pt x="134" y="190"/>
                </a:cubicBezTo>
                <a:cubicBezTo>
                  <a:pt x="129" y="191"/>
                  <a:pt x="130" y="193"/>
                  <a:pt x="125" y="193"/>
                </a:cubicBezTo>
                <a:cubicBezTo>
                  <a:pt x="128" y="195"/>
                  <a:pt x="122" y="197"/>
                  <a:pt x="124" y="199"/>
                </a:cubicBezTo>
                <a:cubicBezTo>
                  <a:pt x="125" y="198"/>
                  <a:pt x="125" y="198"/>
                  <a:pt x="125" y="198"/>
                </a:cubicBezTo>
                <a:cubicBezTo>
                  <a:pt x="124" y="202"/>
                  <a:pt x="124" y="202"/>
                  <a:pt x="124" y="202"/>
                </a:cubicBezTo>
                <a:cubicBezTo>
                  <a:pt x="120" y="202"/>
                  <a:pt x="124" y="198"/>
                  <a:pt x="120" y="200"/>
                </a:cubicBezTo>
                <a:cubicBezTo>
                  <a:pt x="116" y="203"/>
                  <a:pt x="119" y="205"/>
                  <a:pt x="117" y="208"/>
                </a:cubicBezTo>
                <a:cubicBezTo>
                  <a:pt x="116" y="206"/>
                  <a:pt x="117" y="202"/>
                  <a:pt x="119" y="201"/>
                </a:cubicBezTo>
                <a:cubicBezTo>
                  <a:pt x="117" y="201"/>
                  <a:pt x="117" y="201"/>
                  <a:pt x="117" y="201"/>
                </a:cubicBezTo>
                <a:cubicBezTo>
                  <a:pt x="117" y="200"/>
                  <a:pt x="120" y="197"/>
                  <a:pt x="121" y="196"/>
                </a:cubicBezTo>
                <a:cubicBezTo>
                  <a:pt x="120" y="200"/>
                  <a:pt x="123" y="195"/>
                  <a:pt x="125" y="195"/>
                </a:cubicBezTo>
                <a:cubicBezTo>
                  <a:pt x="124" y="194"/>
                  <a:pt x="123" y="196"/>
                  <a:pt x="123" y="193"/>
                </a:cubicBezTo>
                <a:cubicBezTo>
                  <a:pt x="122" y="194"/>
                  <a:pt x="121" y="195"/>
                  <a:pt x="119" y="196"/>
                </a:cubicBezTo>
                <a:cubicBezTo>
                  <a:pt x="124" y="193"/>
                  <a:pt x="118" y="188"/>
                  <a:pt x="123" y="185"/>
                </a:cubicBezTo>
                <a:cubicBezTo>
                  <a:pt x="122" y="187"/>
                  <a:pt x="126" y="186"/>
                  <a:pt x="127" y="187"/>
                </a:cubicBezTo>
                <a:cubicBezTo>
                  <a:pt x="127" y="186"/>
                  <a:pt x="129" y="184"/>
                  <a:pt x="129" y="183"/>
                </a:cubicBezTo>
                <a:cubicBezTo>
                  <a:pt x="127" y="182"/>
                  <a:pt x="127" y="182"/>
                  <a:pt x="127" y="182"/>
                </a:cubicBezTo>
                <a:cubicBezTo>
                  <a:pt x="128" y="179"/>
                  <a:pt x="133" y="182"/>
                  <a:pt x="133" y="177"/>
                </a:cubicBezTo>
                <a:cubicBezTo>
                  <a:pt x="133" y="176"/>
                  <a:pt x="131" y="179"/>
                  <a:pt x="131" y="178"/>
                </a:cubicBezTo>
                <a:cubicBezTo>
                  <a:pt x="133" y="174"/>
                  <a:pt x="138" y="176"/>
                  <a:pt x="142" y="174"/>
                </a:cubicBezTo>
                <a:cubicBezTo>
                  <a:pt x="142" y="173"/>
                  <a:pt x="141" y="172"/>
                  <a:pt x="141" y="170"/>
                </a:cubicBezTo>
                <a:cubicBezTo>
                  <a:pt x="142" y="171"/>
                  <a:pt x="143" y="171"/>
                  <a:pt x="143" y="173"/>
                </a:cubicBezTo>
                <a:cubicBezTo>
                  <a:pt x="144" y="173"/>
                  <a:pt x="144" y="171"/>
                  <a:pt x="145" y="169"/>
                </a:cubicBezTo>
                <a:cubicBezTo>
                  <a:pt x="142" y="171"/>
                  <a:pt x="144" y="167"/>
                  <a:pt x="144" y="166"/>
                </a:cubicBezTo>
                <a:cubicBezTo>
                  <a:pt x="145" y="165"/>
                  <a:pt x="145" y="167"/>
                  <a:pt x="144" y="168"/>
                </a:cubicBezTo>
                <a:cubicBezTo>
                  <a:pt x="146" y="167"/>
                  <a:pt x="148" y="168"/>
                  <a:pt x="147" y="166"/>
                </a:cubicBezTo>
                <a:cubicBezTo>
                  <a:pt x="148" y="167"/>
                  <a:pt x="148" y="172"/>
                  <a:pt x="146" y="174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8" y="174"/>
                  <a:pt x="147" y="174"/>
                  <a:pt x="146" y="175"/>
                </a:cubicBezTo>
                <a:cubicBezTo>
                  <a:pt x="148" y="175"/>
                  <a:pt x="149" y="176"/>
                  <a:pt x="149" y="177"/>
                </a:cubicBezTo>
                <a:cubicBezTo>
                  <a:pt x="149" y="177"/>
                  <a:pt x="149" y="177"/>
                  <a:pt x="149" y="177"/>
                </a:cubicBezTo>
                <a:cubicBezTo>
                  <a:pt x="148" y="177"/>
                  <a:pt x="147" y="178"/>
                  <a:pt x="148" y="179"/>
                </a:cubicBezTo>
                <a:cubicBezTo>
                  <a:pt x="149" y="181"/>
                  <a:pt x="150" y="178"/>
                  <a:pt x="152" y="179"/>
                </a:cubicBezTo>
                <a:cubicBezTo>
                  <a:pt x="153" y="177"/>
                  <a:pt x="153" y="177"/>
                  <a:pt x="153" y="177"/>
                </a:cubicBezTo>
                <a:cubicBezTo>
                  <a:pt x="152" y="167"/>
                  <a:pt x="152" y="167"/>
                  <a:pt x="152" y="167"/>
                </a:cubicBezTo>
                <a:cubicBezTo>
                  <a:pt x="154" y="164"/>
                  <a:pt x="156" y="165"/>
                  <a:pt x="158" y="164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9" y="161"/>
                  <a:pt x="161" y="159"/>
                  <a:pt x="162" y="162"/>
                </a:cubicBezTo>
                <a:cubicBezTo>
                  <a:pt x="161" y="162"/>
                  <a:pt x="161" y="162"/>
                  <a:pt x="16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1" y="164"/>
                  <a:pt x="161" y="164"/>
                  <a:pt x="161" y="164"/>
                </a:cubicBezTo>
                <a:cubicBezTo>
                  <a:pt x="163" y="161"/>
                  <a:pt x="164" y="160"/>
                  <a:pt x="164" y="160"/>
                </a:cubicBezTo>
                <a:cubicBezTo>
                  <a:pt x="162" y="165"/>
                  <a:pt x="166" y="162"/>
                  <a:pt x="168" y="165"/>
                </a:cubicBezTo>
                <a:cubicBezTo>
                  <a:pt x="170" y="161"/>
                  <a:pt x="170" y="161"/>
                  <a:pt x="170" y="161"/>
                </a:cubicBezTo>
                <a:cubicBezTo>
                  <a:pt x="168" y="162"/>
                  <a:pt x="169" y="160"/>
                  <a:pt x="169" y="159"/>
                </a:cubicBezTo>
                <a:cubicBezTo>
                  <a:pt x="171" y="160"/>
                  <a:pt x="172" y="156"/>
                  <a:pt x="173" y="156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175" y="155"/>
                  <a:pt x="177" y="153"/>
                  <a:pt x="178" y="152"/>
                </a:cubicBezTo>
                <a:cubicBezTo>
                  <a:pt x="177" y="151"/>
                  <a:pt x="177" y="147"/>
                  <a:pt x="176" y="145"/>
                </a:cubicBezTo>
                <a:cubicBezTo>
                  <a:pt x="173" y="147"/>
                  <a:pt x="174" y="145"/>
                  <a:pt x="173" y="144"/>
                </a:cubicBezTo>
                <a:cubicBezTo>
                  <a:pt x="174" y="144"/>
                  <a:pt x="174" y="144"/>
                  <a:pt x="174" y="144"/>
                </a:cubicBezTo>
                <a:cubicBezTo>
                  <a:pt x="174" y="143"/>
                  <a:pt x="173" y="144"/>
                  <a:pt x="172" y="143"/>
                </a:cubicBezTo>
                <a:cubicBezTo>
                  <a:pt x="170" y="146"/>
                  <a:pt x="168" y="149"/>
                  <a:pt x="169" y="152"/>
                </a:cubicBezTo>
                <a:cubicBezTo>
                  <a:pt x="171" y="152"/>
                  <a:pt x="169" y="150"/>
                  <a:pt x="171" y="149"/>
                </a:cubicBezTo>
                <a:cubicBezTo>
                  <a:pt x="171" y="152"/>
                  <a:pt x="169" y="153"/>
                  <a:pt x="167" y="155"/>
                </a:cubicBezTo>
                <a:cubicBezTo>
                  <a:pt x="165" y="154"/>
                  <a:pt x="165" y="154"/>
                  <a:pt x="165" y="154"/>
                </a:cubicBezTo>
                <a:cubicBezTo>
                  <a:pt x="164" y="157"/>
                  <a:pt x="164" y="157"/>
                  <a:pt x="164" y="157"/>
                </a:cubicBezTo>
                <a:cubicBezTo>
                  <a:pt x="164" y="156"/>
                  <a:pt x="163" y="155"/>
                  <a:pt x="164" y="153"/>
                </a:cubicBezTo>
                <a:cubicBezTo>
                  <a:pt x="163" y="152"/>
                  <a:pt x="163" y="155"/>
                  <a:pt x="161" y="156"/>
                </a:cubicBezTo>
                <a:cubicBezTo>
                  <a:pt x="162" y="158"/>
                  <a:pt x="162" y="158"/>
                  <a:pt x="162" y="158"/>
                </a:cubicBezTo>
                <a:cubicBezTo>
                  <a:pt x="161" y="157"/>
                  <a:pt x="158" y="159"/>
                  <a:pt x="159" y="156"/>
                </a:cubicBezTo>
                <a:cubicBezTo>
                  <a:pt x="161" y="152"/>
                  <a:pt x="161" y="152"/>
                  <a:pt x="161" y="152"/>
                </a:cubicBezTo>
                <a:cubicBezTo>
                  <a:pt x="159" y="152"/>
                  <a:pt x="159" y="152"/>
                  <a:pt x="159" y="152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62" y="150"/>
                  <a:pt x="162" y="150"/>
                  <a:pt x="162" y="150"/>
                </a:cubicBezTo>
                <a:cubicBezTo>
                  <a:pt x="165" y="145"/>
                  <a:pt x="166" y="152"/>
                  <a:pt x="168" y="146"/>
                </a:cubicBezTo>
                <a:cubicBezTo>
                  <a:pt x="168" y="143"/>
                  <a:pt x="169" y="141"/>
                  <a:pt x="172" y="139"/>
                </a:cubicBezTo>
                <a:cubicBezTo>
                  <a:pt x="171" y="141"/>
                  <a:pt x="173" y="140"/>
                  <a:pt x="174" y="142"/>
                </a:cubicBezTo>
                <a:cubicBezTo>
                  <a:pt x="177" y="141"/>
                  <a:pt x="176" y="139"/>
                  <a:pt x="176" y="137"/>
                </a:cubicBezTo>
                <a:cubicBezTo>
                  <a:pt x="177" y="138"/>
                  <a:pt x="179" y="138"/>
                  <a:pt x="177" y="140"/>
                </a:cubicBezTo>
                <a:cubicBezTo>
                  <a:pt x="179" y="142"/>
                  <a:pt x="179" y="137"/>
                  <a:pt x="181" y="139"/>
                </a:cubicBezTo>
                <a:cubicBezTo>
                  <a:pt x="187" y="133"/>
                  <a:pt x="179" y="127"/>
                  <a:pt x="188" y="123"/>
                </a:cubicBezTo>
                <a:cubicBezTo>
                  <a:pt x="189" y="125"/>
                  <a:pt x="189" y="125"/>
                  <a:pt x="189" y="125"/>
                </a:cubicBezTo>
                <a:cubicBezTo>
                  <a:pt x="192" y="119"/>
                  <a:pt x="195" y="118"/>
                  <a:pt x="199" y="113"/>
                </a:cubicBezTo>
                <a:cubicBezTo>
                  <a:pt x="204" y="112"/>
                  <a:pt x="204" y="112"/>
                  <a:pt x="204" y="112"/>
                </a:cubicBezTo>
                <a:cubicBezTo>
                  <a:pt x="204" y="113"/>
                  <a:pt x="203" y="117"/>
                  <a:pt x="205" y="117"/>
                </a:cubicBezTo>
                <a:cubicBezTo>
                  <a:pt x="202" y="116"/>
                  <a:pt x="201" y="119"/>
                  <a:pt x="198" y="119"/>
                </a:cubicBezTo>
                <a:cubicBezTo>
                  <a:pt x="198" y="120"/>
                  <a:pt x="199" y="120"/>
                  <a:pt x="200" y="120"/>
                </a:cubicBezTo>
                <a:cubicBezTo>
                  <a:pt x="199" y="121"/>
                  <a:pt x="198" y="120"/>
                  <a:pt x="197" y="122"/>
                </a:cubicBezTo>
                <a:cubicBezTo>
                  <a:pt x="197" y="122"/>
                  <a:pt x="199" y="121"/>
                  <a:pt x="198" y="123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193" y="126"/>
                  <a:pt x="197" y="127"/>
                  <a:pt x="194" y="130"/>
                </a:cubicBezTo>
                <a:cubicBezTo>
                  <a:pt x="193" y="128"/>
                  <a:pt x="192" y="125"/>
                  <a:pt x="193" y="124"/>
                </a:cubicBezTo>
                <a:cubicBezTo>
                  <a:pt x="192" y="125"/>
                  <a:pt x="194" y="121"/>
                  <a:pt x="192" y="122"/>
                </a:cubicBezTo>
                <a:cubicBezTo>
                  <a:pt x="192" y="125"/>
                  <a:pt x="190" y="125"/>
                  <a:pt x="189" y="128"/>
                </a:cubicBezTo>
                <a:cubicBezTo>
                  <a:pt x="189" y="128"/>
                  <a:pt x="188" y="127"/>
                  <a:pt x="189" y="127"/>
                </a:cubicBezTo>
                <a:cubicBezTo>
                  <a:pt x="185" y="129"/>
                  <a:pt x="185" y="129"/>
                  <a:pt x="185" y="129"/>
                </a:cubicBezTo>
                <a:cubicBezTo>
                  <a:pt x="187" y="130"/>
                  <a:pt x="183" y="134"/>
                  <a:pt x="185" y="135"/>
                </a:cubicBezTo>
                <a:cubicBezTo>
                  <a:pt x="189" y="132"/>
                  <a:pt x="187" y="132"/>
                  <a:pt x="192" y="128"/>
                </a:cubicBezTo>
                <a:cubicBezTo>
                  <a:pt x="191" y="130"/>
                  <a:pt x="191" y="133"/>
                  <a:pt x="192" y="135"/>
                </a:cubicBezTo>
                <a:cubicBezTo>
                  <a:pt x="192" y="135"/>
                  <a:pt x="192" y="135"/>
                  <a:pt x="192" y="135"/>
                </a:cubicBezTo>
                <a:cubicBezTo>
                  <a:pt x="193" y="138"/>
                  <a:pt x="194" y="137"/>
                  <a:pt x="196" y="140"/>
                </a:cubicBezTo>
                <a:cubicBezTo>
                  <a:pt x="196" y="136"/>
                  <a:pt x="199" y="136"/>
                  <a:pt x="201" y="133"/>
                </a:cubicBezTo>
                <a:cubicBezTo>
                  <a:pt x="200" y="131"/>
                  <a:pt x="197" y="133"/>
                  <a:pt x="197" y="134"/>
                </a:cubicBezTo>
                <a:cubicBezTo>
                  <a:pt x="198" y="131"/>
                  <a:pt x="198" y="131"/>
                  <a:pt x="198" y="131"/>
                </a:cubicBezTo>
                <a:cubicBezTo>
                  <a:pt x="198" y="132"/>
                  <a:pt x="198" y="132"/>
                  <a:pt x="198" y="132"/>
                </a:cubicBezTo>
                <a:cubicBezTo>
                  <a:pt x="204" y="127"/>
                  <a:pt x="204" y="127"/>
                  <a:pt x="204" y="127"/>
                </a:cubicBezTo>
                <a:cubicBezTo>
                  <a:pt x="203" y="129"/>
                  <a:pt x="203" y="130"/>
                  <a:pt x="203" y="131"/>
                </a:cubicBezTo>
                <a:cubicBezTo>
                  <a:pt x="204" y="130"/>
                  <a:pt x="205" y="130"/>
                  <a:pt x="206" y="130"/>
                </a:cubicBezTo>
                <a:cubicBezTo>
                  <a:pt x="205" y="128"/>
                  <a:pt x="204" y="127"/>
                  <a:pt x="205" y="127"/>
                </a:cubicBezTo>
                <a:cubicBezTo>
                  <a:pt x="208" y="124"/>
                  <a:pt x="211" y="123"/>
                  <a:pt x="214" y="124"/>
                </a:cubicBezTo>
                <a:cubicBezTo>
                  <a:pt x="214" y="123"/>
                  <a:pt x="214" y="123"/>
                  <a:pt x="214" y="123"/>
                </a:cubicBezTo>
                <a:cubicBezTo>
                  <a:pt x="212" y="122"/>
                  <a:pt x="214" y="118"/>
                  <a:pt x="214" y="116"/>
                </a:cubicBezTo>
                <a:cubicBezTo>
                  <a:pt x="215" y="117"/>
                  <a:pt x="216" y="115"/>
                  <a:pt x="218" y="115"/>
                </a:cubicBezTo>
                <a:cubicBezTo>
                  <a:pt x="217" y="112"/>
                  <a:pt x="214" y="111"/>
                  <a:pt x="211" y="110"/>
                </a:cubicBezTo>
                <a:cubicBezTo>
                  <a:pt x="211" y="114"/>
                  <a:pt x="212" y="113"/>
                  <a:pt x="213" y="117"/>
                </a:cubicBezTo>
                <a:cubicBezTo>
                  <a:pt x="211" y="122"/>
                  <a:pt x="211" y="122"/>
                  <a:pt x="211" y="122"/>
                </a:cubicBezTo>
                <a:cubicBezTo>
                  <a:pt x="210" y="119"/>
                  <a:pt x="210" y="119"/>
                  <a:pt x="210" y="119"/>
                </a:cubicBezTo>
                <a:cubicBezTo>
                  <a:pt x="208" y="121"/>
                  <a:pt x="208" y="124"/>
                  <a:pt x="206" y="122"/>
                </a:cubicBezTo>
                <a:cubicBezTo>
                  <a:pt x="206" y="120"/>
                  <a:pt x="208" y="119"/>
                  <a:pt x="208" y="117"/>
                </a:cubicBezTo>
                <a:cubicBezTo>
                  <a:pt x="206" y="118"/>
                  <a:pt x="206" y="118"/>
                  <a:pt x="206" y="118"/>
                </a:cubicBezTo>
                <a:cubicBezTo>
                  <a:pt x="206" y="114"/>
                  <a:pt x="209" y="118"/>
                  <a:pt x="210" y="115"/>
                </a:cubicBezTo>
                <a:cubicBezTo>
                  <a:pt x="208" y="114"/>
                  <a:pt x="210" y="114"/>
                  <a:pt x="210" y="112"/>
                </a:cubicBezTo>
                <a:cubicBezTo>
                  <a:pt x="208" y="112"/>
                  <a:pt x="206" y="117"/>
                  <a:pt x="205" y="114"/>
                </a:cubicBezTo>
                <a:cubicBezTo>
                  <a:pt x="205" y="111"/>
                  <a:pt x="212" y="112"/>
                  <a:pt x="211" y="108"/>
                </a:cubicBezTo>
                <a:cubicBezTo>
                  <a:pt x="211" y="108"/>
                  <a:pt x="211" y="108"/>
                  <a:pt x="211" y="108"/>
                </a:cubicBezTo>
                <a:cubicBezTo>
                  <a:pt x="214" y="106"/>
                  <a:pt x="214" y="104"/>
                  <a:pt x="214" y="102"/>
                </a:cubicBezTo>
                <a:cubicBezTo>
                  <a:pt x="216" y="102"/>
                  <a:pt x="216" y="99"/>
                  <a:pt x="217" y="98"/>
                </a:cubicBezTo>
                <a:cubicBezTo>
                  <a:pt x="218" y="98"/>
                  <a:pt x="218" y="98"/>
                  <a:pt x="218" y="98"/>
                </a:cubicBezTo>
                <a:cubicBezTo>
                  <a:pt x="219" y="96"/>
                  <a:pt x="219" y="96"/>
                  <a:pt x="219" y="96"/>
                </a:cubicBezTo>
                <a:cubicBezTo>
                  <a:pt x="220" y="99"/>
                  <a:pt x="217" y="98"/>
                  <a:pt x="216" y="100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4" y="101"/>
                  <a:pt x="216" y="105"/>
                  <a:pt x="216" y="107"/>
                </a:cubicBezTo>
                <a:cubicBezTo>
                  <a:pt x="216" y="104"/>
                  <a:pt x="221" y="102"/>
                  <a:pt x="219" y="99"/>
                </a:cubicBezTo>
                <a:cubicBezTo>
                  <a:pt x="222" y="99"/>
                  <a:pt x="222" y="99"/>
                  <a:pt x="222" y="99"/>
                </a:cubicBezTo>
                <a:cubicBezTo>
                  <a:pt x="222" y="98"/>
                  <a:pt x="222" y="98"/>
                  <a:pt x="222" y="98"/>
                </a:cubicBezTo>
                <a:cubicBezTo>
                  <a:pt x="224" y="99"/>
                  <a:pt x="224" y="101"/>
                  <a:pt x="223" y="103"/>
                </a:cubicBezTo>
                <a:cubicBezTo>
                  <a:pt x="222" y="103"/>
                  <a:pt x="222" y="103"/>
                  <a:pt x="222" y="103"/>
                </a:cubicBezTo>
                <a:cubicBezTo>
                  <a:pt x="222" y="104"/>
                  <a:pt x="222" y="106"/>
                  <a:pt x="220" y="107"/>
                </a:cubicBezTo>
                <a:cubicBezTo>
                  <a:pt x="220" y="106"/>
                  <a:pt x="220" y="106"/>
                  <a:pt x="220" y="106"/>
                </a:cubicBezTo>
                <a:cubicBezTo>
                  <a:pt x="218" y="108"/>
                  <a:pt x="216" y="111"/>
                  <a:pt x="217" y="113"/>
                </a:cubicBezTo>
                <a:cubicBezTo>
                  <a:pt x="220" y="110"/>
                  <a:pt x="224" y="107"/>
                  <a:pt x="227" y="103"/>
                </a:cubicBezTo>
                <a:cubicBezTo>
                  <a:pt x="225" y="99"/>
                  <a:pt x="224" y="96"/>
                  <a:pt x="222" y="93"/>
                </a:cubicBezTo>
                <a:cubicBezTo>
                  <a:pt x="223" y="90"/>
                  <a:pt x="226" y="87"/>
                  <a:pt x="229" y="86"/>
                </a:cubicBezTo>
                <a:cubicBezTo>
                  <a:pt x="229" y="87"/>
                  <a:pt x="229" y="87"/>
                  <a:pt x="229" y="87"/>
                </a:cubicBezTo>
                <a:cubicBezTo>
                  <a:pt x="231" y="86"/>
                  <a:pt x="231" y="85"/>
                  <a:pt x="232" y="84"/>
                </a:cubicBezTo>
                <a:cubicBezTo>
                  <a:pt x="233" y="84"/>
                  <a:pt x="232" y="87"/>
                  <a:pt x="234" y="86"/>
                </a:cubicBezTo>
                <a:cubicBezTo>
                  <a:pt x="236" y="82"/>
                  <a:pt x="236" y="82"/>
                  <a:pt x="236" y="82"/>
                </a:cubicBezTo>
                <a:cubicBezTo>
                  <a:pt x="237" y="84"/>
                  <a:pt x="234" y="86"/>
                  <a:pt x="233" y="88"/>
                </a:cubicBezTo>
                <a:cubicBezTo>
                  <a:pt x="233" y="87"/>
                  <a:pt x="233" y="87"/>
                  <a:pt x="233" y="87"/>
                </a:cubicBezTo>
                <a:cubicBezTo>
                  <a:pt x="231" y="88"/>
                  <a:pt x="231" y="92"/>
                  <a:pt x="228" y="91"/>
                </a:cubicBezTo>
                <a:cubicBezTo>
                  <a:pt x="228" y="92"/>
                  <a:pt x="228" y="88"/>
                  <a:pt x="226" y="91"/>
                </a:cubicBezTo>
                <a:cubicBezTo>
                  <a:pt x="223" y="91"/>
                  <a:pt x="225" y="94"/>
                  <a:pt x="225" y="94"/>
                </a:cubicBezTo>
                <a:cubicBezTo>
                  <a:pt x="226" y="95"/>
                  <a:pt x="229" y="93"/>
                  <a:pt x="229" y="95"/>
                </a:cubicBezTo>
                <a:cubicBezTo>
                  <a:pt x="230" y="93"/>
                  <a:pt x="229" y="92"/>
                  <a:pt x="231" y="91"/>
                </a:cubicBezTo>
                <a:cubicBezTo>
                  <a:pt x="230" y="92"/>
                  <a:pt x="230" y="96"/>
                  <a:pt x="228" y="95"/>
                </a:cubicBezTo>
                <a:cubicBezTo>
                  <a:pt x="227" y="99"/>
                  <a:pt x="231" y="102"/>
                  <a:pt x="233" y="101"/>
                </a:cubicBezTo>
                <a:cubicBezTo>
                  <a:pt x="231" y="100"/>
                  <a:pt x="236" y="95"/>
                  <a:pt x="231" y="97"/>
                </a:cubicBezTo>
                <a:cubicBezTo>
                  <a:pt x="231" y="94"/>
                  <a:pt x="234" y="92"/>
                  <a:pt x="235" y="89"/>
                </a:cubicBezTo>
                <a:cubicBezTo>
                  <a:pt x="235" y="89"/>
                  <a:pt x="235" y="89"/>
                  <a:pt x="235" y="89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37" y="87"/>
                  <a:pt x="236" y="88"/>
                  <a:pt x="237" y="89"/>
                </a:cubicBezTo>
                <a:cubicBezTo>
                  <a:pt x="238" y="84"/>
                  <a:pt x="238" y="84"/>
                  <a:pt x="238" y="84"/>
                </a:cubicBezTo>
                <a:cubicBezTo>
                  <a:pt x="238" y="87"/>
                  <a:pt x="240" y="84"/>
                  <a:pt x="242" y="84"/>
                </a:cubicBezTo>
                <a:cubicBezTo>
                  <a:pt x="241" y="82"/>
                  <a:pt x="241" y="80"/>
                  <a:pt x="240" y="81"/>
                </a:cubicBezTo>
                <a:cubicBezTo>
                  <a:pt x="237" y="81"/>
                  <a:pt x="239" y="82"/>
                  <a:pt x="238" y="83"/>
                </a:cubicBezTo>
                <a:cubicBezTo>
                  <a:pt x="238" y="80"/>
                  <a:pt x="238" y="80"/>
                  <a:pt x="238" y="80"/>
                </a:cubicBezTo>
                <a:cubicBezTo>
                  <a:pt x="239" y="80"/>
                  <a:pt x="239" y="80"/>
                  <a:pt x="239" y="80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41" y="75"/>
                  <a:pt x="240" y="82"/>
                  <a:pt x="242" y="77"/>
                </a:cubicBezTo>
                <a:cubicBezTo>
                  <a:pt x="240" y="76"/>
                  <a:pt x="240" y="76"/>
                  <a:pt x="240" y="76"/>
                </a:cubicBezTo>
                <a:cubicBezTo>
                  <a:pt x="243" y="73"/>
                  <a:pt x="250" y="70"/>
                  <a:pt x="252" y="67"/>
                </a:cubicBezTo>
                <a:cubicBezTo>
                  <a:pt x="252" y="69"/>
                  <a:pt x="254" y="71"/>
                  <a:pt x="256" y="71"/>
                </a:cubicBezTo>
                <a:cubicBezTo>
                  <a:pt x="254" y="72"/>
                  <a:pt x="252" y="74"/>
                  <a:pt x="251" y="76"/>
                </a:cubicBezTo>
                <a:cubicBezTo>
                  <a:pt x="250" y="76"/>
                  <a:pt x="250" y="71"/>
                  <a:pt x="253" y="70"/>
                </a:cubicBezTo>
                <a:cubicBezTo>
                  <a:pt x="248" y="68"/>
                  <a:pt x="250" y="76"/>
                  <a:pt x="247" y="73"/>
                </a:cubicBezTo>
                <a:cubicBezTo>
                  <a:pt x="241" y="76"/>
                  <a:pt x="247" y="80"/>
                  <a:pt x="241" y="81"/>
                </a:cubicBezTo>
                <a:cubicBezTo>
                  <a:pt x="243" y="83"/>
                  <a:pt x="241" y="83"/>
                  <a:pt x="242" y="84"/>
                </a:cubicBezTo>
                <a:cubicBezTo>
                  <a:pt x="246" y="86"/>
                  <a:pt x="247" y="80"/>
                  <a:pt x="250" y="78"/>
                </a:cubicBezTo>
                <a:cubicBezTo>
                  <a:pt x="250" y="78"/>
                  <a:pt x="250" y="79"/>
                  <a:pt x="250" y="79"/>
                </a:cubicBezTo>
                <a:cubicBezTo>
                  <a:pt x="252" y="78"/>
                  <a:pt x="252" y="77"/>
                  <a:pt x="253" y="76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72"/>
                  <a:pt x="255" y="75"/>
                  <a:pt x="257" y="75"/>
                </a:cubicBezTo>
                <a:cubicBezTo>
                  <a:pt x="257" y="74"/>
                  <a:pt x="259" y="73"/>
                  <a:pt x="258" y="72"/>
                </a:cubicBezTo>
                <a:cubicBezTo>
                  <a:pt x="261" y="71"/>
                  <a:pt x="261" y="71"/>
                  <a:pt x="261" y="71"/>
                </a:cubicBezTo>
                <a:cubicBezTo>
                  <a:pt x="260" y="70"/>
                  <a:pt x="260" y="70"/>
                  <a:pt x="260" y="70"/>
                </a:cubicBezTo>
                <a:cubicBezTo>
                  <a:pt x="261" y="68"/>
                  <a:pt x="262" y="69"/>
                  <a:pt x="262" y="67"/>
                </a:cubicBezTo>
                <a:cubicBezTo>
                  <a:pt x="261" y="66"/>
                  <a:pt x="261" y="66"/>
                  <a:pt x="261" y="66"/>
                </a:cubicBezTo>
                <a:cubicBezTo>
                  <a:pt x="257" y="68"/>
                  <a:pt x="257" y="68"/>
                  <a:pt x="257" y="68"/>
                </a:cubicBezTo>
                <a:cubicBezTo>
                  <a:pt x="258" y="66"/>
                  <a:pt x="256" y="66"/>
                  <a:pt x="258" y="64"/>
                </a:cubicBezTo>
                <a:cubicBezTo>
                  <a:pt x="257" y="68"/>
                  <a:pt x="260" y="64"/>
                  <a:pt x="261" y="65"/>
                </a:cubicBezTo>
                <a:cubicBezTo>
                  <a:pt x="262" y="63"/>
                  <a:pt x="262" y="63"/>
                  <a:pt x="262" y="63"/>
                </a:cubicBezTo>
                <a:cubicBezTo>
                  <a:pt x="262" y="64"/>
                  <a:pt x="262" y="64"/>
                  <a:pt x="262" y="64"/>
                </a:cubicBezTo>
                <a:cubicBezTo>
                  <a:pt x="264" y="63"/>
                  <a:pt x="262" y="62"/>
                  <a:pt x="264" y="61"/>
                </a:cubicBezTo>
                <a:cubicBezTo>
                  <a:pt x="262" y="62"/>
                  <a:pt x="260" y="61"/>
                  <a:pt x="259" y="64"/>
                </a:cubicBezTo>
                <a:cubicBezTo>
                  <a:pt x="259" y="62"/>
                  <a:pt x="261" y="59"/>
                  <a:pt x="262" y="58"/>
                </a:cubicBezTo>
                <a:cubicBezTo>
                  <a:pt x="262" y="56"/>
                  <a:pt x="264" y="56"/>
                  <a:pt x="266" y="55"/>
                </a:cubicBezTo>
                <a:cubicBezTo>
                  <a:pt x="264" y="58"/>
                  <a:pt x="271" y="59"/>
                  <a:pt x="265" y="63"/>
                </a:cubicBezTo>
                <a:cubicBezTo>
                  <a:pt x="265" y="62"/>
                  <a:pt x="265" y="62"/>
                  <a:pt x="266" y="62"/>
                </a:cubicBezTo>
                <a:cubicBezTo>
                  <a:pt x="263" y="61"/>
                  <a:pt x="263" y="65"/>
                  <a:pt x="263" y="67"/>
                </a:cubicBezTo>
                <a:cubicBezTo>
                  <a:pt x="264" y="67"/>
                  <a:pt x="263" y="69"/>
                  <a:pt x="266" y="68"/>
                </a:cubicBezTo>
                <a:cubicBezTo>
                  <a:pt x="264" y="67"/>
                  <a:pt x="265" y="64"/>
                  <a:pt x="267" y="63"/>
                </a:cubicBezTo>
                <a:cubicBezTo>
                  <a:pt x="270" y="65"/>
                  <a:pt x="270" y="65"/>
                  <a:pt x="270" y="65"/>
                </a:cubicBezTo>
                <a:cubicBezTo>
                  <a:pt x="272" y="63"/>
                  <a:pt x="272" y="63"/>
                  <a:pt x="272" y="63"/>
                </a:cubicBezTo>
                <a:cubicBezTo>
                  <a:pt x="272" y="64"/>
                  <a:pt x="272" y="64"/>
                  <a:pt x="272" y="64"/>
                </a:cubicBezTo>
                <a:cubicBezTo>
                  <a:pt x="275" y="64"/>
                  <a:pt x="275" y="61"/>
                  <a:pt x="277" y="60"/>
                </a:cubicBezTo>
                <a:cubicBezTo>
                  <a:pt x="278" y="58"/>
                  <a:pt x="283" y="54"/>
                  <a:pt x="279" y="53"/>
                </a:cubicBezTo>
                <a:cubicBezTo>
                  <a:pt x="282" y="53"/>
                  <a:pt x="281" y="50"/>
                  <a:pt x="282" y="48"/>
                </a:cubicBezTo>
                <a:cubicBezTo>
                  <a:pt x="279" y="49"/>
                  <a:pt x="279" y="49"/>
                  <a:pt x="279" y="49"/>
                </a:cubicBezTo>
                <a:cubicBezTo>
                  <a:pt x="280" y="45"/>
                  <a:pt x="281" y="47"/>
                  <a:pt x="280" y="42"/>
                </a:cubicBezTo>
                <a:cubicBezTo>
                  <a:pt x="281" y="42"/>
                  <a:pt x="282" y="43"/>
                  <a:pt x="282" y="44"/>
                </a:cubicBezTo>
                <a:cubicBezTo>
                  <a:pt x="285" y="40"/>
                  <a:pt x="291" y="36"/>
                  <a:pt x="291" y="33"/>
                </a:cubicBezTo>
                <a:cubicBezTo>
                  <a:pt x="293" y="30"/>
                  <a:pt x="296" y="33"/>
                  <a:pt x="299" y="28"/>
                </a:cubicBezTo>
                <a:cubicBezTo>
                  <a:pt x="299" y="27"/>
                  <a:pt x="296" y="27"/>
                  <a:pt x="299" y="25"/>
                </a:cubicBezTo>
                <a:cubicBezTo>
                  <a:pt x="299" y="25"/>
                  <a:pt x="298" y="29"/>
                  <a:pt x="301" y="26"/>
                </a:cubicBezTo>
                <a:cubicBezTo>
                  <a:pt x="301" y="23"/>
                  <a:pt x="306" y="23"/>
                  <a:pt x="306" y="19"/>
                </a:cubicBezTo>
                <a:cubicBezTo>
                  <a:pt x="308" y="19"/>
                  <a:pt x="310" y="17"/>
                  <a:pt x="311" y="19"/>
                </a:cubicBezTo>
                <a:cubicBezTo>
                  <a:pt x="309" y="20"/>
                  <a:pt x="307" y="23"/>
                  <a:pt x="307" y="24"/>
                </a:cubicBezTo>
                <a:cubicBezTo>
                  <a:pt x="306" y="23"/>
                  <a:pt x="305" y="25"/>
                  <a:pt x="305" y="23"/>
                </a:cubicBezTo>
                <a:cubicBezTo>
                  <a:pt x="301" y="24"/>
                  <a:pt x="304" y="25"/>
                  <a:pt x="301" y="27"/>
                </a:cubicBezTo>
                <a:cubicBezTo>
                  <a:pt x="302" y="28"/>
                  <a:pt x="304" y="27"/>
                  <a:pt x="304" y="26"/>
                </a:cubicBezTo>
                <a:cubicBezTo>
                  <a:pt x="306" y="28"/>
                  <a:pt x="300" y="32"/>
                  <a:pt x="305" y="32"/>
                </a:cubicBezTo>
                <a:cubicBezTo>
                  <a:pt x="307" y="30"/>
                  <a:pt x="304" y="25"/>
                  <a:pt x="309" y="25"/>
                </a:cubicBezTo>
                <a:cubicBezTo>
                  <a:pt x="309" y="27"/>
                  <a:pt x="306" y="27"/>
                  <a:pt x="307" y="30"/>
                </a:cubicBezTo>
                <a:cubicBezTo>
                  <a:pt x="310" y="29"/>
                  <a:pt x="310" y="29"/>
                  <a:pt x="310" y="29"/>
                </a:cubicBezTo>
                <a:cubicBezTo>
                  <a:pt x="310" y="27"/>
                  <a:pt x="310" y="27"/>
                  <a:pt x="310" y="27"/>
                </a:cubicBezTo>
                <a:cubicBezTo>
                  <a:pt x="310" y="27"/>
                  <a:pt x="310" y="27"/>
                  <a:pt x="310" y="27"/>
                </a:cubicBezTo>
                <a:cubicBezTo>
                  <a:pt x="315" y="25"/>
                  <a:pt x="311" y="22"/>
                  <a:pt x="313" y="18"/>
                </a:cubicBezTo>
                <a:cubicBezTo>
                  <a:pt x="310" y="18"/>
                  <a:pt x="310" y="14"/>
                  <a:pt x="308" y="14"/>
                </a:cubicBezTo>
                <a:cubicBezTo>
                  <a:pt x="310" y="12"/>
                  <a:pt x="312" y="11"/>
                  <a:pt x="314" y="13"/>
                </a:cubicBezTo>
                <a:cubicBezTo>
                  <a:pt x="312" y="18"/>
                  <a:pt x="316" y="15"/>
                  <a:pt x="314" y="21"/>
                </a:cubicBezTo>
                <a:cubicBezTo>
                  <a:pt x="315" y="21"/>
                  <a:pt x="316" y="24"/>
                  <a:pt x="318" y="22"/>
                </a:cubicBezTo>
                <a:cubicBezTo>
                  <a:pt x="319" y="19"/>
                  <a:pt x="316" y="21"/>
                  <a:pt x="318" y="18"/>
                </a:cubicBezTo>
                <a:cubicBezTo>
                  <a:pt x="318" y="18"/>
                  <a:pt x="318" y="18"/>
                  <a:pt x="319" y="19"/>
                </a:cubicBezTo>
                <a:cubicBezTo>
                  <a:pt x="319" y="17"/>
                  <a:pt x="320" y="18"/>
                  <a:pt x="321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3" y="16"/>
                  <a:pt x="321" y="13"/>
                  <a:pt x="324" y="13"/>
                </a:cubicBezTo>
                <a:cubicBezTo>
                  <a:pt x="322" y="12"/>
                  <a:pt x="324" y="11"/>
                  <a:pt x="323" y="9"/>
                </a:cubicBezTo>
                <a:cubicBezTo>
                  <a:pt x="322" y="10"/>
                  <a:pt x="319" y="9"/>
                  <a:pt x="316" y="12"/>
                </a:cubicBezTo>
                <a:cubicBezTo>
                  <a:pt x="317" y="13"/>
                  <a:pt x="318" y="13"/>
                  <a:pt x="317" y="15"/>
                </a:cubicBezTo>
                <a:cubicBezTo>
                  <a:pt x="319" y="13"/>
                  <a:pt x="319" y="13"/>
                  <a:pt x="319" y="13"/>
                </a:cubicBezTo>
                <a:cubicBezTo>
                  <a:pt x="318" y="14"/>
                  <a:pt x="318" y="14"/>
                  <a:pt x="318" y="15"/>
                </a:cubicBezTo>
                <a:cubicBezTo>
                  <a:pt x="316" y="16"/>
                  <a:pt x="316" y="16"/>
                  <a:pt x="316" y="16"/>
                </a:cubicBezTo>
                <a:cubicBezTo>
                  <a:pt x="317" y="13"/>
                  <a:pt x="315" y="13"/>
                  <a:pt x="315" y="11"/>
                </a:cubicBezTo>
                <a:cubicBezTo>
                  <a:pt x="317" y="9"/>
                  <a:pt x="316" y="9"/>
                  <a:pt x="318" y="8"/>
                </a:cubicBezTo>
                <a:cubicBezTo>
                  <a:pt x="319" y="10"/>
                  <a:pt x="325" y="7"/>
                  <a:pt x="328" y="6"/>
                </a:cubicBezTo>
                <a:cubicBezTo>
                  <a:pt x="328" y="6"/>
                  <a:pt x="327" y="6"/>
                  <a:pt x="327" y="7"/>
                </a:cubicBezTo>
                <a:cubicBezTo>
                  <a:pt x="326" y="9"/>
                  <a:pt x="330" y="7"/>
                  <a:pt x="330" y="7"/>
                </a:cubicBezTo>
                <a:cubicBezTo>
                  <a:pt x="331" y="5"/>
                  <a:pt x="331" y="5"/>
                  <a:pt x="331" y="5"/>
                </a:cubicBezTo>
                <a:cubicBezTo>
                  <a:pt x="330" y="5"/>
                  <a:pt x="330" y="6"/>
                  <a:pt x="331" y="6"/>
                </a:cubicBezTo>
                <a:cubicBezTo>
                  <a:pt x="333" y="4"/>
                  <a:pt x="331" y="2"/>
                  <a:pt x="332" y="0"/>
                </a:cubicBezTo>
                <a:cubicBezTo>
                  <a:pt x="333" y="1"/>
                  <a:pt x="333" y="4"/>
                  <a:pt x="335" y="3"/>
                </a:cubicBezTo>
                <a:cubicBezTo>
                  <a:pt x="336" y="4"/>
                  <a:pt x="339" y="5"/>
                  <a:pt x="341" y="2"/>
                </a:cubicBezTo>
                <a:cubicBezTo>
                  <a:pt x="340" y="1"/>
                  <a:pt x="341" y="1"/>
                  <a:pt x="341" y="0"/>
                </a:cubicBezTo>
                <a:cubicBezTo>
                  <a:pt x="341" y="0"/>
                  <a:pt x="341" y="0"/>
                  <a:pt x="34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4" y="3"/>
                  <a:pt x="340" y="1"/>
                  <a:pt x="341" y="4"/>
                </a:cubicBezTo>
                <a:cubicBezTo>
                  <a:pt x="342" y="6"/>
                  <a:pt x="342" y="6"/>
                  <a:pt x="342" y="6"/>
                </a:cubicBezTo>
                <a:cubicBezTo>
                  <a:pt x="341" y="7"/>
                  <a:pt x="340" y="9"/>
                  <a:pt x="341" y="10"/>
                </a:cubicBezTo>
                <a:cubicBezTo>
                  <a:pt x="342" y="9"/>
                  <a:pt x="342" y="8"/>
                  <a:pt x="344" y="6"/>
                </a:cubicBezTo>
                <a:cubicBezTo>
                  <a:pt x="345" y="7"/>
                  <a:pt x="344" y="9"/>
                  <a:pt x="344" y="9"/>
                </a:cubicBezTo>
                <a:cubicBezTo>
                  <a:pt x="344" y="8"/>
                  <a:pt x="344" y="8"/>
                  <a:pt x="344" y="8"/>
                </a:cubicBezTo>
                <a:cubicBezTo>
                  <a:pt x="340" y="9"/>
                  <a:pt x="342" y="13"/>
                  <a:pt x="339" y="15"/>
                </a:cubicBezTo>
                <a:cubicBezTo>
                  <a:pt x="339" y="15"/>
                  <a:pt x="339" y="15"/>
                  <a:pt x="339" y="14"/>
                </a:cubicBezTo>
                <a:cubicBezTo>
                  <a:pt x="338" y="18"/>
                  <a:pt x="334" y="18"/>
                  <a:pt x="334" y="22"/>
                </a:cubicBezTo>
                <a:cubicBezTo>
                  <a:pt x="334" y="20"/>
                  <a:pt x="334" y="20"/>
                  <a:pt x="334" y="20"/>
                </a:cubicBezTo>
                <a:cubicBezTo>
                  <a:pt x="333" y="22"/>
                  <a:pt x="332" y="26"/>
                  <a:pt x="331" y="30"/>
                </a:cubicBezTo>
                <a:cubicBezTo>
                  <a:pt x="332" y="31"/>
                  <a:pt x="332" y="31"/>
                  <a:pt x="332" y="31"/>
                </a:cubicBezTo>
                <a:cubicBezTo>
                  <a:pt x="332" y="31"/>
                  <a:pt x="331" y="32"/>
                  <a:pt x="330" y="32"/>
                </a:cubicBezTo>
                <a:cubicBezTo>
                  <a:pt x="330" y="32"/>
                  <a:pt x="330" y="32"/>
                  <a:pt x="330" y="32"/>
                </a:cubicBezTo>
                <a:cubicBezTo>
                  <a:pt x="330" y="34"/>
                  <a:pt x="329" y="36"/>
                  <a:pt x="329" y="38"/>
                </a:cubicBezTo>
                <a:cubicBezTo>
                  <a:pt x="329" y="38"/>
                  <a:pt x="330" y="38"/>
                  <a:pt x="331" y="37"/>
                </a:cubicBezTo>
                <a:cubicBezTo>
                  <a:pt x="330" y="36"/>
                  <a:pt x="333" y="34"/>
                  <a:pt x="331" y="33"/>
                </a:cubicBezTo>
                <a:cubicBezTo>
                  <a:pt x="334" y="33"/>
                  <a:pt x="334" y="30"/>
                  <a:pt x="335" y="30"/>
                </a:cubicBezTo>
                <a:cubicBezTo>
                  <a:pt x="333" y="30"/>
                  <a:pt x="335" y="27"/>
                  <a:pt x="334" y="26"/>
                </a:cubicBezTo>
                <a:cubicBezTo>
                  <a:pt x="336" y="26"/>
                  <a:pt x="336" y="24"/>
                  <a:pt x="338" y="25"/>
                </a:cubicBezTo>
                <a:cubicBezTo>
                  <a:pt x="338" y="25"/>
                  <a:pt x="336" y="25"/>
                  <a:pt x="336" y="26"/>
                </a:cubicBezTo>
                <a:cubicBezTo>
                  <a:pt x="336" y="29"/>
                  <a:pt x="340" y="25"/>
                  <a:pt x="339" y="28"/>
                </a:cubicBezTo>
                <a:cubicBezTo>
                  <a:pt x="341" y="24"/>
                  <a:pt x="345" y="22"/>
                  <a:pt x="346" y="18"/>
                </a:cubicBezTo>
                <a:cubicBezTo>
                  <a:pt x="344" y="19"/>
                  <a:pt x="344" y="19"/>
                  <a:pt x="344" y="19"/>
                </a:cubicBezTo>
                <a:cubicBezTo>
                  <a:pt x="345" y="18"/>
                  <a:pt x="348" y="15"/>
                  <a:pt x="348" y="15"/>
                </a:cubicBezTo>
                <a:cubicBezTo>
                  <a:pt x="348" y="16"/>
                  <a:pt x="347" y="17"/>
                  <a:pt x="346" y="19"/>
                </a:cubicBezTo>
                <a:cubicBezTo>
                  <a:pt x="347" y="20"/>
                  <a:pt x="349" y="16"/>
                  <a:pt x="350" y="17"/>
                </a:cubicBezTo>
                <a:cubicBezTo>
                  <a:pt x="350" y="11"/>
                  <a:pt x="350" y="11"/>
                  <a:pt x="350" y="11"/>
                </a:cubicBezTo>
                <a:cubicBezTo>
                  <a:pt x="349" y="13"/>
                  <a:pt x="349" y="13"/>
                  <a:pt x="349" y="13"/>
                </a:cubicBezTo>
                <a:cubicBezTo>
                  <a:pt x="349" y="11"/>
                  <a:pt x="353" y="9"/>
                  <a:pt x="355" y="7"/>
                </a:cubicBezTo>
                <a:cubicBezTo>
                  <a:pt x="356" y="10"/>
                  <a:pt x="352" y="10"/>
                  <a:pt x="350" y="13"/>
                </a:cubicBezTo>
                <a:cubicBezTo>
                  <a:pt x="350" y="16"/>
                  <a:pt x="353" y="14"/>
                  <a:pt x="352" y="16"/>
                </a:cubicBezTo>
                <a:cubicBezTo>
                  <a:pt x="353" y="16"/>
                  <a:pt x="354" y="15"/>
                  <a:pt x="354" y="14"/>
                </a:cubicBezTo>
                <a:cubicBezTo>
                  <a:pt x="355" y="14"/>
                  <a:pt x="355" y="14"/>
                  <a:pt x="355" y="14"/>
                </a:cubicBezTo>
                <a:cubicBezTo>
                  <a:pt x="356" y="17"/>
                  <a:pt x="352" y="20"/>
                  <a:pt x="352" y="24"/>
                </a:cubicBezTo>
                <a:cubicBezTo>
                  <a:pt x="352" y="23"/>
                  <a:pt x="352" y="23"/>
                  <a:pt x="351" y="23"/>
                </a:cubicBezTo>
                <a:cubicBezTo>
                  <a:pt x="349" y="23"/>
                  <a:pt x="348" y="25"/>
                  <a:pt x="347" y="27"/>
                </a:cubicBezTo>
                <a:cubicBezTo>
                  <a:pt x="348" y="27"/>
                  <a:pt x="348" y="26"/>
                  <a:pt x="348" y="26"/>
                </a:cubicBezTo>
                <a:cubicBezTo>
                  <a:pt x="349" y="26"/>
                  <a:pt x="347" y="28"/>
                  <a:pt x="347" y="29"/>
                </a:cubicBezTo>
                <a:cubicBezTo>
                  <a:pt x="349" y="28"/>
                  <a:pt x="349" y="29"/>
                  <a:pt x="350" y="29"/>
                </a:cubicBezTo>
                <a:cubicBezTo>
                  <a:pt x="349" y="30"/>
                  <a:pt x="349" y="31"/>
                  <a:pt x="347" y="32"/>
                </a:cubicBezTo>
                <a:cubicBezTo>
                  <a:pt x="346" y="32"/>
                  <a:pt x="347" y="30"/>
                  <a:pt x="346" y="30"/>
                </a:cubicBezTo>
                <a:cubicBezTo>
                  <a:pt x="345" y="31"/>
                  <a:pt x="342" y="30"/>
                  <a:pt x="342" y="32"/>
                </a:cubicBezTo>
                <a:cubicBezTo>
                  <a:pt x="344" y="30"/>
                  <a:pt x="343" y="35"/>
                  <a:pt x="343" y="36"/>
                </a:cubicBezTo>
                <a:cubicBezTo>
                  <a:pt x="343" y="36"/>
                  <a:pt x="343" y="36"/>
                  <a:pt x="343" y="36"/>
                </a:cubicBezTo>
                <a:cubicBezTo>
                  <a:pt x="344" y="38"/>
                  <a:pt x="343" y="38"/>
                  <a:pt x="342" y="38"/>
                </a:cubicBezTo>
                <a:cubicBezTo>
                  <a:pt x="342" y="37"/>
                  <a:pt x="343" y="36"/>
                  <a:pt x="342" y="35"/>
                </a:cubicBezTo>
                <a:cubicBezTo>
                  <a:pt x="341" y="36"/>
                  <a:pt x="341" y="36"/>
                  <a:pt x="341" y="37"/>
                </a:cubicBezTo>
                <a:cubicBezTo>
                  <a:pt x="340" y="36"/>
                  <a:pt x="340" y="36"/>
                  <a:pt x="340" y="36"/>
                </a:cubicBezTo>
                <a:cubicBezTo>
                  <a:pt x="338" y="39"/>
                  <a:pt x="338" y="39"/>
                  <a:pt x="338" y="39"/>
                </a:cubicBezTo>
                <a:cubicBezTo>
                  <a:pt x="338" y="41"/>
                  <a:pt x="339" y="43"/>
                  <a:pt x="340" y="45"/>
                </a:cubicBezTo>
                <a:cubicBezTo>
                  <a:pt x="338" y="45"/>
                  <a:pt x="338" y="46"/>
                  <a:pt x="337" y="47"/>
                </a:cubicBezTo>
                <a:cubicBezTo>
                  <a:pt x="337" y="47"/>
                  <a:pt x="337" y="47"/>
                  <a:pt x="337" y="47"/>
                </a:cubicBezTo>
                <a:cubicBezTo>
                  <a:pt x="335" y="47"/>
                  <a:pt x="333" y="51"/>
                  <a:pt x="333" y="52"/>
                </a:cubicBezTo>
                <a:cubicBezTo>
                  <a:pt x="332" y="52"/>
                  <a:pt x="335" y="40"/>
                  <a:pt x="329" y="47"/>
                </a:cubicBezTo>
                <a:cubicBezTo>
                  <a:pt x="326" y="50"/>
                  <a:pt x="330" y="52"/>
                  <a:pt x="329" y="54"/>
                </a:cubicBezTo>
                <a:cubicBezTo>
                  <a:pt x="329" y="54"/>
                  <a:pt x="329" y="54"/>
                  <a:pt x="329" y="54"/>
                </a:cubicBezTo>
                <a:cubicBezTo>
                  <a:pt x="327" y="55"/>
                  <a:pt x="328" y="56"/>
                  <a:pt x="328" y="57"/>
                </a:cubicBezTo>
                <a:cubicBezTo>
                  <a:pt x="329" y="57"/>
                  <a:pt x="330" y="56"/>
                  <a:pt x="330" y="55"/>
                </a:cubicBezTo>
                <a:cubicBezTo>
                  <a:pt x="331" y="57"/>
                  <a:pt x="327" y="57"/>
                  <a:pt x="327" y="59"/>
                </a:cubicBezTo>
                <a:cubicBezTo>
                  <a:pt x="327" y="56"/>
                  <a:pt x="325" y="61"/>
                  <a:pt x="325" y="59"/>
                </a:cubicBezTo>
                <a:cubicBezTo>
                  <a:pt x="321" y="60"/>
                  <a:pt x="320" y="64"/>
                  <a:pt x="320" y="66"/>
                </a:cubicBezTo>
                <a:cubicBezTo>
                  <a:pt x="317" y="66"/>
                  <a:pt x="318" y="69"/>
                  <a:pt x="314" y="71"/>
                </a:cubicBezTo>
                <a:cubicBezTo>
                  <a:pt x="315" y="70"/>
                  <a:pt x="315" y="69"/>
                  <a:pt x="316" y="69"/>
                </a:cubicBezTo>
                <a:cubicBezTo>
                  <a:pt x="316" y="66"/>
                  <a:pt x="313" y="71"/>
                  <a:pt x="314" y="67"/>
                </a:cubicBezTo>
                <a:cubicBezTo>
                  <a:pt x="313" y="68"/>
                  <a:pt x="314" y="68"/>
                  <a:pt x="315" y="68"/>
                </a:cubicBezTo>
                <a:cubicBezTo>
                  <a:pt x="315" y="67"/>
                  <a:pt x="315" y="65"/>
                  <a:pt x="315" y="65"/>
                </a:cubicBezTo>
                <a:cubicBezTo>
                  <a:pt x="311" y="65"/>
                  <a:pt x="311" y="65"/>
                  <a:pt x="311" y="65"/>
                </a:cubicBezTo>
                <a:cubicBezTo>
                  <a:pt x="312" y="64"/>
                  <a:pt x="312" y="64"/>
                  <a:pt x="312" y="64"/>
                </a:cubicBezTo>
                <a:cubicBezTo>
                  <a:pt x="307" y="66"/>
                  <a:pt x="307" y="66"/>
                  <a:pt x="307" y="66"/>
                </a:cubicBezTo>
                <a:cubicBezTo>
                  <a:pt x="307" y="66"/>
                  <a:pt x="308" y="66"/>
                  <a:pt x="308" y="66"/>
                </a:cubicBezTo>
                <a:cubicBezTo>
                  <a:pt x="304" y="69"/>
                  <a:pt x="301" y="74"/>
                  <a:pt x="297" y="77"/>
                </a:cubicBezTo>
                <a:cubicBezTo>
                  <a:pt x="301" y="81"/>
                  <a:pt x="291" y="86"/>
                  <a:pt x="291" y="91"/>
                </a:cubicBezTo>
                <a:cubicBezTo>
                  <a:pt x="291" y="89"/>
                  <a:pt x="289" y="87"/>
                  <a:pt x="288" y="87"/>
                </a:cubicBezTo>
                <a:cubicBezTo>
                  <a:pt x="288" y="86"/>
                  <a:pt x="288" y="83"/>
                  <a:pt x="289" y="82"/>
                </a:cubicBezTo>
                <a:cubicBezTo>
                  <a:pt x="290" y="83"/>
                  <a:pt x="293" y="82"/>
                  <a:pt x="292" y="83"/>
                </a:cubicBezTo>
                <a:cubicBezTo>
                  <a:pt x="295" y="79"/>
                  <a:pt x="290" y="82"/>
                  <a:pt x="290" y="80"/>
                </a:cubicBezTo>
                <a:cubicBezTo>
                  <a:pt x="286" y="84"/>
                  <a:pt x="286" y="89"/>
                  <a:pt x="285" y="92"/>
                </a:cubicBezTo>
                <a:cubicBezTo>
                  <a:pt x="284" y="91"/>
                  <a:pt x="284" y="91"/>
                  <a:pt x="284" y="91"/>
                </a:cubicBezTo>
                <a:cubicBezTo>
                  <a:pt x="283" y="94"/>
                  <a:pt x="283" y="94"/>
                  <a:pt x="283" y="94"/>
                </a:cubicBezTo>
                <a:cubicBezTo>
                  <a:pt x="285" y="93"/>
                  <a:pt x="287" y="95"/>
                  <a:pt x="284" y="96"/>
                </a:cubicBezTo>
                <a:cubicBezTo>
                  <a:pt x="284" y="96"/>
                  <a:pt x="284" y="96"/>
                  <a:pt x="284" y="96"/>
                </a:cubicBezTo>
                <a:cubicBezTo>
                  <a:pt x="282" y="96"/>
                  <a:pt x="281" y="100"/>
                  <a:pt x="279" y="101"/>
                </a:cubicBezTo>
                <a:cubicBezTo>
                  <a:pt x="279" y="104"/>
                  <a:pt x="279" y="104"/>
                  <a:pt x="279" y="104"/>
                </a:cubicBezTo>
                <a:cubicBezTo>
                  <a:pt x="278" y="105"/>
                  <a:pt x="275" y="103"/>
                  <a:pt x="273" y="102"/>
                </a:cubicBezTo>
                <a:cubicBezTo>
                  <a:pt x="270" y="105"/>
                  <a:pt x="271" y="108"/>
                  <a:pt x="270" y="111"/>
                </a:cubicBezTo>
                <a:cubicBezTo>
                  <a:pt x="268" y="111"/>
                  <a:pt x="263" y="115"/>
                  <a:pt x="264" y="112"/>
                </a:cubicBezTo>
                <a:cubicBezTo>
                  <a:pt x="263" y="115"/>
                  <a:pt x="269" y="120"/>
                  <a:pt x="262" y="121"/>
                </a:cubicBezTo>
                <a:cubicBezTo>
                  <a:pt x="262" y="119"/>
                  <a:pt x="262" y="119"/>
                  <a:pt x="262" y="119"/>
                </a:cubicBezTo>
                <a:cubicBezTo>
                  <a:pt x="258" y="123"/>
                  <a:pt x="254" y="131"/>
                  <a:pt x="251" y="132"/>
                </a:cubicBezTo>
                <a:cubicBezTo>
                  <a:pt x="249" y="127"/>
                  <a:pt x="242" y="133"/>
                  <a:pt x="238" y="130"/>
                </a:cubicBezTo>
                <a:cubicBezTo>
                  <a:pt x="239" y="131"/>
                  <a:pt x="238" y="133"/>
                  <a:pt x="238" y="133"/>
                </a:cubicBezTo>
                <a:cubicBezTo>
                  <a:pt x="237" y="133"/>
                  <a:pt x="236" y="133"/>
                  <a:pt x="237" y="135"/>
                </a:cubicBezTo>
                <a:cubicBezTo>
                  <a:pt x="239" y="134"/>
                  <a:pt x="239" y="139"/>
                  <a:pt x="241" y="135"/>
                </a:cubicBezTo>
                <a:cubicBezTo>
                  <a:pt x="242" y="139"/>
                  <a:pt x="242" y="143"/>
                  <a:pt x="238" y="146"/>
                </a:cubicBezTo>
                <a:cubicBezTo>
                  <a:pt x="237" y="145"/>
                  <a:pt x="237" y="145"/>
                  <a:pt x="237" y="145"/>
                </a:cubicBezTo>
                <a:cubicBezTo>
                  <a:pt x="240" y="142"/>
                  <a:pt x="240" y="142"/>
                  <a:pt x="240" y="142"/>
                </a:cubicBezTo>
                <a:cubicBezTo>
                  <a:pt x="238" y="142"/>
                  <a:pt x="240" y="140"/>
                  <a:pt x="240" y="139"/>
                </a:cubicBezTo>
                <a:cubicBezTo>
                  <a:pt x="234" y="143"/>
                  <a:pt x="237" y="135"/>
                  <a:pt x="232" y="140"/>
                </a:cubicBezTo>
                <a:cubicBezTo>
                  <a:pt x="233" y="142"/>
                  <a:pt x="233" y="141"/>
                  <a:pt x="232" y="143"/>
                </a:cubicBezTo>
                <a:cubicBezTo>
                  <a:pt x="232" y="142"/>
                  <a:pt x="231" y="141"/>
                  <a:pt x="230" y="142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26" y="143"/>
                  <a:pt x="232" y="139"/>
                  <a:pt x="229" y="139"/>
                </a:cubicBezTo>
                <a:cubicBezTo>
                  <a:pt x="229" y="136"/>
                  <a:pt x="232" y="132"/>
                  <a:pt x="230" y="131"/>
                </a:cubicBezTo>
                <a:cubicBezTo>
                  <a:pt x="226" y="133"/>
                  <a:pt x="230" y="137"/>
                  <a:pt x="226" y="140"/>
                </a:cubicBezTo>
                <a:cubicBezTo>
                  <a:pt x="225" y="139"/>
                  <a:pt x="225" y="139"/>
                  <a:pt x="225" y="139"/>
                </a:cubicBezTo>
                <a:cubicBezTo>
                  <a:pt x="224" y="141"/>
                  <a:pt x="225" y="142"/>
                  <a:pt x="226" y="144"/>
                </a:cubicBezTo>
                <a:cubicBezTo>
                  <a:pt x="225" y="143"/>
                  <a:pt x="224" y="143"/>
                  <a:pt x="224" y="144"/>
                </a:cubicBezTo>
                <a:cubicBezTo>
                  <a:pt x="223" y="148"/>
                  <a:pt x="223" y="150"/>
                  <a:pt x="223" y="153"/>
                </a:cubicBezTo>
                <a:cubicBezTo>
                  <a:pt x="226" y="147"/>
                  <a:pt x="228" y="151"/>
                  <a:pt x="232" y="144"/>
                </a:cubicBezTo>
                <a:cubicBezTo>
                  <a:pt x="232" y="146"/>
                  <a:pt x="229" y="150"/>
                  <a:pt x="231" y="152"/>
                </a:cubicBezTo>
                <a:cubicBezTo>
                  <a:pt x="229" y="151"/>
                  <a:pt x="229" y="151"/>
                  <a:pt x="229" y="151"/>
                </a:cubicBezTo>
                <a:cubicBezTo>
                  <a:pt x="228" y="153"/>
                  <a:pt x="227" y="155"/>
                  <a:pt x="225" y="157"/>
                </a:cubicBezTo>
                <a:cubicBezTo>
                  <a:pt x="225" y="155"/>
                  <a:pt x="225" y="155"/>
                  <a:pt x="225" y="155"/>
                </a:cubicBezTo>
                <a:cubicBezTo>
                  <a:pt x="224" y="159"/>
                  <a:pt x="219" y="157"/>
                  <a:pt x="219" y="162"/>
                </a:cubicBezTo>
                <a:cubicBezTo>
                  <a:pt x="220" y="161"/>
                  <a:pt x="220" y="160"/>
                  <a:pt x="221" y="160"/>
                </a:cubicBezTo>
                <a:cubicBezTo>
                  <a:pt x="220" y="162"/>
                  <a:pt x="218" y="163"/>
                  <a:pt x="216" y="165"/>
                </a:cubicBezTo>
                <a:cubicBezTo>
                  <a:pt x="216" y="170"/>
                  <a:pt x="216" y="170"/>
                  <a:pt x="216" y="170"/>
                </a:cubicBezTo>
                <a:cubicBezTo>
                  <a:pt x="215" y="169"/>
                  <a:pt x="213" y="171"/>
                  <a:pt x="213" y="169"/>
                </a:cubicBezTo>
                <a:cubicBezTo>
                  <a:pt x="209" y="170"/>
                  <a:pt x="210" y="174"/>
                  <a:pt x="209" y="175"/>
                </a:cubicBezTo>
                <a:cubicBezTo>
                  <a:pt x="206" y="176"/>
                  <a:pt x="211" y="172"/>
                  <a:pt x="209" y="170"/>
                </a:cubicBezTo>
                <a:cubicBezTo>
                  <a:pt x="205" y="173"/>
                  <a:pt x="202" y="177"/>
                  <a:pt x="202" y="180"/>
                </a:cubicBezTo>
                <a:cubicBezTo>
                  <a:pt x="203" y="179"/>
                  <a:pt x="203" y="179"/>
                  <a:pt x="204" y="180"/>
                </a:cubicBezTo>
                <a:cubicBezTo>
                  <a:pt x="203" y="179"/>
                  <a:pt x="202" y="181"/>
                  <a:pt x="201" y="181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0" y="183"/>
                  <a:pt x="199" y="183"/>
                  <a:pt x="200" y="181"/>
                </a:cubicBezTo>
                <a:cubicBezTo>
                  <a:pt x="198" y="182"/>
                  <a:pt x="199" y="185"/>
                  <a:pt x="196" y="185"/>
                </a:cubicBezTo>
                <a:cubicBezTo>
                  <a:pt x="197" y="182"/>
                  <a:pt x="201" y="180"/>
                  <a:pt x="201" y="179"/>
                </a:cubicBezTo>
                <a:cubicBezTo>
                  <a:pt x="198" y="184"/>
                  <a:pt x="194" y="180"/>
                  <a:pt x="190" y="186"/>
                </a:cubicBezTo>
                <a:cubicBezTo>
                  <a:pt x="189" y="186"/>
                  <a:pt x="189" y="184"/>
                  <a:pt x="188" y="185"/>
                </a:cubicBezTo>
                <a:cubicBezTo>
                  <a:pt x="186" y="187"/>
                  <a:pt x="190" y="187"/>
                  <a:pt x="190" y="189"/>
                </a:cubicBezTo>
                <a:cubicBezTo>
                  <a:pt x="191" y="187"/>
                  <a:pt x="193" y="187"/>
                  <a:pt x="195" y="187"/>
                </a:cubicBezTo>
                <a:cubicBezTo>
                  <a:pt x="195" y="188"/>
                  <a:pt x="195" y="188"/>
                  <a:pt x="195" y="188"/>
                </a:cubicBezTo>
                <a:cubicBezTo>
                  <a:pt x="195" y="188"/>
                  <a:pt x="194" y="189"/>
                  <a:pt x="193" y="189"/>
                </a:cubicBezTo>
                <a:cubicBezTo>
                  <a:pt x="194" y="191"/>
                  <a:pt x="194" y="191"/>
                  <a:pt x="194" y="191"/>
                </a:cubicBezTo>
                <a:cubicBezTo>
                  <a:pt x="193" y="189"/>
                  <a:pt x="190" y="189"/>
                  <a:pt x="189" y="191"/>
                </a:cubicBezTo>
                <a:cubicBezTo>
                  <a:pt x="191" y="191"/>
                  <a:pt x="191" y="191"/>
                  <a:pt x="193" y="193"/>
                </a:cubicBezTo>
                <a:cubicBezTo>
                  <a:pt x="193" y="197"/>
                  <a:pt x="189" y="193"/>
                  <a:pt x="189" y="198"/>
                </a:cubicBezTo>
                <a:cubicBezTo>
                  <a:pt x="189" y="197"/>
                  <a:pt x="190" y="195"/>
                  <a:pt x="188" y="196"/>
                </a:cubicBezTo>
                <a:cubicBezTo>
                  <a:pt x="187" y="197"/>
                  <a:pt x="188" y="198"/>
                  <a:pt x="188" y="200"/>
                </a:cubicBezTo>
                <a:cubicBezTo>
                  <a:pt x="187" y="197"/>
                  <a:pt x="186" y="196"/>
                  <a:pt x="185" y="193"/>
                </a:cubicBezTo>
                <a:cubicBezTo>
                  <a:pt x="188" y="191"/>
                  <a:pt x="186" y="192"/>
                  <a:pt x="188" y="189"/>
                </a:cubicBezTo>
                <a:cubicBezTo>
                  <a:pt x="185" y="190"/>
                  <a:pt x="185" y="190"/>
                  <a:pt x="185" y="190"/>
                </a:cubicBezTo>
                <a:cubicBezTo>
                  <a:pt x="187" y="188"/>
                  <a:pt x="185" y="187"/>
                  <a:pt x="184" y="186"/>
                </a:cubicBezTo>
                <a:cubicBezTo>
                  <a:pt x="179" y="188"/>
                  <a:pt x="184" y="191"/>
                  <a:pt x="181" y="193"/>
                </a:cubicBezTo>
                <a:cubicBezTo>
                  <a:pt x="181" y="195"/>
                  <a:pt x="184" y="191"/>
                  <a:pt x="183" y="194"/>
                </a:cubicBezTo>
                <a:cubicBezTo>
                  <a:pt x="181" y="196"/>
                  <a:pt x="183" y="195"/>
                  <a:pt x="182" y="198"/>
                </a:cubicBezTo>
                <a:cubicBezTo>
                  <a:pt x="181" y="197"/>
                  <a:pt x="181" y="197"/>
                  <a:pt x="181" y="197"/>
                </a:cubicBezTo>
                <a:cubicBezTo>
                  <a:pt x="180" y="197"/>
                  <a:pt x="180" y="199"/>
                  <a:pt x="179" y="200"/>
                </a:cubicBezTo>
                <a:cubicBezTo>
                  <a:pt x="179" y="201"/>
                  <a:pt x="186" y="204"/>
                  <a:pt x="182" y="208"/>
                </a:cubicBezTo>
                <a:cubicBezTo>
                  <a:pt x="182" y="207"/>
                  <a:pt x="181" y="207"/>
                  <a:pt x="181" y="207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69" y="194"/>
                  <a:pt x="164" y="199"/>
                  <a:pt x="159" y="202"/>
                </a:cubicBezTo>
                <a:cubicBezTo>
                  <a:pt x="155" y="201"/>
                  <a:pt x="160" y="197"/>
                  <a:pt x="158" y="196"/>
                </a:cubicBezTo>
                <a:cubicBezTo>
                  <a:pt x="161" y="195"/>
                  <a:pt x="161" y="195"/>
                  <a:pt x="161" y="195"/>
                </a:cubicBezTo>
                <a:cubicBezTo>
                  <a:pt x="162" y="196"/>
                  <a:pt x="157" y="199"/>
                  <a:pt x="161" y="199"/>
                </a:cubicBezTo>
                <a:cubicBezTo>
                  <a:pt x="164" y="195"/>
                  <a:pt x="166" y="194"/>
                  <a:pt x="168" y="189"/>
                </a:cubicBezTo>
                <a:cubicBezTo>
                  <a:pt x="164" y="188"/>
                  <a:pt x="164" y="194"/>
                  <a:pt x="160" y="194"/>
                </a:cubicBezTo>
                <a:cubicBezTo>
                  <a:pt x="161" y="193"/>
                  <a:pt x="161" y="192"/>
                  <a:pt x="162" y="191"/>
                </a:cubicBezTo>
                <a:cubicBezTo>
                  <a:pt x="154" y="197"/>
                  <a:pt x="154" y="197"/>
                  <a:pt x="154" y="197"/>
                </a:cubicBezTo>
                <a:cubicBezTo>
                  <a:pt x="154" y="198"/>
                  <a:pt x="154" y="198"/>
                  <a:pt x="154" y="198"/>
                </a:cubicBezTo>
                <a:cubicBezTo>
                  <a:pt x="156" y="197"/>
                  <a:pt x="157" y="196"/>
                  <a:pt x="157" y="196"/>
                </a:cubicBezTo>
                <a:cubicBezTo>
                  <a:pt x="155" y="198"/>
                  <a:pt x="155" y="201"/>
                  <a:pt x="156" y="203"/>
                </a:cubicBezTo>
                <a:cubicBezTo>
                  <a:pt x="157" y="202"/>
                  <a:pt x="157" y="202"/>
                  <a:pt x="157" y="202"/>
                </a:cubicBezTo>
                <a:cubicBezTo>
                  <a:pt x="156" y="204"/>
                  <a:pt x="156" y="204"/>
                  <a:pt x="156" y="204"/>
                </a:cubicBezTo>
                <a:lnTo>
                  <a:pt x="155" y="205"/>
                </a:lnTo>
                <a:close/>
                <a:moveTo>
                  <a:pt x="16" y="341"/>
                </a:moveTo>
                <a:cubicBezTo>
                  <a:pt x="16" y="340"/>
                  <a:pt x="16" y="340"/>
                  <a:pt x="16" y="340"/>
                </a:cubicBezTo>
                <a:cubicBezTo>
                  <a:pt x="16" y="341"/>
                  <a:pt x="17" y="341"/>
                  <a:pt x="16" y="341"/>
                </a:cubicBezTo>
                <a:close/>
                <a:moveTo>
                  <a:pt x="190" y="158"/>
                </a:moveTo>
                <a:cubicBezTo>
                  <a:pt x="187" y="160"/>
                  <a:pt x="184" y="162"/>
                  <a:pt x="181" y="165"/>
                </a:cubicBezTo>
                <a:cubicBezTo>
                  <a:pt x="189" y="164"/>
                  <a:pt x="195" y="163"/>
                  <a:pt x="187" y="171"/>
                </a:cubicBezTo>
                <a:cubicBezTo>
                  <a:pt x="187" y="172"/>
                  <a:pt x="187" y="172"/>
                  <a:pt x="187" y="172"/>
                </a:cubicBezTo>
                <a:cubicBezTo>
                  <a:pt x="188" y="171"/>
                  <a:pt x="190" y="169"/>
                  <a:pt x="192" y="167"/>
                </a:cubicBezTo>
                <a:cubicBezTo>
                  <a:pt x="192" y="165"/>
                  <a:pt x="192" y="155"/>
                  <a:pt x="191" y="155"/>
                </a:cubicBezTo>
                <a:cubicBezTo>
                  <a:pt x="190" y="155"/>
                  <a:pt x="190" y="156"/>
                  <a:pt x="189" y="157"/>
                </a:cubicBezTo>
                <a:lnTo>
                  <a:pt x="190" y="158"/>
                </a:lnTo>
                <a:close/>
                <a:moveTo>
                  <a:pt x="198" y="161"/>
                </a:moveTo>
                <a:cubicBezTo>
                  <a:pt x="200" y="160"/>
                  <a:pt x="199" y="160"/>
                  <a:pt x="199" y="159"/>
                </a:cubicBezTo>
                <a:cubicBezTo>
                  <a:pt x="197" y="161"/>
                  <a:pt x="197" y="161"/>
                  <a:pt x="197" y="161"/>
                </a:cubicBezTo>
                <a:cubicBezTo>
                  <a:pt x="197" y="161"/>
                  <a:pt x="198" y="161"/>
                  <a:pt x="198" y="161"/>
                </a:cubicBezTo>
                <a:close/>
                <a:moveTo>
                  <a:pt x="198" y="158"/>
                </a:moveTo>
                <a:cubicBezTo>
                  <a:pt x="197" y="159"/>
                  <a:pt x="197" y="159"/>
                  <a:pt x="197" y="159"/>
                </a:cubicBezTo>
                <a:lnTo>
                  <a:pt x="198" y="158"/>
                </a:lnTo>
                <a:close/>
                <a:moveTo>
                  <a:pt x="166" y="188"/>
                </a:moveTo>
                <a:cubicBezTo>
                  <a:pt x="166" y="188"/>
                  <a:pt x="166" y="188"/>
                  <a:pt x="166" y="188"/>
                </a:cubicBezTo>
                <a:cubicBezTo>
                  <a:pt x="164" y="189"/>
                  <a:pt x="164" y="189"/>
                  <a:pt x="164" y="189"/>
                </a:cubicBezTo>
                <a:cubicBezTo>
                  <a:pt x="165" y="189"/>
                  <a:pt x="165" y="189"/>
                  <a:pt x="166" y="188"/>
                </a:cubicBezTo>
                <a:close/>
                <a:moveTo>
                  <a:pt x="171" y="187"/>
                </a:moveTo>
                <a:cubicBezTo>
                  <a:pt x="170" y="185"/>
                  <a:pt x="170" y="185"/>
                  <a:pt x="170" y="185"/>
                </a:cubicBezTo>
                <a:cubicBezTo>
                  <a:pt x="168" y="186"/>
                  <a:pt x="168" y="186"/>
                  <a:pt x="168" y="186"/>
                </a:cubicBezTo>
                <a:cubicBezTo>
                  <a:pt x="169" y="187"/>
                  <a:pt x="170" y="187"/>
                  <a:pt x="171" y="187"/>
                </a:cubicBezTo>
                <a:close/>
                <a:moveTo>
                  <a:pt x="185" y="181"/>
                </a:moveTo>
                <a:cubicBezTo>
                  <a:pt x="184" y="178"/>
                  <a:pt x="187" y="176"/>
                  <a:pt x="185" y="174"/>
                </a:cubicBezTo>
                <a:cubicBezTo>
                  <a:pt x="185" y="174"/>
                  <a:pt x="184" y="174"/>
                  <a:pt x="183" y="174"/>
                </a:cubicBezTo>
                <a:cubicBezTo>
                  <a:pt x="181" y="176"/>
                  <a:pt x="181" y="176"/>
                  <a:pt x="181" y="176"/>
                </a:cubicBezTo>
                <a:cubicBezTo>
                  <a:pt x="181" y="176"/>
                  <a:pt x="182" y="177"/>
                  <a:pt x="182" y="177"/>
                </a:cubicBezTo>
                <a:cubicBezTo>
                  <a:pt x="182" y="177"/>
                  <a:pt x="183" y="177"/>
                  <a:pt x="184" y="178"/>
                </a:cubicBezTo>
                <a:cubicBezTo>
                  <a:pt x="180" y="177"/>
                  <a:pt x="184" y="181"/>
                  <a:pt x="182" y="182"/>
                </a:cubicBezTo>
                <a:cubicBezTo>
                  <a:pt x="183" y="184"/>
                  <a:pt x="185" y="182"/>
                  <a:pt x="185" y="181"/>
                </a:cubicBezTo>
                <a:close/>
                <a:moveTo>
                  <a:pt x="320" y="38"/>
                </a:moveTo>
                <a:cubicBezTo>
                  <a:pt x="320" y="38"/>
                  <a:pt x="321" y="38"/>
                  <a:pt x="321" y="38"/>
                </a:cubicBezTo>
                <a:cubicBezTo>
                  <a:pt x="321" y="41"/>
                  <a:pt x="321" y="41"/>
                  <a:pt x="321" y="41"/>
                </a:cubicBezTo>
                <a:cubicBezTo>
                  <a:pt x="318" y="42"/>
                  <a:pt x="314" y="42"/>
                  <a:pt x="314" y="46"/>
                </a:cubicBezTo>
                <a:cubicBezTo>
                  <a:pt x="312" y="46"/>
                  <a:pt x="311" y="46"/>
                  <a:pt x="309" y="45"/>
                </a:cubicBezTo>
                <a:cubicBezTo>
                  <a:pt x="310" y="45"/>
                  <a:pt x="310" y="44"/>
                  <a:pt x="311" y="44"/>
                </a:cubicBezTo>
                <a:cubicBezTo>
                  <a:pt x="313" y="35"/>
                  <a:pt x="317" y="45"/>
                  <a:pt x="320" y="38"/>
                </a:cubicBezTo>
                <a:close/>
                <a:moveTo>
                  <a:pt x="290" y="61"/>
                </a:moveTo>
                <a:cubicBezTo>
                  <a:pt x="290" y="60"/>
                  <a:pt x="290" y="60"/>
                  <a:pt x="290" y="60"/>
                </a:cubicBezTo>
                <a:cubicBezTo>
                  <a:pt x="289" y="68"/>
                  <a:pt x="285" y="73"/>
                  <a:pt x="282" y="76"/>
                </a:cubicBezTo>
                <a:cubicBezTo>
                  <a:pt x="284" y="77"/>
                  <a:pt x="288" y="75"/>
                  <a:pt x="289" y="75"/>
                </a:cubicBezTo>
                <a:cubicBezTo>
                  <a:pt x="290" y="77"/>
                  <a:pt x="290" y="77"/>
                  <a:pt x="290" y="77"/>
                </a:cubicBezTo>
                <a:cubicBezTo>
                  <a:pt x="288" y="77"/>
                  <a:pt x="288" y="77"/>
                  <a:pt x="288" y="77"/>
                </a:cubicBezTo>
                <a:cubicBezTo>
                  <a:pt x="288" y="80"/>
                  <a:pt x="288" y="80"/>
                  <a:pt x="288" y="80"/>
                </a:cubicBezTo>
                <a:cubicBezTo>
                  <a:pt x="289" y="80"/>
                  <a:pt x="290" y="79"/>
                  <a:pt x="292" y="78"/>
                </a:cubicBezTo>
                <a:cubicBezTo>
                  <a:pt x="292" y="78"/>
                  <a:pt x="293" y="73"/>
                  <a:pt x="293" y="72"/>
                </a:cubicBezTo>
                <a:cubicBezTo>
                  <a:pt x="290" y="73"/>
                  <a:pt x="290" y="73"/>
                  <a:pt x="290" y="73"/>
                </a:cubicBezTo>
                <a:cubicBezTo>
                  <a:pt x="291" y="73"/>
                  <a:pt x="294" y="69"/>
                  <a:pt x="295" y="67"/>
                </a:cubicBezTo>
                <a:cubicBezTo>
                  <a:pt x="294" y="67"/>
                  <a:pt x="291" y="68"/>
                  <a:pt x="292" y="70"/>
                </a:cubicBezTo>
                <a:cubicBezTo>
                  <a:pt x="291" y="69"/>
                  <a:pt x="293" y="66"/>
                  <a:pt x="290" y="67"/>
                </a:cubicBezTo>
                <a:cubicBezTo>
                  <a:pt x="291" y="64"/>
                  <a:pt x="295" y="61"/>
                  <a:pt x="297" y="61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01" y="61"/>
                  <a:pt x="298" y="59"/>
                  <a:pt x="301" y="58"/>
                </a:cubicBezTo>
                <a:cubicBezTo>
                  <a:pt x="299" y="61"/>
                  <a:pt x="303" y="60"/>
                  <a:pt x="302" y="62"/>
                </a:cubicBezTo>
                <a:cubicBezTo>
                  <a:pt x="303" y="62"/>
                  <a:pt x="304" y="64"/>
                  <a:pt x="305" y="62"/>
                </a:cubicBezTo>
                <a:cubicBezTo>
                  <a:pt x="304" y="58"/>
                  <a:pt x="309" y="61"/>
                  <a:pt x="308" y="58"/>
                </a:cubicBezTo>
                <a:cubicBezTo>
                  <a:pt x="310" y="58"/>
                  <a:pt x="309" y="60"/>
                  <a:pt x="311" y="59"/>
                </a:cubicBezTo>
                <a:cubicBezTo>
                  <a:pt x="312" y="55"/>
                  <a:pt x="311" y="54"/>
                  <a:pt x="309" y="53"/>
                </a:cubicBezTo>
                <a:cubicBezTo>
                  <a:pt x="306" y="54"/>
                  <a:pt x="309" y="57"/>
                  <a:pt x="307" y="58"/>
                </a:cubicBezTo>
                <a:cubicBezTo>
                  <a:pt x="307" y="52"/>
                  <a:pt x="307" y="52"/>
                  <a:pt x="307" y="52"/>
                </a:cubicBezTo>
                <a:cubicBezTo>
                  <a:pt x="306" y="52"/>
                  <a:pt x="306" y="53"/>
                  <a:pt x="305" y="53"/>
                </a:cubicBezTo>
                <a:cubicBezTo>
                  <a:pt x="306" y="52"/>
                  <a:pt x="306" y="51"/>
                  <a:pt x="306" y="50"/>
                </a:cubicBezTo>
                <a:cubicBezTo>
                  <a:pt x="306" y="50"/>
                  <a:pt x="306" y="49"/>
                  <a:pt x="306" y="48"/>
                </a:cubicBezTo>
                <a:cubicBezTo>
                  <a:pt x="304" y="50"/>
                  <a:pt x="302" y="52"/>
                  <a:pt x="301" y="51"/>
                </a:cubicBezTo>
                <a:cubicBezTo>
                  <a:pt x="300" y="50"/>
                  <a:pt x="300" y="50"/>
                  <a:pt x="300" y="50"/>
                </a:cubicBezTo>
                <a:cubicBezTo>
                  <a:pt x="299" y="50"/>
                  <a:pt x="299" y="52"/>
                  <a:pt x="299" y="53"/>
                </a:cubicBezTo>
                <a:cubicBezTo>
                  <a:pt x="297" y="55"/>
                  <a:pt x="297" y="58"/>
                  <a:pt x="295" y="57"/>
                </a:cubicBezTo>
                <a:cubicBezTo>
                  <a:pt x="295" y="55"/>
                  <a:pt x="295" y="55"/>
                  <a:pt x="295" y="55"/>
                </a:cubicBezTo>
                <a:cubicBezTo>
                  <a:pt x="293" y="58"/>
                  <a:pt x="293" y="58"/>
                  <a:pt x="290" y="61"/>
                </a:cubicBezTo>
                <a:close/>
                <a:moveTo>
                  <a:pt x="221" y="126"/>
                </a:moveTo>
                <a:cubicBezTo>
                  <a:pt x="225" y="128"/>
                  <a:pt x="229" y="129"/>
                  <a:pt x="235" y="123"/>
                </a:cubicBezTo>
                <a:cubicBezTo>
                  <a:pt x="235" y="124"/>
                  <a:pt x="235" y="124"/>
                  <a:pt x="235" y="124"/>
                </a:cubicBezTo>
                <a:cubicBezTo>
                  <a:pt x="239" y="123"/>
                  <a:pt x="238" y="115"/>
                  <a:pt x="243" y="114"/>
                </a:cubicBezTo>
                <a:cubicBezTo>
                  <a:pt x="243" y="117"/>
                  <a:pt x="243" y="117"/>
                  <a:pt x="244" y="121"/>
                </a:cubicBezTo>
                <a:cubicBezTo>
                  <a:pt x="245" y="118"/>
                  <a:pt x="245" y="118"/>
                  <a:pt x="245" y="118"/>
                </a:cubicBezTo>
                <a:cubicBezTo>
                  <a:pt x="246" y="121"/>
                  <a:pt x="247" y="118"/>
                  <a:pt x="248" y="117"/>
                </a:cubicBezTo>
                <a:cubicBezTo>
                  <a:pt x="249" y="120"/>
                  <a:pt x="249" y="120"/>
                  <a:pt x="249" y="120"/>
                </a:cubicBezTo>
                <a:cubicBezTo>
                  <a:pt x="248" y="120"/>
                  <a:pt x="245" y="122"/>
                  <a:pt x="246" y="122"/>
                </a:cubicBezTo>
                <a:cubicBezTo>
                  <a:pt x="246" y="122"/>
                  <a:pt x="240" y="123"/>
                  <a:pt x="239" y="125"/>
                </a:cubicBezTo>
                <a:cubicBezTo>
                  <a:pt x="241" y="126"/>
                  <a:pt x="244" y="122"/>
                  <a:pt x="245" y="126"/>
                </a:cubicBezTo>
                <a:cubicBezTo>
                  <a:pt x="245" y="123"/>
                  <a:pt x="247" y="125"/>
                  <a:pt x="248" y="123"/>
                </a:cubicBezTo>
                <a:cubicBezTo>
                  <a:pt x="247" y="125"/>
                  <a:pt x="249" y="125"/>
                  <a:pt x="249" y="127"/>
                </a:cubicBezTo>
                <a:cubicBezTo>
                  <a:pt x="251" y="124"/>
                  <a:pt x="251" y="124"/>
                  <a:pt x="251" y="124"/>
                </a:cubicBezTo>
                <a:cubicBezTo>
                  <a:pt x="252" y="124"/>
                  <a:pt x="249" y="129"/>
                  <a:pt x="252" y="128"/>
                </a:cubicBezTo>
                <a:cubicBezTo>
                  <a:pt x="253" y="127"/>
                  <a:pt x="256" y="125"/>
                  <a:pt x="255" y="123"/>
                </a:cubicBezTo>
                <a:cubicBezTo>
                  <a:pt x="255" y="124"/>
                  <a:pt x="255" y="124"/>
                  <a:pt x="255" y="124"/>
                </a:cubicBezTo>
                <a:cubicBezTo>
                  <a:pt x="258" y="122"/>
                  <a:pt x="254" y="121"/>
                  <a:pt x="257" y="119"/>
                </a:cubicBezTo>
                <a:cubicBezTo>
                  <a:pt x="257" y="119"/>
                  <a:pt x="256" y="118"/>
                  <a:pt x="255" y="119"/>
                </a:cubicBezTo>
                <a:cubicBezTo>
                  <a:pt x="255" y="120"/>
                  <a:pt x="255" y="122"/>
                  <a:pt x="254" y="123"/>
                </a:cubicBezTo>
                <a:cubicBezTo>
                  <a:pt x="252" y="123"/>
                  <a:pt x="256" y="122"/>
                  <a:pt x="253" y="121"/>
                </a:cubicBezTo>
                <a:cubicBezTo>
                  <a:pt x="252" y="120"/>
                  <a:pt x="250" y="125"/>
                  <a:pt x="249" y="122"/>
                </a:cubicBezTo>
                <a:cubicBezTo>
                  <a:pt x="251" y="121"/>
                  <a:pt x="251" y="121"/>
                  <a:pt x="251" y="121"/>
                </a:cubicBezTo>
                <a:cubicBezTo>
                  <a:pt x="250" y="119"/>
                  <a:pt x="251" y="118"/>
                  <a:pt x="250" y="117"/>
                </a:cubicBezTo>
                <a:cubicBezTo>
                  <a:pt x="251" y="115"/>
                  <a:pt x="253" y="115"/>
                  <a:pt x="253" y="113"/>
                </a:cubicBezTo>
                <a:cubicBezTo>
                  <a:pt x="253" y="111"/>
                  <a:pt x="250" y="111"/>
                  <a:pt x="253" y="109"/>
                </a:cubicBezTo>
                <a:cubicBezTo>
                  <a:pt x="257" y="110"/>
                  <a:pt x="261" y="105"/>
                  <a:pt x="262" y="103"/>
                </a:cubicBezTo>
                <a:cubicBezTo>
                  <a:pt x="263" y="101"/>
                  <a:pt x="263" y="101"/>
                  <a:pt x="263" y="101"/>
                </a:cubicBezTo>
                <a:cubicBezTo>
                  <a:pt x="262" y="100"/>
                  <a:pt x="260" y="104"/>
                  <a:pt x="260" y="102"/>
                </a:cubicBezTo>
                <a:cubicBezTo>
                  <a:pt x="262" y="99"/>
                  <a:pt x="262" y="99"/>
                  <a:pt x="262" y="99"/>
                </a:cubicBezTo>
                <a:cubicBezTo>
                  <a:pt x="262" y="100"/>
                  <a:pt x="262" y="100"/>
                  <a:pt x="262" y="100"/>
                </a:cubicBezTo>
                <a:cubicBezTo>
                  <a:pt x="263" y="99"/>
                  <a:pt x="263" y="98"/>
                  <a:pt x="263" y="97"/>
                </a:cubicBezTo>
                <a:cubicBezTo>
                  <a:pt x="264" y="98"/>
                  <a:pt x="262" y="100"/>
                  <a:pt x="264" y="101"/>
                </a:cubicBezTo>
                <a:cubicBezTo>
                  <a:pt x="265" y="100"/>
                  <a:pt x="266" y="100"/>
                  <a:pt x="266" y="99"/>
                </a:cubicBezTo>
                <a:cubicBezTo>
                  <a:pt x="266" y="100"/>
                  <a:pt x="266" y="100"/>
                  <a:pt x="266" y="100"/>
                </a:cubicBezTo>
                <a:cubicBezTo>
                  <a:pt x="269" y="99"/>
                  <a:pt x="267" y="96"/>
                  <a:pt x="267" y="95"/>
                </a:cubicBezTo>
                <a:cubicBezTo>
                  <a:pt x="267" y="91"/>
                  <a:pt x="263" y="95"/>
                  <a:pt x="261" y="94"/>
                </a:cubicBezTo>
                <a:cubicBezTo>
                  <a:pt x="267" y="86"/>
                  <a:pt x="267" y="86"/>
                  <a:pt x="267" y="86"/>
                </a:cubicBezTo>
                <a:cubicBezTo>
                  <a:pt x="267" y="87"/>
                  <a:pt x="267" y="88"/>
                  <a:pt x="268" y="89"/>
                </a:cubicBezTo>
                <a:cubicBezTo>
                  <a:pt x="270" y="88"/>
                  <a:pt x="269" y="90"/>
                  <a:pt x="271" y="88"/>
                </a:cubicBezTo>
                <a:cubicBezTo>
                  <a:pt x="269" y="86"/>
                  <a:pt x="273" y="84"/>
                  <a:pt x="273" y="81"/>
                </a:cubicBezTo>
                <a:cubicBezTo>
                  <a:pt x="275" y="81"/>
                  <a:pt x="275" y="81"/>
                  <a:pt x="273" y="83"/>
                </a:cubicBezTo>
                <a:cubicBezTo>
                  <a:pt x="275" y="84"/>
                  <a:pt x="276" y="81"/>
                  <a:pt x="277" y="81"/>
                </a:cubicBezTo>
                <a:cubicBezTo>
                  <a:pt x="277" y="80"/>
                  <a:pt x="278" y="79"/>
                  <a:pt x="278" y="78"/>
                </a:cubicBezTo>
                <a:cubicBezTo>
                  <a:pt x="277" y="78"/>
                  <a:pt x="276" y="77"/>
                  <a:pt x="277" y="75"/>
                </a:cubicBezTo>
                <a:cubicBezTo>
                  <a:pt x="277" y="75"/>
                  <a:pt x="277" y="75"/>
                  <a:pt x="277" y="75"/>
                </a:cubicBezTo>
                <a:cubicBezTo>
                  <a:pt x="274" y="76"/>
                  <a:pt x="269" y="78"/>
                  <a:pt x="269" y="81"/>
                </a:cubicBezTo>
                <a:cubicBezTo>
                  <a:pt x="269" y="80"/>
                  <a:pt x="269" y="80"/>
                  <a:pt x="269" y="80"/>
                </a:cubicBezTo>
                <a:cubicBezTo>
                  <a:pt x="265" y="82"/>
                  <a:pt x="266" y="88"/>
                  <a:pt x="262" y="87"/>
                </a:cubicBezTo>
                <a:cubicBezTo>
                  <a:pt x="261" y="86"/>
                  <a:pt x="261" y="87"/>
                  <a:pt x="260" y="86"/>
                </a:cubicBezTo>
                <a:cubicBezTo>
                  <a:pt x="259" y="89"/>
                  <a:pt x="259" y="89"/>
                  <a:pt x="259" y="89"/>
                </a:cubicBezTo>
                <a:cubicBezTo>
                  <a:pt x="259" y="88"/>
                  <a:pt x="259" y="88"/>
                  <a:pt x="259" y="88"/>
                </a:cubicBezTo>
                <a:cubicBezTo>
                  <a:pt x="256" y="91"/>
                  <a:pt x="256" y="91"/>
                  <a:pt x="256" y="91"/>
                </a:cubicBezTo>
                <a:cubicBezTo>
                  <a:pt x="255" y="91"/>
                  <a:pt x="255" y="91"/>
                  <a:pt x="255" y="91"/>
                </a:cubicBezTo>
                <a:cubicBezTo>
                  <a:pt x="255" y="94"/>
                  <a:pt x="255" y="96"/>
                  <a:pt x="255" y="98"/>
                </a:cubicBezTo>
                <a:cubicBezTo>
                  <a:pt x="256" y="99"/>
                  <a:pt x="256" y="99"/>
                  <a:pt x="256" y="100"/>
                </a:cubicBezTo>
                <a:cubicBezTo>
                  <a:pt x="256" y="101"/>
                  <a:pt x="255" y="101"/>
                  <a:pt x="255" y="101"/>
                </a:cubicBezTo>
                <a:cubicBezTo>
                  <a:pt x="255" y="101"/>
                  <a:pt x="255" y="101"/>
                  <a:pt x="255" y="101"/>
                </a:cubicBezTo>
                <a:cubicBezTo>
                  <a:pt x="255" y="101"/>
                  <a:pt x="255" y="101"/>
                  <a:pt x="255" y="101"/>
                </a:cubicBezTo>
                <a:cubicBezTo>
                  <a:pt x="254" y="102"/>
                  <a:pt x="252" y="102"/>
                  <a:pt x="251" y="102"/>
                </a:cubicBezTo>
                <a:cubicBezTo>
                  <a:pt x="254" y="99"/>
                  <a:pt x="254" y="99"/>
                  <a:pt x="254" y="99"/>
                </a:cubicBezTo>
                <a:cubicBezTo>
                  <a:pt x="253" y="98"/>
                  <a:pt x="252" y="97"/>
                  <a:pt x="249" y="97"/>
                </a:cubicBezTo>
                <a:cubicBezTo>
                  <a:pt x="250" y="97"/>
                  <a:pt x="249" y="96"/>
                  <a:pt x="249" y="96"/>
                </a:cubicBezTo>
                <a:cubicBezTo>
                  <a:pt x="249" y="97"/>
                  <a:pt x="247" y="99"/>
                  <a:pt x="249" y="99"/>
                </a:cubicBezTo>
                <a:cubicBezTo>
                  <a:pt x="246" y="102"/>
                  <a:pt x="239" y="104"/>
                  <a:pt x="236" y="111"/>
                </a:cubicBezTo>
                <a:cubicBezTo>
                  <a:pt x="238" y="106"/>
                  <a:pt x="232" y="112"/>
                  <a:pt x="236" y="108"/>
                </a:cubicBezTo>
                <a:cubicBezTo>
                  <a:pt x="231" y="108"/>
                  <a:pt x="235" y="112"/>
                  <a:pt x="232" y="114"/>
                </a:cubicBezTo>
                <a:cubicBezTo>
                  <a:pt x="232" y="113"/>
                  <a:pt x="234" y="113"/>
                  <a:pt x="233" y="111"/>
                </a:cubicBezTo>
                <a:cubicBezTo>
                  <a:pt x="228" y="114"/>
                  <a:pt x="229" y="121"/>
                  <a:pt x="224" y="124"/>
                </a:cubicBezTo>
                <a:cubicBezTo>
                  <a:pt x="223" y="123"/>
                  <a:pt x="223" y="123"/>
                  <a:pt x="223" y="123"/>
                </a:cubicBezTo>
                <a:lnTo>
                  <a:pt x="221" y="126"/>
                </a:lnTo>
                <a:close/>
                <a:moveTo>
                  <a:pt x="215" y="135"/>
                </a:moveTo>
                <a:cubicBezTo>
                  <a:pt x="213" y="138"/>
                  <a:pt x="213" y="138"/>
                  <a:pt x="213" y="138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212" y="142"/>
                  <a:pt x="212" y="142"/>
                  <a:pt x="212" y="142"/>
                </a:cubicBezTo>
                <a:cubicBezTo>
                  <a:pt x="214" y="141"/>
                  <a:pt x="216" y="141"/>
                  <a:pt x="215" y="144"/>
                </a:cubicBezTo>
                <a:cubicBezTo>
                  <a:pt x="215" y="143"/>
                  <a:pt x="213" y="143"/>
                  <a:pt x="214" y="142"/>
                </a:cubicBezTo>
                <a:cubicBezTo>
                  <a:pt x="211" y="143"/>
                  <a:pt x="208" y="145"/>
                  <a:pt x="211" y="146"/>
                </a:cubicBezTo>
                <a:cubicBezTo>
                  <a:pt x="211" y="141"/>
                  <a:pt x="214" y="148"/>
                  <a:pt x="214" y="145"/>
                </a:cubicBezTo>
                <a:cubicBezTo>
                  <a:pt x="215" y="147"/>
                  <a:pt x="213" y="147"/>
                  <a:pt x="213" y="149"/>
                </a:cubicBezTo>
                <a:cubicBezTo>
                  <a:pt x="212" y="147"/>
                  <a:pt x="210" y="147"/>
                  <a:pt x="208" y="148"/>
                </a:cubicBezTo>
                <a:cubicBezTo>
                  <a:pt x="207" y="149"/>
                  <a:pt x="205" y="150"/>
                  <a:pt x="204" y="152"/>
                </a:cubicBezTo>
                <a:cubicBezTo>
                  <a:pt x="206" y="153"/>
                  <a:pt x="206" y="155"/>
                  <a:pt x="208" y="153"/>
                </a:cubicBezTo>
                <a:cubicBezTo>
                  <a:pt x="208" y="154"/>
                  <a:pt x="207" y="156"/>
                  <a:pt x="205" y="156"/>
                </a:cubicBezTo>
                <a:cubicBezTo>
                  <a:pt x="205" y="155"/>
                  <a:pt x="206" y="154"/>
                  <a:pt x="205" y="154"/>
                </a:cubicBezTo>
                <a:cubicBezTo>
                  <a:pt x="203" y="154"/>
                  <a:pt x="203" y="155"/>
                  <a:pt x="202" y="155"/>
                </a:cubicBezTo>
                <a:cubicBezTo>
                  <a:pt x="201" y="156"/>
                  <a:pt x="201" y="156"/>
                  <a:pt x="201" y="156"/>
                </a:cubicBezTo>
                <a:cubicBezTo>
                  <a:pt x="201" y="156"/>
                  <a:pt x="201" y="156"/>
                  <a:pt x="201" y="156"/>
                </a:cubicBezTo>
                <a:cubicBezTo>
                  <a:pt x="201" y="159"/>
                  <a:pt x="201" y="159"/>
                  <a:pt x="201" y="159"/>
                </a:cubicBezTo>
                <a:cubicBezTo>
                  <a:pt x="202" y="156"/>
                  <a:pt x="203" y="158"/>
                  <a:pt x="203" y="159"/>
                </a:cubicBezTo>
                <a:cubicBezTo>
                  <a:pt x="202" y="158"/>
                  <a:pt x="202" y="160"/>
                  <a:pt x="201" y="161"/>
                </a:cubicBezTo>
                <a:cubicBezTo>
                  <a:pt x="204" y="161"/>
                  <a:pt x="204" y="161"/>
                  <a:pt x="204" y="161"/>
                </a:cubicBezTo>
                <a:cubicBezTo>
                  <a:pt x="204" y="162"/>
                  <a:pt x="201" y="162"/>
                  <a:pt x="203" y="163"/>
                </a:cubicBezTo>
                <a:cubicBezTo>
                  <a:pt x="206" y="161"/>
                  <a:pt x="207" y="160"/>
                  <a:pt x="209" y="157"/>
                </a:cubicBezTo>
                <a:cubicBezTo>
                  <a:pt x="207" y="157"/>
                  <a:pt x="207" y="157"/>
                  <a:pt x="207" y="157"/>
                </a:cubicBezTo>
                <a:cubicBezTo>
                  <a:pt x="209" y="153"/>
                  <a:pt x="211" y="157"/>
                  <a:pt x="214" y="154"/>
                </a:cubicBezTo>
                <a:cubicBezTo>
                  <a:pt x="214" y="151"/>
                  <a:pt x="219" y="149"/>
                  <a:pt x="216" y="147"/>
                </a:cubicBezTo>
                <a:cubicBezTo>
                  <a:pt x="217" y="148"/>
                  <a:pt x="220" y="147"/>
                  <a:pt x="220" y="144"/>
                </a:cubicBezTo>
                <a:cubicBezTo>
                  <a:pt x="220" y="141"/>
                  <a:pt x="223" y="137"/>
                  <a:pt x="221" y="137"/>
                </a:cubicBezTo>
                <a:cubicBezTo>
                  <a:pt x="220" y="138"/>
                  <a:pt x="220" y="141"/>
                  <a:pt x="218" y="140"/>
                </a:cubicBezTo>
                <a:cubicBezTo>
                  <a:pt x="219" y="138"/>
                  <a:pt x="219" y="138"/>
                  <a:pt x="219" y="138"/>
                </a:cubicBezTo>
                <a:cubicBezTo>
                  <a:pt x="217" y="138"/>
                  <a:pt x="217" y="138"/>
                  <a:pt x="217" y="138"/>
                </a:cubicBezTo>
                <a:cubicBezTo>
                  <a:pt x="218" y="138"/>
                  <a:pt x="217" y="137"/>
                  <a:pt x="215" y="135"/>
                </a:cubicBezTo>
                <a:close/>
                <a:moveTo>
                  <a:pt x="159" y="166"/>
                </a:moveTo>
                <a:cubicBezTo>
                  <a:pt x="159" y="166"/>
                  <a:pt x="159" y="166"/>
                  <a:pt x="159" y="166"/>
                </a:cubicBezTo>
                <a:cubicBezTo>
                  <a:pt x="159" y="166"/>
                  <a:pt x="159" y="166"/>
                  <a:pt x="159" y="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1" name="Freeform 217">
            <a:extLst>
              <a:ext uri="{FF2B5EF4-FFF2-40B4-BE49-F238E27FC236}">
                <a16:creationId xmlns:a16="http://schemas.microsoft.com/office/drawing/2014/main" id="{55957FA1-7E16-4211-8D9B-E3B9027A876F}"/>
              </a:ext>
            </a:extLst>
          </p:cNvPr>
          <p:cNvSpPr>
            <a:spLocks/>
          </p:cNvSpPr>
          <p:nvPr/>
        </p:nvSpPr>
        <p:spPr bwMode="auto">
          <a:xfrm>
            <a:off x="4196418" y="1542146"/>
            <a:ext cx="2216" cy="6647"/>
          </a:xfrm>
          <a:custGeom>
            <a:avLst/>
            <a:gdLst>
              <a:gd name="T0" fmla="*/ 1 w 1"/>
              <a:gd name="T1" fmla="*/ 1 h 3"/>
              <a:gd name="T2" fmla="*/ 0 w 1"/>
              <a:gd name="T3" fmla="*/ 3 h 3"/>
              <a:gd name="T4" fmla="*/ 1 w 1"/>
              <a:gd name="T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">
                <a:moveTo>
                  <a:pt x="1" y="1"/>
                </a:moveTo>
                <a:cubicBezTo>
                  <a:pt x="0" y="0"/>
                  <a:pt x="0" y="2"/>
                  <a:pt x="0" y="3"/>
                </a:cubicBezTo>
                <a:cubicBezTo>
                  <a:pt x="0" y="3"/>
                  <a:pt x="1" y="2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2" name="Freeform 218">
            <a:extLst>
              <a:ext uri="{FF2B5EF4-FFF2-40B4-BE49-F238E27FC236}">
                <a16:creationId xmlns:a16="http://schemas.microsoft.com/office/drawing/2014/main" id="{63C9C3B1-427E-43A6-B440-4F66F2B0B8CA}"/>
              </a:ext>
            </a:extLst>
          </p:cNvPr>
          <p:cNvSpPr>
            <a:spLocks/>
          </p:cNvSpPr>
          <p:nvPr/>
        </p:nvSpPr>
        <p:spPr bwMode="auto">
          <a:xfrm>
            <a:off x="3544995" y="2168088"/>
            <a:ext cx="23266" cy="24373"/>
          </a:xfrm>
          <a:custGeom>
            <a:avLst/>
            <a:gdLst>
              <a:gd name="T0" fmla="*/ 10 w 10"/>
              <a:gd name="T1" fmla="*/ 0 h 11"/>
              <a:gd name="T2" fmla="*/ 0 w 10"/>
              <a:gd name="T3" fmla="*/ 11 h 11"/>
              <a:gd name="T4" fmla="*/ 10 w 10"/>
              <a:gd name="T5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11">
                <a:moveTo>
                  <a:pt x="10" y="0"/>
                </a:moveTo>
                <a:cubicBezTo>
                  <a:pt x="0" y="11"/>
                  <a:pt x="0" y="11"/>
                  <a:pt x="0" y="11"/>
                </a:cubicBezTo>
                <a:cubicBezTo>
                  <a:pt x="3" y="8"/>
                  <a:pt x="6" y="5"/>
                  <a:pt x="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3" name="Freeform 219">
            <a:extLst>
              <a:ext uri="{FF2B5EF4-FFF2-40B4-BE49-F238E27FC236}">
                <a16:creationId xmlns:a16="http://schemas.microsoft.com/office/drawing/2014/main" id="{97A7184F-C555-47E5-B51E-E5F55554237E}"/>
              </a:ext>
            </a:extLst>
          </p:cNvPr>
          <p:cNvSpPr>
            <a:spLocks/>
          </p:cNvSpPr>
          <p:nvPr/>
        </p:nvSpPr>
        <p:spPr bwMode="auto">
          <a:xfrm>
            <a:off x="4125515" y="1616373"/>
            <a:ext cx="15510" cy="22157"/>
          </a:xfrm>
          <a:custGeom>
            <a:avLst/>
            <a:gdLst>
              <a:gd name="T0" fmla="*/ 3 w 7"/>
              <a:gd name="T1" fmla="*/ 10 h 10"/>
              <a:gd name="T2" fmla="*/ 7 w 7"/>
              <a:gd name="T3" fmla="*/ 0 h 10"/>
              <a:gd name="T4" fmla="*/ 0 w 7"/>
              <a:gd name="T5" fmla="*/ 10 h 10"/>
              <a:gd name="T6" fmla="*/ 3 w 7"/>
              <a:gd name="T7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10">
                <a:moveTo>
                  <a:pt x="3" y="10"/>
                </a:moveTo>
                <a:cubicBezTo>
                  <a:pt x="5" y="7"/>
                  <a:pt x="5" y="4"/>
                  <a:pt x="7" y="0"/>
                </a:cubicBezTo>
                <a:cubicBezTo>
                  <a:pt x="2" y="2"/>
                  <a:pt x="5" y="8"/>
                  <a:pt x="0" y="10"/>
                </a:cubicBezTo>
                <a:lnTo>
                  <a:pt x="3" y="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4" name="Freeform 220">
            <a:extLst>
              <a:ext uri="{FF2B5EF4-FFF2-40B4-BE49-F238E27FC236}">
                <a16:creationId xmlns:a16="http://schemas.microsoft.com/office/drawing/2014/main" id="{AD366980-8D1A-4B15-B2ED-4AFD937FF46A}"/>
              </a:ext>
            </a:extLst>
          </p:cNvPr>
          <p:cNvSpPr>
            <a:spLocks/>
          </p:cNvSpPr>
          <p:nvPr/>
        </p:nvSpPr>
        <p:spPr bwMode="auto">
          <a:xfrm>
            <a:off x="4118868" y="1620805"/>
            <a:ext cx="6647" cy="11078"/>
          </a:xfrm>
          <a:custGeom>
            <a:avLst/>
            <a:gdLst>
              <a:gd name="T0" fmla="*/ 0 w 3"/>
              <a:gd name="T1" fmla="*/ 0 h 5"/>
              <a:gd name="T2" fmla="*/ 1 w 3"/>
              <a:gd name="T3" fmla="*/ 5 h 5"/>
              <a:gd name="T4" fmla="*/ 2 w 3"/>
              <a:gd name="T5" fmla="*/ 1 h 5"/>
              <a:gd name="T6" fmla="*/ 0 w 3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5">
                <a:moveTo>
                  <a:pt x="0" y="0"/>
                </a:moveTo>
                <a:cubicBezTo>
                  <a:pt x="2" y="1"/>
                  <a:pt x="0" y="4"/>
                  <a:pt x="1" y="5"/>
                </a:cubicBezTo>
                <a:cubicBezTo>
                  <a:pt x="3" y="3"/>
                  <a:pt x="0" y="2"/>
                  <a:pt x="2" y="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6" name="Freeform 222">
            <a:extLst>
              <a:ext uri="{FF2B5EF4-FFF2-40B4-BE49-F238E27FC236}">
                <a16:creationId xmlns:a16="http://schemas.microsoft.com/office/drawing/2014/main" id="{B77D3117-AB03-49F0-94DC-EBA8196D9F9B}"/>
              </a:ext>
            </a:extLst>
          </p:cNvPr>
          <p:cNvSpPr>
            <a:spLocks/>
          </p:cNvSpPr>
          <p:nvPr/>
        </p:nvSpPr>
        <p:spPr bwMode="auto">
          <a:xfrm>
            <a:off x="4085632" y="1652931"/>
            <a:ext cx="5540" cy="2216"/>
          </a:xfrm>
          <a:custGeom>
            <a:avLst/>
            <a:gdLst>
              <a:gd name="T0" fmla="*/ 5 w 5"/>
              <a:gd name="T1" fmla="*/ 0 h 2"/>
              <a:gd name="T2" fmla="*/ 5 w 5"/>
              <a:gd name="T3" fmla="*/ 0 h 2"/>
              <a:gd name="T4" fmla="*/ 0 w 5"/>
              <a:gd name="T5" fmla="*/ 2 h 2"/>
              <a:gd name="T6" fmla="*/ 5 w 5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2">
                <a:moveTo>
                  <a:pt x="5" y="0"/>
                </a:moveTo>
                <a:lnTo>
                  <a:pt x="5" y="0"/>
                </a:lnTo>
                <a:lnTo>
                  <a:pt x="0" y="2"/>
                </a:lnTo>
                <a:lnTo>
                  <a:pt x="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7" name="Freeform 223">
            <a:extLst>
              <a:ext uri="{FF2B5EF4-FFF2-40B4-BE49-F238E27FC236}">
                <a16:creationId xmlns:a16="http://schemas.microsoft.com/office/drawing/2014/main" id="{E98CCA14-E613-49C1-A4F2-4425D407E435}"/>
              </a:ext>
            </a:extLst>
          </p:cNvPr>
          <p:cNvSpPr>
            <a:spLocks/>
          </p:cNvSpPr>
          <p:nvPr/>
        </p:nvSpPr>
        <p:spPr bwMode="auto">
          <a:xfrm>
            <a:off x="4091171" y="1650715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9" name="Freeform 225">
            <a:extLst>
              <a:ext uri="{FF2B5EF4-FFF2-40B4-BE49-F238E27FC236}">
                <a16:creationId xmlns:a16="http://schemas.microsoft.com/office/drawing/2014/main" id="{0108B10A-9C7A-40BC-8190-B6D1F0969CEF}"/>
              </a:ext>
            </a:extLst>
          </p:cNvPr>
          <p:cNvSpPr>
            <a:spLocks/>
          </p:cNvSpPr>
          <p:nvPr/>
        </p:nvSpPr>
        <p:spPr bwMode="auto">
          <a:xfrm>
            <a:off x="4166506" y="1668442"/>
            <a:ext cx="6647" cy="4432"/>
          </a:xfrm>
          <a:custGeom>
            <a:avLst/>
            <a:gdLst>
              <a:gd name="T0" fmla="*/ 2 w 3"/>
              <a:gd name="T1" fmla="*/ 2 h 2"/>
              <a:gd name="T2" fmla="*/ 3 w 3"/>
              <a:gd name="T3" fmla="*/ 0 h 2"/>
              <a:gd name="T4" fmla="*/ 2 w 3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2" y="2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2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0" name="Freeform 226">
            <a:extLst>
              <a:ext uri="{FF2B5EF4-FFF2-40B4-BE49-F238E27FC236}">
                <a16:creationId xmlns:a16="http://schemas.microsoft.com/office/drawing/2014/main" id="{BBCF0D9E-A7D9-45DF-8FA4-F602A94B440C}"/>
              </a:ext>
            </a:extLst>
          </p:cNvPr>
          <p:cNvSpPr>
            <a:spLocks/>
          </p:cNvSpPr>
          <p:nvPr/>
        </p:nvSpPr>
        <p:spPr bwMode="auto">
          <a:xfrm>
            <a:off x="4067905" y="1670657"/>
            <a:ext cx="2216" cy="5540"/>
          </a:xfrm>
          <a:custGeom>
            <a:avLst/>
            <a:gdLst>
              <a:gd name="T0" fmla="*/ 2 w 2"/>
              <a:gd name="T1" fmla="*/ 0 h 5"/>
              <a:gd name="T2" fmla="*/ 0 w 2"/>
              <a:gd name="T3" fmla="*/ 5 h 5"/>
              <a:gd name="T4" fmla="*/ 0 w 2"/>
              <a:gd name="T5" fmla="*/ 5 h 5"/>
              <a:gd name="T6" fmla="*/ 2 w 2"/>
              <a:gd name="T7" fmla="*/ 0 h 5"/>
              <a:gd name="T8" fmla="*/ 2 w 2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5">
                <a:moveTo>
                  <a:pt x="2" y="0"/>
                </a:moveTo>
                <a:lnTo>
                  <a:pt x="0" y="5"/>
                </a:lnTo>
                <a:lnTo>
                  <a:pt x="0" y="5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1" name="Freeform 227">
            <a:extLst>
              <a:ext uri="{FF2B5EF4-FFF2-40B4-BE49-F238E27FC236}">
                <a16:creationId xmlns:a16="http://schemas.microsoft.com/office/drawing/2014/main" id="{2F404C10-3418-4500-8330-DF77AA9F21AF}"/>
              </a:ext>
            </a:extLst>
          </p:cNvPr>
          <p:cNvSpPr>
            <a:spLocks/>
          </p:cNvSpPr>
          <p:nvPr/>
        </p:nvSpPr>
        <p:spPr bwMode="auto">
          <a:xfrm>
            <a:off x="4157643" y="1702786"/>
            <a:ext cx="8863" cy="7756"/>
          </a:xfrm>
          <a:custGeom>
            <a:avLst/>
            <a:gdLst>
              <a:gd name="T0" fmla="*/ 2 w 4"/>
              <a:gd name="T1" fmla="*/ 0 h 3"/>
              <a:gd name="T2" fmla="*/ 3 w 4"/>
              <a:gd name="T3" fmla="*/ 2 h 3"/>
              <a:gd name="T4" fmla="*/ 2 w 4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2" y="0"/>
                </a:moveTo>
                <a:cubicBezTo>
                  <a:pt x="4" y="1"/>
                  <a:pt x="0" y="3"/>
                  <a:pt x="3" y="2"/>
                </a:cubicBezTo>
                <a:cubicBezTo>
                  <a:pt x="4" y="1"/>
                  <a:pt x="3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2" name="Freeform 228">
            <a:extLst>
              <a:ext uri="{FF2B5EF4-FFF2-40B4-BE49-F238E27FC236}">
                <a16:creationId xmlns:a16="http://schemas.microsoft.com/office/drawing/2014/main" id="{DA0A2D9E-DD2C-4552-B655-27531B53AA11}"/>
              </a:ext>
            </a:extLst>
          </p:cNvPr>
          <p:cNvSpPr>
            <a:spLocks/>
          </p:cNvSpPr>
          <p:nvPr/>
        </p:nvSpPr>
        <p:spPr bwMode="auto">
          <a:xfrm>
            <a:off x="4102250" y="1721619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3" name="Freeform 229">
            <a:extLst>
              <a:ext uri="{FF2B5EF4-FFF2-40B4-BE49-F238E27FC236}">
                <a16:creationId xmlns:a16="http://schemas.microsoft.com/office/drawing/2014/main" id="{6BCA79E9-8103-4DEF-8FA3-69F75593C166}"/>
              </a:ext>
            </a:extLst>
          </p:cNvPr>
          <p:cNvSpPr>
            <a:spLocks/>
          </p:cNvSpPr>
          <p:nvPr/>
        </p:nvSpPr>
        <p:spPr bwMode="auto">
          <a:xfrm>
            <a:off x="4102250" y="1717188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1"/>
                  <a:pt x="2" y="1"/>
                  <a:pt x="2" y="0"/>
                </a:cubicBezTo>
                <a:cubicBezTo>
                  <a:pt x="0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4" name="Freeform 230">
            <a:extLst>
              <a:ext uri="{FF2B5EF4-FFF2-40B4-BE49-F238E27FC236}">
                <a16:creationId xmlns:a16="http://schemas.microsoft.com/office/drawing/2014/main" id="{22DCF20A-837B-41EF-AF56-11512BF04A7B}"/>
              </a:ext>
            </a:extLst>
          </p:cNvPr>
          <p:cNvSpPr>
            <a:spLocks/>
          </p:cNvSpPr>
          <p:nvPr/>
        </p:nvSpPr>
        <p:spPr bwMode="auto">
          <a:xfrm>
            <a:off x="4085632" y="1730482"/>
            <a:ext cx="5540" cy="9971"/>
          </a:xfrm>
          <a:custGeom>
            <a:avLst/>
            <a:gdLst>
              <a:gd name="T0" fmla="*/ 0 w 2"/>
              <a:gd name="T1" fmla="*/ 3 h 4"/>
              <a:gd name="T2" fmla="*/ 1 w 2"/>
              <a:gd name="T3" fmla="*/ 3 h 4"/>
              <a:gd name="T4" fmla="*/ 1 w 2"/>
              <a:gd name="T5" fmla="*/ 3 h 4"/>
              <a:gd name="T6" fmla="*/ 1 w 2"/>
              <a:gd name="T7" fmla="*/ 1 h 4"/>
              <a:gd name="T8" fmla="*/ 1 w 2"/>
              <a:gd name="T9" fmla="*/ 0 h 4"/>
              <a:gd name="T10" fmla="*/ 1 w 2"/>
              <a:gd name="T11" fmla="*/ 1 h 4"/>
              <a:gd name="T12" fmla="*/ 0 w 2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" h="4">
                <a:moveTo>
                  <a:pt x="0" y="3"/>
                </a:move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3"/>
                </a:cubicBezTo>
                <a:cubicBezTo>
                  <a:pt x="2" y="2"/>
                  <a:pt x="1" y="2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3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5" name="Freeform 231">
            <a:extLst>
              <a:ext uri="{FF2B5EF4-FFF2-40B4-BE49-F238E27FC236}">
                <a16:creationId xmlns:a16="http://schemas.microsoft.com/office/drawing/2014/main" id="{5E3BEED6-1705-4460-AF19-95AECA24039C}"/>
              </a:ext>
            </a:extLst>
          </p:cNvPr>
          <p:cNvSpPr>
            <a:spLocks/>
          </p:cNvSpPr>
          <p:nvPr/>
        </p:nvSpPr>
        <p:spPr bwMode="auto">
          <a:xfrm>
            <a:off x="3975953" y="1732698"/>
            <a:ext cx="15510" cy="12187"/>
          </a:xfrm>
          <a:custGeom>
            <a:avLst/>
            <a:gdLst>
              <a:gd name="T0" fmla="*/ 0 w 7"/>
              <a:gd name="T1" fmla="*/ 5 h 5"/>
              <a:gd name="T2" fmla="*/ 4 w 7"/>
              <a:gd name="T3" fmla="*/ 5 h 5"/>
              <a:gd name="T4" fmla="*/ 5 w 7"/>
              <a:gd name="T5" fmla="*/ 0 h 5"/>
              <a:gd name="T6" fmla="*/ 0 w 7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5">
                <a:moveTo>
                  <a:pt x="0" y="5"/>
                </a:moveTo>
                <a:cubicBezTo>
                  <a:pt x="3" y="4"/>
                  <a:pt x="3" y="4"/>
                  <a:pt x="4" y="5"/>
                </a:cubicBezTo>
                <a:cubicBezTo>
                  <a:pt x="7" y="3"/>
                  <a:pt x="4" y="2"/>
                  <a:pt x="5" y="0"/>
                </a:cubicBezTo>
                <a:cubicBezTo>
                  <a:pt x="3" y="3"/>
                  <a:pt x="2" y="3"/>
                  <a:pt x="0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6" name="Freeform 232">
            <a:extLst>
              <a:ext uri="{FF2B5EF4-FFF2-40B4-BE49-F238E27FC236}">
                <a16:creationId xmlns:a16="http://schemas.microsoft.com/office/drawing/2014/main" id="{174CE38F-6347-43AC-9527-03428598CED3}"/>
              </a:ext>
            </a:extLst>
          </p:cNvPr>
          <p:cNvSpPr>
            <a:spLocks/>
          </p:cNvSpPr>
          <p:nvPr/>
        </p:nvSpPr>
        <p:spPr bwMode="auto">
          <a:xfrm>
            <a:off x="3987032" y="1730482"/>
            <a:ext cx="2216" cy="2216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7" name="Rectangle 233">
            <a:extLst>
              <a:ext uri="{FF2B5EF4-FFF2-40B4-BE49-F238E27FC236}">
                <a16:creationId xmlns:a16="http://schemas.microsoft.com/office/drawing/2014/main" id="{3850412E-3F54-442A-8927-396BE7F09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162" y="1744885"/>
            <a:ext cx="1109" cy="66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8" name="Freeform 234">
            <a:extLst>
              <a:ext uri="{FF2B5EF4-FFF2-40B4-BE49-F238E27FC236}">
                <a16:creationId xmlns:a16="http://schemas.microsoft.com/office/drawing/2014/main" id="{E411F85C-419B-462F-879D-FB2D1CFEDF22}"/>
              </a:ext>
            </a:extLst>
          </p:cNvPr>
          <p:cNvSpPr>
            <a:spLocks/>
          </p:cNvSpPr>
          <p:nvPr/>
        </p:nvSpPr>
        <p:spPr bwMode="auto">
          <a:xfrm>
            <a:off x="3965983" y="1747101"/>
            <a:ext cx="5540" cy="4432"/>
          </a:xfrm>
          <a:custGeom>
            <a:avLst/>
            <a:gdLst>
              <a:gd name="T0" fmla="*/ 1 w 2"/>
              <a:gd name="T1" fmla="*/ 2 h 2"/>
              <a:gd name="T2" fmla="*/ 2 w 2"/>
              <a:gd name="T3" fmla="*/ 1 h 2"/>
              <a:gd name="T4" fmla="*/ 1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1" y="2"/>
                </a:moveTo>
                <a:cubicBezTo>
                  <a:pt x="1" y="2"/>
                  <a:pt x="2" y="1"/>
                  <a:pt x="2" y="1"/>
                </a:cubicBezTo>
                <a:cubicBezTo>
                  <a:pt x="1" y="0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9" name="Freeform 235">
            <a:extLst>
              <a:ext uri="{FF2B5EF4-FFF2-40B4-BE49-F238E27FC236}">
                <a16:creationId xmlns:a16="http://schemas.microsoft.com/office/drawing/2014/main" id="{4B22BAD3-71DF-4934-88DC-49A06AFBFDF7}"/>
              </a:ext>
            </a:extLst>
          </p:cNvPr>
          <p:cNvSpPr>
            <a:spLocks/>
          </p:cNvSpPr>
          <p:nvPr/>
        </p:nvSpPr>
        <p:spPr bwMode="auto">
          <a:xfrm>
            <a:off x="4031347" y="1774797"/>
            <a:ext cx="6647" cy="6647"/>
          </a:xfrm>
          <a:custGeom>
            <a:avLst/>
            <a:gdLst>
              <a:gd name="T0" fmla="*/ 1 w 3"/>
              <a:gd name="T1" fmla="*/ 2 h 3"/>
              <a:gd name="T2" fmla="*/ 3 w 3"/>
              <a:gd name="T3" fmla="*/ 1 h 3"/>
              <a:gd name="T4" fmla="*/ 1 w 3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2"/>
                </a:moveTo>
                <a:cubicBezTo>
                  <a:pt x="1" y="3"/>
                  <a:pt x="2" y="1"/>
                  <a:pt x="3" y="1"/>
                </a:cubicBezTo>
                <a:cubicBezTo>
                  <a:pt x="2" y="2"/>
                  <a:pt x="0" y="0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0" name="Freeform 236">
            <a:extLst>
              <a:ext uri="{FF2B5EF4-FFF2-40B4-BE49-F238E27FC236}">
                <a16:creationId xmlns:a16="http://schemas.microsoft.com/office/drawing/2014/main" id="{BE63A685-726A-469D-9AF7-287D07C76774}"/>
              </a:ext>
            </a:extLst>
          </p:cNvPr>
          <p:cNvSpPr>
            <a:spLocks/>
          </p:cNvSpPr>
          <p:nvPr/>
        </p:nvSpPr>
        <p:spPr bwMode="auto">
          <a:xfrm>
            <a:off x="3963767" y="1768149"/>
            <a:ext cx="4432" cy="8863"/>
          </a:xfrm>
          <a:custGeom>
            <a:avLst/>
            <a:gdLst>
              <a:gd name="T0" fmla="*/ 0 w 2"/>
              <a:gd name="T1" fmla="*/ 3 h 4"/>
              <a:gd name="T2" fmla="*/ 2 w 2"/>
              <a:gd name="T3" fmla="*/ 4 h 4"/>
              <a:gd name="T4" fmla="*/ 0 w 2"/>
              <a:gd name="T5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0" y="3"/>
                </a:moveTo>
                <a:cubicBezTo>
                  <a:pt x="0" y="3"/>
                  <a:pt x="2" y="3"/>
                  <a:pt x="2" y="4"/>
                </a:cubicBezTo>
                <a:cubicBezTo>
                  <a:pt x="2" y="3"/>
                  <a:pt x="1" y="0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1" name="Freeform 237">
            <a:extLst>
              <a:ext uri="{FF2B5EF4-FFF2-40B4-BE49-F238E27FC236}">
                <a16:creationId xmlns:a16="http://schemas.microsoft.com/office/drawing/2014/main" id="{BA75CC62-C255-49B8-B53D-CD3E4BEACC33}"/>
              </a:ext>
            </a:extLst>
          </p:cNvPr>
          <p:cNvSpPr>
            <a:spLocks/>
          </p:cNvSpPr>
          <p:nvPr/>
        </p:nvSpPr>
        <p:spPr bwMode="auto">
          <a:xfrm>
            <a:off x="4023591" y="1783659"/>
            <a:ext cx="2216" cy="4432"/>
          </a:xfrm>
          <a:custGeom>
            <a:avLst/>
            <a:gdLst>
              <a:gd name="T0" fmla="*/ 0 w 2"/>
              <a:gd name="T1" fmla="*/ 4 h 4"/>
              <a:gd name="T2" fmla="*/ 0 w 2"/>
              <a:gd name="T3" fmla="*/ 4 h 4"/>
              <a:gd name="T4" fmla="*/ 2 w 2"/>
              <a:gd name="T5" fmla="*/ 0 h 4"/>
              <a:gd name="T6" fmla="*/ 0 w 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0" y="4"/>
                </a:moveTo>
                <a:lnTo>
                  <a:pt x="0" y="4"/>
                </a:lnTo>
                <a:lnTo>
                  <a:pt x="2" y="0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2" name="Freeform 238">
            <a:extLst>
              <a:ext uri="{FF2B5EF4-FFF2-40B4-BE49-F238E27FC236}">
                <a16:creationId xmlns:a16="http://schemas.microsoft.com/office/drawing/2014/main" id="{570EE7B5-E744-474F-A3E7-FA4576E3B627}"/>
              </a:ext>
            </a:extLst>
          </p:cNvPr>
          <p:cNvSpPr>
            <a:spLocks/>
          </p:cNvSpPr>
          <p:nvPr/>
        </p:nvSpPr>
        <p:spPr bwMode="auto">
          <a:xfrm>
            <a:off x="4049072" y="1853455"/>
            <a:ext cx="21050" cy="8863"/>
          </a:xfrm>
          <a:custGeom>
            <a:avLst/>
            <a:gdLst>
              <a:gd name="T0" fmla="*/ 9 w 9"/>
              <a:gd name="T1" fmla="*/ 4 h 4"/>
              <a:gd name="T2" fmla="*/ 5 w 9"/>
              <a:gd name="T3" fmla="*/ 0 h 4"/>
              <a:gd name="T4" fmla="*/ 4 w 9"/>
              <a:gd name="T5" fmla="*/ 4 h 4"/>
              <a:gd name="T6" fmla="*/ 9 w 9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4">
                <a:moveTo>
                  <a:pt x="9" y="4"/>
                </a:moveTo>
                <a:cubicBezTo>
                  <a:pt x="9" y="2"/>
                  <a:pt x="3" y="4"/>
                  <a:pt x="5" y="0"/>
                </a:cubicBezTo>
                <a:cubicBezTo>
                  <a:pt x="0" y="2"/>
                  <a:pt x="7" y="2"/>
                  <a:pt x="4" y="4"/>
                </a:cubicBezTo>
                <a:cubicBezTo>
                  <a:pt x="6" y="3"/>
                  <a:pt x="9" y="4"/>
                  <a:pt x="9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3" name="Freeform 239">
            <a:extLst>
              <a:ext uri="{FF2B5EF4-FFF2-40B4-BE49-F238E27FC236}">
                <a16:creationId xmlns:a16="http://schemas.microsoft.com/office/drawing/2014/main" id="{0336B33F-1713-4365-BED0-59D58CE15C43}"/>
              </a:ext>
            </a:extLst>
          </p:cNvPr>
          <p:cNvSpPr>
            <a:spLocks/>
          </p:cNvSpPr>
          <p:nvPr/>
        </p:nvSpPr>
        <p:spPr bwMode="auto">
          <a:xfrm>
            <a:off x="4055720" y="1811356"/>
            <a:ext cx="3324" cy="2216"/>
          </a:xfrm>
          <a:custGeom>
            <a:avLst/>
            <a:gdLst>
              <a:gd name="T0" fmla="*/ 3 w 3"/>
              <a:gd name="T1" fmla="*/ 0 h 2"/>
              <a:gd name="T2" fmla="*/ 0 w 3"/>
              <a:gd name="T3" fmla="*/ 2 h 2"/>
              <a:gd name="T4" fmla="*/ 3 w 3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3" y="0"/>
                </a:moveTo>
                <a:lnTo>
                  <a:pt x="0" y="2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4" name="Freeform 240">
            <a:extLst>
              <a:ext uri="{FF2B5EF4-FFF2-40B4-BE49-F238E27FC236}">
                <a16:creationId xmlns:a16="http://schemas.microsoft.com/office/drawing/2014/main" id="{B493E6E1-210B-462F-B398-22327690909B}"/>
              </a:ext>
            </a:extLst>
          </p:cNvPr>
          <p:cNvSpPr>
            <a:spLocks/>
          </p:cNvSpPr>
          <p:nvPr/>
        </p:nvSpPr>
        <p:spPr bwMode="auto">
          <a:xfrm>
            <a:off x="3989248" y="1841268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5" name="Freeform 241">
            <a:extLst>
              <a:ext uri="{FF2B5EF4-FFF2-40B4-BE49-F238E27FC236}">
                <a16:creationId xmlns:a16="http://schemas.microsoft.com/office/drawing/2014/main" id="{A3AD7E50-5AF3-4B4D-A1E3-43A135B486BB}"/>
              </a:ext>
            </a:extLst>
          </p:cNvPr>
          <p:cNvSpPr>
            <a:spLocks/>
          </p:cNvSpPr>
          <p:nvPr/>
        </p:nvSpPr>
        <p:spPr bwMode="auto">
          <a:xfrm>
            <a:off x="4033562" y="1822435"/>
            <a:ext cx="11079" cy="18834"/>
          </a:xfrm>
          <a:custGeom>
            <a:avLst/>
            <a:gdLst>
              <a:gd name="T0" fmla="*/ 4 w 5"/>
              <a:gd name="T1" fmla="*/ 4 h 8"/>
              <a:gd name="T2" fmla="*/ 5 w 5"/>
              <a:gd name="T3" fmla="*/ 0 h 8"/>
              <a:gd name="T4" fmla="*/ 2 w 5"/>
              <a:gd name="T5" fmla="*/ 8 h 8"/>
              <a:gd name="T6" fmla="*/ 5 w 5"/>
              <a:gd name="T7" fmla="*/ 4 h 8"/>
              <a:gd name="T8" fmla="*/ 4 w 5"/>
              <a:gd name="T9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8">
                <a:moveTo>
                  <a:pt x="4" y="4"/>
                </a:moveTo>
                <a:cubicBezTo>
                  <a:pt x="5" y="0"/>
                  <a:pt x="5" y="0"/>
                  <a:pt x="5" y="0"/>
                </a:cubicBezTo>
                <a:cubicBezTo>
                  <a:pt x="4" y="3"/>
                  <a:pt x="0" y="7"/>
                  <a:pt x="2" y="8"/>
                </a:cubicBezTo>
                <a:cubicBezTo>
                  <a:pt x="4" y="7"/>
                  <a:pt x="5" y="5"/>
                  <a:pt x="5" y="4"/>
                </a:cubicBezTo>
                <a:lnTo>
                  <a:pt x="4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6" name="Freeform 242">
            <a:extLst>
              <a:ext uri="{FF2B5EF4-FFF2-40B4-BE49-F238E27FC236}">
                <a16:creationId xmlns:a16="http://schemas.microsoft.com/office/drawing/2014/main" id="{127D33A8-3FFD-4E8A-92B3-A1736B94C53A}"/>
              </a:ext>
            </a:extLst>
          </p:cNvPr>
          <p:cNvSpPr>
            <a:spLocks/>
          </p:cNvSpPr>
          <p:nvPr/>
        </p:nvSpPr>
        <p:spPr bwMode="auto">
          <a:xfrm>
            <a:off x="3901726" y="1813573"/>
            <a:ext cx="2216" cy="6647"/>
          </a:xfrm>
          <a:custGeom>
            <a:avLst/>
            <a:gdLst>
              <a:gd name="T0" fmla="*/ 1 w 1"/>
              <a:gd name="T1" fmla="*/ 1 h 3"/>
              <a:gd name="T2" fmla="*/ 1 w 1"/>
              <a:gd name="T3" fmla="*/ 0 h 3"/>
              <a:gd name="T4" fmla="*/ 0 w 1"/>
              <a:gd name="T5" fmla="*/ 1 h 3"/>
              <a:gd name="T6" fmla="*/ 1 w 1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3">
                <a:moveTo>
                  <a:pt x="1" y="1"/>
                </a:move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3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7" name="Freeform 243">
            <a:extLst>
              <a:ext uri="{FF2B5EF4-FFF2-40B4-BE49-F238E27FC236}">
                <a16:creationId xmlns:a16="http://schemas.microsoft.com/office/drawing/2014/main" id="{7E2DD471-7D4B-4103-AA6A-C52B8A5BB1CE}"/>
              </a:ext>
            </a:extLst>
          </p:cNvPr>
          <p:cNvSpPr>
            <a:spLocks/>
          </p:cNvSpPr>
          <p:nvPr/>
        </p:nvSpPr>
        <p:spPr bwMode="auto">
          <a:xfrm>
            <a:off x="3899511" y="1815788"/>
            <a:ext cx="2216" cy="0"/>
          </a:xfrm>
          <a:custGeom>
            <a:avLst/>
            <a:gdLst>
              <a:gd name="T0" fmla="*/ 0 w 2"/>
              <a:gd name="T1" fmla="*/ 2 w 2"/>
              <a:gd name="T2" fmla="*/ 0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8" name="Freeform 244">
            <a:extLst>
              <a:ext uri="{FF2B5EF4-FFF2-40B4-BE49-F238E27FC236}">
                <a16:creationId xmlns:a16="http://schemas.microsoft.com/office/drawing/2014/main" id="{065E265E-9248-4B41-B808-82A06B178369}"/>
              </a:ext>
            </a:extLst>
          </p:cNvPr>
          <p:cNvSpPr>
            <a:spLocks/>
          </p:cNvSpPr>
          <p:nvPr/>
        </p:nvSpPr>
        <p:spPr bwMode="auto">
          <a:xfrm>
            <a:off x="3995895" y="1824651"/>
            <a:ext cx="7756" cy="7756"/>
          </a:xfrm>
          <a:custGeom>
            <a:avLst/>
            <a:gdLst>
              <a:gd name="T0" fmla="*/ 1 w 3"/>
              <a:gd name="T1" fmla="*/ 3 h 3"/>
              <a:gd name="T2" fmla="*/ 3 w 3"/>
              <a:gd name="T3" fmla="*/ 0 h 3"/>
              <a:gd name="T4" fmla="*/ 1 w 3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3"/>
                </a:moveTo>
                <a:cubicBezTo>
                  <a:pt x="2" y="2"/>
                  <a:pt x="2" y="1"/>
                  <a:pt x="3" y="0"/>
                </a:cubicBezTo>
                <a:cubicBezTo>
                  <a:pt x="2" y="0"/>
                  <a:pt x="0" y="2"/>
                  <a:pt x="1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9" name="Freeform 245">
            <a:extLst>
              <a:ext uri="{FF2B5EF4-FFF2-40B4-BE49-F238E27FC236}">
                <a16:creationId xmlns:a16="http://schemas.microsoft.com/office/drawing/2014/main" id="{47F93EE4-73EA-42D2-BF63-F6553194DB3A}"/>
              </a:ext>
            </a:extLst>
          </p:cNvPr>
          <p:cNvSpPr>
            <a:spLocks/>
          </p:cNvSpPr>
          <p:nvPr/>
        </p:nvSpPr>
        <p:spPr bwMode="auto">
          <a:xfrm>
            <a:off x="3892864" y="1834621"/>
            <a:ext cx="4432" cy="4432"/>
          </a:xfrm>
          <a:custGeom>
            <a:avLst/>
            <a:gdLst>
              <a:gd name="T0" fmla="*/ 0 w 4"/>
              <a:gd name="T1" fmla="*/ 4 h 4"/>
              <a:gd name="T2" fmla="*/ 4 w 4"/>
              <a:gd name="T3" fmla="*/ 0 h 4"/>
              <a:gd name="T4" fmla="*/ 0 w 4"/>
              <a:gd name="T5" fmla="*/ 4 h 4"/>
              <a:gd name="T6" fmla="*/ 0 w 4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4">
                <a:moveTo>
                  <a:pt x="0" y="4"/>
                </a:moveTo>
                <a:lnTo>
                  <a:pt x="4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0" name="Freeform 246">
            <a:extLst>
              <a:ext uri="{FF2B5EF4-FFF2-40B4-BE49-F238E27FC236}">
                <a16:creationId xmlns:a16="http://schemas.microsoft.com/office/drawing/2014/main" id="{2D28EF56-D115-41D8-B45B-439AB819004C}"/>
              </a:ext>
            </a:extLst>
          </p:cNvPr>
          <p:cNvSpPr>
            <a:spLocks/>
          </p:cNvSpPr>
          <p:nvPr/>
        </p:nvSpPr>
        <p:spPr bwMode="auto">
          <a:xfrm>
            <a:off x="3865167" y="1850131"/>
            <a:ext cx="2216" cy="4432"/>
          </a:xfrm>
          <a:custGeom>
            <a:avLst/>
            <a:gdLst>
              <a:gd name="T0" fmla="*/ 2 w 2"/>
              <a:gd name="T1" fmla="*/ 0 h 4"/>
              <a:gd name="T2" fmla="*/ 2 w 2"/>
              <a:gd name="T3" fmla="*/ 0 h 4"/>
              <a:gd name="T4" fmla="*/ 0 w 2"/>
              <a:gd name="T5" fmla="*/ 4 h 4"/>
              <a:gd name="T6" fmla="*/ 2 w 2"/>
              <a:gd name="T7" fmla="*/ 4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2" y="0"/>
                </a:lnTo>
                <a:lnTo>
                  <a:pt x="0" y="4"/>
                </a:lnTo>
                <a:lnTo>
                  <a:pt x="2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1" name="Freeform 247">
            <a:extLst>
              <a:ext uri="{FF2B5EF4-FFF2-40B4-BE49-F238E27FC236}">
                <a16:creationId xmlns:a16="http://schemas.microsoft.com/office/drawing/2014/main" id="{6D61924F-D33B-49E8-B81B-6861C500242F}"/>
              </a:ext>
            </a:extLst>
          </p:cNvPr>
          <p:cNvSpPr>
            <a:spLocks/>
          </p:cNvSpPr>
          <p:nvPr/>
        </p:nvSpPr>
        <p:spPr bwMode="auto">
          <a:xfrm>
            <a:off x="3971523" y="1903309"/>
            <a:ext cx="6647" cy="6647"/>
          </a:xfrm>
          <a:custGeom>
            <a:avLst/>
            <a:gdLst>
              <a:gd name="T0" fmla="*/ 2 w 3"/>
              <a:gd name="T1" fmla="*/ 3 h 3"/>
              <a:gd name="T2" fmla="*/ 2 w 3"/>
              <a:gd name="T3" fmla="*/ 0 h 3"/>
              <a:gd name="T4" fmla="*/ 0 w 3"/>
              <a:gd name="T5" fmla="*/ 2 h 3"/>
              <a:gd name="T6" fmla="*/ 2 w 3"/>
              <a:gd name="T7" fmla="*/ 0 h 3"/>
              <a:gd name="T8" fmla="*/ 2 w 3"/>
              <a:gd name="T9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" h="3">
                <a:moveTo>
                  <a:pt x="2" y="3"/>
                </a:moveTo>
                <a:cubicBezTo>
                  <a:pt x="3" y="2"/>
                  <a:pt x="2" y="0"/>
                  <a:pt x="2" y="0"/>
                </a:cubicBezTo>
                <a:cubicBezTo>
                  <a:pt x="0" y="2"/>
                  <a:pt x="0" y="2"/>
                  <a:pt x="0" y="2"/>
                </a:cubicBezTo>
                <a:cubicBezTo>
                  <a:pt x="2" y="3"/>
                  <a:pt x="0" y="1"/>
                  <a:pt x="2" y="0"/>
                </a:cubicBezTo>
                <a:lnTo>
                  <a:pt x="2" y="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2" name="Freeform 248">
            <a:extLst>
              <a:ext uri="{FF2B5EF4-FFF2-40B4-BE49-F238E27FC236}">
                <a16:creationId xmlns:a16="http://schemas.microsoft.com/office/drawing/2014/main" id="{B22D4E6E-D822-4C25-863D-2ADFB4226FC6}"/>
              </a:ext>
            </a:extLst>
          </p:cNvPr>
          <p:cNvSpPr>
            <a:spLocks/>
          </p:cNvSpPr>
          <p:nvPr/>
        </p:nvSpPr>
        <p:spPr bwMode="auto">
          <a:xfrm>
            <a:off x="3664644" y="1958702"/>
            <a:ext cx="96385" cy="103031"/>
          </a:xfrm>
          <a:custGeom>
            <a:avLst/>
            <a:gdLst>
              <a:gd name="T0" fmla="*/ 33 w 42"/>
              <a:gd name="T1" fmla="*/ 13 h 45"/>
              <a:gd name="T2" fmla="*/ 36 w 42"/>
              <a:gd name="T3" fmla="*/ 11 h 45"/>
              <a:gd name="T4" fmla="*/ 37 w 42"/>
              <a:gd name="T5" fmla="*/ 13 h 45"/>
              <a:gd name="T6" fmla="*/ 37 w 42"/>
              <a:gd name="T7" fmla="*/ 9 h 45"/>
              <a:gd name="T8" fmla="*/ 37 w 42"/>
              <a:gd name="T9" fmla="*/ 16 h 45"/>
              <a:gd name="T10" fmla="*/ 42 w 42"/>
              <a:gd name="T11" fmla="*/ 9 h 45"/>
              <a:gd name="T12" fmla="*/ 39 w 42"/>
              <a:gd name="T13" fmla="*/ 9 h 45"/>
              <a:gd name="T14" fmla="*/ 42 w 42"/>
              <a:gd name="T15" fmla="*/ 4 h 45"/>
              <a:gd name="T16" fmla="*/ 41 w 42"/>
              <a:gd name="T17" fmla="*/ 1 h 45"/>
              <a:gd name="T18" fmla="*/ 41 w 42"/>
              <a:gd name="T19" fmla="*/ 1 h 45"/>
              <a:gd name="T20" fmla="*/ 41 w 42"/>
              <a:gd name="T21" fmla="*/ 0 h 45"/>
              <a:gd name="T22" fmla="*/ 41 w 42"/>
              <a:gd name="T23" fmla="*/ 0 h 45"/>
              <a:gd name="T24" fmla="*/ 40 w 42"/>
              <a:gd name="T25" fmla="*/ 0 h 45"/>
              <a:gd name="T26" fmla="*/ 35 w 42"/>
              <a:gd name="T27" fmla="*/ 3 h 45"/>
              <a:gd name="T28" fmla="*/ 32 w 42"/>
              <a:gd name="T29" fmla="*/ 9 h 45"/>
              <a:gd name="T30" fmla="*/ 31 w 42"/>
              <a:gd name="T31" fmla="*/ 10 h 45"/>
              <a:gd name="T32" fmla="*/ 30 w 42"/>
              <a:gd name="T33" fmla="*/ 11 h 45"/>
              <a:gd name="T34" fmla="*/ 30 w 42"/>
              <a:gd name="T35" fmla="*/ 9 h 45"/>
              <a:gd name="T36" fmla="*/ 28 w 42"/>
              <a:gd name="T37" fmla="*/ 13 h 45"/>
              <a:gd name="T38" fmla="*/ 23 w 42"/>
              <a:gd name="T39" fmla="*/ 18 h 45"/>
              <a:gd name="T40" fmla="*/ 22 w 42"/>
              <a:gd name="T41" fmla="*/ 18 h 45"/>
              <a:gd name="T42" fmla="*/ 23 w 42"/>
              <a:gd name="T43" fmla="*/ 19 h 45"/>
              <a:gd name="T44" fmla="*/ 0 w 42"/>
              <a:gd name="T45" fmla="*/ 41 h 45"/>
              <a:gd name="T46" fmla="*/ 4 w 42"/>
              <a:gd name="T47" fmla="*/ 39 h 45"/>
              <a:gd name="T48" fmla="*/ 8 w 42"/>
              <a:gd name="T49" fmla="*/ 40 h 45"/>
              <a:gd name="T50" fmla="*/ 5 w 42"/>
              <a:gd name="T51" fmla="*/ 42 h 45"/>
              <a:gd name="T52" fmla="*/ 9 w 42"/>
              <a:gd name="T53" fmla="*/ 45 h 45"/>
              <a:gd name="T54" fmla="*/ 12 w 42"/>
              <a:gd name="T55" fmla="*/ 36 h 45"/>
              <a:gd name="T56" fmla="*/ 15 w 42"/>
              <a:gd name="T57" fmla="*/ 37 h 45"/>
              <a:gd name="T58" fmla="*/ 15 w 42"/>
              <a:gd name="T59" fmla="*/ 38 h 45"/>
              <a:gd name="T60" fmla="*/ 18 w 42"/>
              <a:gd name="T61" fmla="*/ 33 h 45"/>
              <a:gd name="T62" fmla="*/ 20 w 42"/>
              <a:gd name="T63" fmla="*/ 35 h 45"/>
              <a:gd name="T64" fmla="*/ 24 w 42"/>
              <a:gd name="T65" fmla="*/ 28 h 45"/>
              <a:gd name="T66" fmla="*/ 24 w 42"/>
              <a:gd name="T67" fmla="*/ 28 h 45"/>
              <a:gd name="T68" fmla="*/ 30 w 42"/>
              <a:gd name="T69" fmla="*/ 20 h 45"/>
              <a:gd name="T70" fmla="*/ 29 w 42"/>
              <a:gd name="T71" fmla="*/ 24 h 45"/>
              <a:gd name="T72" fmla="*/ 31 w 42"/>
              <a:gd name="T73" fmla="*/ 20 h 45"/>
              <a:gd name="T74" fmla="*/ 32 w 42"/>
              <a:gd name="T75" fmla="*/ 23 h 45"/>
              <a:gd name="T76" fmla="*/ 35 w 42"/>
              <a:gd name="T77" fmla="*/ 15 h 45"/>
              <a:gd name="T78" fmla="*/ 33 w 42"/>
              <a:gd name="T79" fmla="*/ 1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2" h="45">
                <a:moveTo>
                  <a:pt x="33" y="13"/>
                </a:moveTo>
                <a:cubicBezTo>
                  <a:pt x="32" y="12"/>
                  <a:pt x="35" y="10"/>
                  <a:pt x="36" y="11"/>
                </a:cubicBezTo>
                <a:cubicBezTo>
                  <a:pt x="37" y="12"/>
                  <a:pt x="36" y="13"/>
                  <a:pt x="37" y="13"/>
                </a:cubicBezTo>
                <a:cubicBezTo>
                  <a:pt x="37" y="9"/>
                  <a:pt x="37" y="9"/>
                  <a:pt x="37" y="9"/>
                </a:cubicBezTo>
                <a:cubicBezTo>
                  <a:pt x="41" y="8"/>
                  <a:pt x="38" y="14"/>
                  <a:pt x="37" y="16"/>
                </a:cubicBezTo>
                <a:cubicBezTo>
                  <a:pt x="40" y="14"/>
                  <a:pt x="39" y="11"/>
                  <a:pt x="42" y="9"/>
                </a:cubicBezTo>
                <a:cubicBezTo>
                  <a:pt x="41" y="9"/>
                  <a:pt x="40" y="9"/>
                  <a:pt x="39" y="9"/>
                </a:cubicBezTo>
                <a:cubicBezTo>
                  <a:pt x="37" y="7"/>
                  <a:pt x="41" y="6"/>
                  <a:pt x="42" y="4"/>
                </a:cubicBezTo>
                <a:cubicBezTo>
                  <a:pt x="41" y="4"/>
                  <a:pt x="41" y="3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2"/>
                  <a:pt x="36" y="2"/>
                  <a:pt x="35" y="3"/>
                </a:cubicBezTo>
                <a:cubicBezTo>
                  <a:pt x="39" y="4"/>
                  <a:pt x="32" y="7"/>
                  <a:pt x="32" y="9"/>
                </a:cubicBezTo>
                <a:cubicBezTo>
                  <a:pt x="31" y="10"/>
                  <a:pt x="31" y="10"/>
                  <a:pt x="31" y="10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0"/>
                  <a:pt x="30" y="9"/>
                </a:cubicBezTo>
                <a:cubicBezTo>
                  <a:pt x="30" y="10"/>
                  <a:pt x="27" y="12"/>
                  <a:pt x="28" y="13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9"/>
                  <a:pt x="23" y="19"/>
                  <a:pt x="23" y="19"/>
                </a:cubicBezTo>
                <a:cubicBezTo>
                  <a:pt x="0" y="41"/>
                  <a:pt x="0" y="41"/>
                  <a:pt x="0" y="41"/>
                </a:cubicBezTo>
                <a:cubicBezTo>
                  <a:pt x="1" y="40"/>
                  <a:pt x="3" y="40"/>
                  <a:pt x="4" y="39"/>
                </a:cubicBezTo>
                <a:cubicBezTo>
                  <a:pt x="5" y="43"/>
                  <a:pt x="7" y="38"/>
                  <a:pt x="8" y="40"/>
                </a:cubicBezTo>
                <a:cubicBezTo>
                  <a:pt x="8" y="41"/>
                  <a:pt x="6" y="42"/>
                  <a:pt x="5" y="42"/>
                </a:cubicBezTo>
                <a:cubicBezTo>
                  <a:pt x="6" y="44"/>
                  <a:pt x="8" y="43"/>
                  <a:pt x="9" y="45"/>
                </a:cubicBezTo>
                <a:cubicBezTo>
                  <a:pt x="12" y="43"/>
                  <a:pt x="9" y="38"/>
                  <a:pt x="12" y="36"/>
                </a:cubicBezTo>
                <a:cubicBezTo>
                  <a:pt x="13" y="37"/>
                  <a:pt x="13" y="39"/>
                  <a:pt x="15" y="37"/>
                </a:cubicBezTo>
                <a:cubicBezTo>
                  <a:pt x="15" y="38"/>
                  <a:pt x="15" y="38"/>
                  <a:pt x="15" y="38"/>
                </a:cubicBezTo>
                <a:cubicBezTo>
                  <a:pt x="16" y="34"/>
                  <a:pt x="19" y="38"/>
                  <a:pt x="18" y="33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32"/>
                  <a:pt x="22" y="30"/>
                  <a:pt x="24" y="28"/>
                </a:cubicBezTo>
                <a:cubicBezTo>
                  <a:pt x="24" y="28"/>
                  <a:pt x="24" y="28"/>
                  <a:pt x="24" y="28"/>
                </a:cubicBezTo>
                <a:cubicBezTo>
                  <a:pt x="26" y="23"/>
                  <a:pt x="26" y="26"/>
                  <a:pt x="30" y="20"/>
                </a:cubicBezTo>
                <a:cubicBezTo>
                  <a:pt x="29" y="24"/>
                  <a:pt x="29" y="24"/>
                  <a:pt x="29" y="24"/>
                </a:cubicBezTo>
                <a:cubicBezTo>
                  <a:pt x="32" y="23"/>
                  <a:pt x="30" y="21"/>
                  <a:pt x="31" y="20"/>
                </a:cubicBezTo>
                <a:cubicBezTo>
                  <a:pt x="32" y="21"/>
                  <a:pt x="33" y="21"/>
                  <a:pt x="32" y="23"/>
                </a:cubicBezTo>
                <a:cubicBezTo>
                  <a:pt x="35" y="15"/>
                  <a:pt x="35" y="15"/>
                  <a:pt x="35" y="15"/>
                </a:cubicBezTo>
                <a:cubicBezTo>
                  <a:pt x="35" y="12"/>
                  <a:pt x="34" y="14"/>
                  <a:pt x="33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3" name="Freeform 249">
            <a:extLst>
              <a:ext uri="{FF2B5EF4-FFF2-40B4-BE49-F238E27FC236}">
                <a16:creationId xmlns:a16="http://schemas.microsoft.com/office/drawing/2014/main" id="{9D14A8F8-A266-4E11-B5E5-D4440FCE69AC}"/>
              </a:ext>
            </a:extLst>
          </p:cNvPr>
          <p:cNvSpPr>
            <a:spLocks/>
          </p:cNvSpPr>
          <p:nvPr/>
        </p:nvSpPr>
        <p:spPr bwMode="auto">
          <a:xfrm>
            <a:off x="3761028" y="1976427"/>
            <a:ext cx="3324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4" name="Freeform 250">
            <a:extLst>
              <a:ext uri="{FF2B5EF4-FFF2-40B4-BE49-F238E27FC236}">
                <a16:creationId xmlns:a16="http://schemas.microsoft.com/office/drawing/2014/main" id="{D9C78B11-8CF3-46F6-B9B6-829CA624D25F}"/>
              </a:ext>
            </a:extLst>
          </p:cNvPr>
          <p:cNvSpPr>
            <a:spLocks/>
          </p:cNvSpPr>
          <p:nvPr/>
        </p:nvSpPr>
        <p:spPr bwMode="auto">
          <a:xfrm>
            <a:off x="3662428" y="2052870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0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5" name="Freeform 251">
            <a:extLst>
              <a:ext uri="{FF2B5EF4-FFF2-40B4-BE49-F238E27FC236}">
                <a16:creationId xmlns:a16="http://schemas.microsoft.com/office/drawing/2014/main" id="{342F6860-5F47-4000-814E-44325492C6E2}"/>
              </a:ext>
            </a:extLst>
          </p:cNvPr>
          <p:cNvSpPr>
            <a:spLocks/>
          </p:cNvSpPr>
          <p:nvPr/>
        </p:nvSpPr>
        <p:spPr bwMode="auto">
          <a:xfrm>
            <a:off x="3764352" y="1946516"/>
            <a:ext cx="8863" cy="12187"/>
          </a:xfrm>
          <a:custGeom>
            <a:avLst/>
            <a:gdLst>
              <a:gd name="T0" fmla="*/ 4 w 4"/>
              <a:gd name="T1" fmla="*/ 2 h 5"/>
              <a:gd name="T2" fmla="*/ 3 w 4"/>
              <a:gd name="T3" fmla="*/ 0 h 5"/>
              <a:gd name="T4" fmla="*/ 0 w 4"/>
              <a:gd name="T5" fmla="*/ 3 h 5"/>
              <a:gd name="T6" fmla="*/ 1 w 4"/>
              <a:gd name="T7" fmla="*/ 5 h 5"/>
              <a:gd name="T8" fmla="*/ 4 w 4"/>
              <a:gd name="T9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2"/>
                </a:moveTo>
                <a:cubicBezTo>
                  <a:pt x="2" y="3"/>
                  <a:pt x="4" y="1"/>
                  <a:pt x="3" y="0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1" y="5"/>
                </a:cubicBez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6" name="Freeform 252">
            <a:extLst>
              <a:ext uri="{FF2B5EF4-FFF2-40B4-BE49-F238E27FC236}">
                <a16:creationId xmlns:a16="http://schemas.microsoft.com/office/drawing/2014/main" id="{3A4D004C-76AE-4DFC-A3A0-3CF73A01FAD0}"/>
              </a:ext>
            </a:extLst>
          </p:cNvPr>
          <p:cNvSpPr>
            <a:spLocks/>
          </p:cNvSpPr>
          <p:nvPr/>
        </p:nvSpPr>
        <p:spPr bwMode="auto">
          <a:xfrm>
            <a:off x="3758812" y="1954270"/>
            <a:ext cx="5540" cy="4432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0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7" name="Freeform 253">
            <a:extLst>
              <a:ext uri="{FF2B5EF4-FFF2-40B4-BE49-F238E27FC236}">
                <a16:creationId xmlns:a16="http://schemas.microsoft.com/office/drawing/2014/main" id="{03E51268-C96B-4F9E-B252-76351D003A6A}"/>
              </a:ext>
            </a:extLst>
          </p:cNvPr>
          <p:cNvSpPr>
            <a:spLocks/>
          </p:cNvSpPr>
          <p:nvPr/>
        </p:nvSpPr>
        <p:spPr bwMode="auto">
          <a:xfrm>
            <a:off x="3828607" y="2025174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0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0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8" name="Freeform 254">
            <a:extLst>
              <a:ext uri="{FF2B5EF4-FFF2-40B4-BE49-F238E27FC236}">
                <a16:creationId xmlns:a16="http://schemas.microsoft.com/office/drawing/2014/main" id="{01AE681F-F218-46B8-A0C8-628022558698}"/>
              </a:ext>
            </a:extLst>
          </p:cNvPr>
          <p:cNvSpPr>
            <a:spLocks/>
          </p:cNvSpPr>
          <p:nvPr/>
        </p:nvSpPr>
        <p:spPr bwMode="auto">
          <a:xfrm>
            <a:off x="3803127" y="2034037"/>
            <a:ext cx="4432" cy="6647"/>
          </a:xfrm>
          <a:custGeom>
            <a:avLst/>
            <a:gdLst>
              <a:gd name="T0" fmla="*/ 0 w 2"/>
              <a:gd name="T1" fmla="*/ 3 h 3"/>
              <a:gd name="T2" fmla="*/ 2 w 2"/>
              <a:gd name="T3" fmla="*/ 0 h 3"/>
              <a:gd name="T4" fmla="*/ 0 w 2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3">
                <a:moveTo>
                  <a:pt x="0" y="3"/>
                </a:moveTo>
                <a:cubicBezTo>
                  <a:pt x="1" y="3"/>
                  <a:pt x="2" y="1"/>
                  <a:pt x="2" y="0"/>
                </a:cubicBezTo>
                <a:cubicBezTo>
                  <a:pt x="1" y="2"/>
                  <a:pt x="1" y="1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9" name="Freeform 255">
            <a:extLst>
              <a:ext uri="{FF2B5EF4-FFF2-40B4-BE49-F238E27FC236}">
                <a16:creationId xmlns:a16="http://schemas.microsoft.com/office/drawing/2014/main" id="{70E3D17E-B01B-4FD5-85EB-831670863B68}"/>
              </a:ext>
            </a:extLst>
          </p:cNvPr>
          <p:cNvSpPr>
            <a:spLocks/>
          </p:cNvSpPr>
          <p:nvPr/>
        </p:nvSpPr>
        <p:spPr bwMode="auto">
          <a:xfrm>
            <a:off x="3826392" y="2057302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0" name="Freeform 256">
            <a:extLst>
              <a:ext uri="{FF2B5EF4-FFF2-40B4-BE49-F238E27FC236}">
                <a16:creationId xmlns:a16="http://schemas.microsoft.com/office/drawing/2014/main" id="{2DBB7A97-FB70-4369-97C1-1C7399350D2F}"/>
              </a:ext>
            </a:extLst>
          </p:cNvPr>
          <p:cNvSpPr>
            <a:spLocks/>
          </p:cNvSpPr>
          <p:nvPr/>
        </p:nvSpPr>
        <p:spPr bwMode="auto">
          <a:xfrm>
            <a:off x="3646917" y="2096077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1" name="Freeform 257">
            <a:extLst>
              <a:ext uri="{FF2B5EF4-FFF2-40B4-BE49-F238E27FC236}">
                <a16:creationId xmlns:a16="http://schemas.microsoft.com/office/drawing/2014/main" id="{CA7E63E7-628D-46A8-B7C7-3C86481F48F9}"/>
              </a:ext>
            </a:extLst>
          </p:cNvPr>
          <p:cNvSpPr>
            <a:spLocks/>
          </p:cNvSpPr>
          <p:nvPr/>
        </p:nvSpPr>
        <p:spPr bwMode="auto">
          <a:xfrm>
            <a:off x="3613682" y="2052871"/>
            <a:ext cx="63149" cy="64256"/>
          </a:xfrm>
          <a:custGeom>
            <a:avLst/>
            <a:gdLst>
              <a:gd name="T0" fmla="*/ 26 w 27"/>
              <a:gd name="T1" fmla="*/ 5 h 28"/>
              <a:gd name="T2" fmla="*/ 24 w 27"/>
              <a:gd name="T3" fmla="*/ 0 h 28"/>
              <a:gd name="T4" fmla="*/ 23 w 27"/>
              <a:gd name="T5" fmla="*/ 3 h 28"/>
              <a:gd name="T6" fmla="*/ 22 w 27"/>
              <a:gd name="T7" fmla="*/ 2 h 28"/>
              <a:gd name="T8" fmla="*/ 20 w 27"/>
              <a:gd name="T9" fmla="*/ 5 h 28"/>
              <a:gd name="T10" fmla="*/ 23 w 27"/>
              <a:gd name="T11" fmla="*/ 6 h 28"/>
              <a:gd name="T12" fmla="*/ 17 w 27"/>
              <a:gd name="T13" fmla="*/ 7 h 28"/>
              <a:gd name="T14" fmla="*/ 14 w 27"/>
              <a:gd name="T15" fmla="*/ 11 h 28"/>
              <a:gd name="T16" fmla="*/ 14 w 27"/>
              <a:gd name="T17" fmla="*/ 10 h 28"/>
              <a:gd name="T18" fmla="*/ 13 w 27"/>
              <a:gd name="T19" fmla="*/ 11 h 28"/>
              <a:gd name="T20" fmla="*/ 2 w 27"/>
              <a:gd name="T21" fmla="*/ 24 h 28"/>
              <a:gd name="T22" fmla="*/ 5 w 27"/>
              <a:gd name="T23" fmla="*/ 28 h 28"/>
              <a:gd name="T24" fmla="*/ 10 w 27"/>
              <a:gd name="T25" fmla="*/ 20 h 28"/>
              <a:gd name="T26" fmla="*/ 12 w 27"/>
              <a:gd name="T27" fmla="*/ 21 h 28"/>
              <a:gd name="T28" fmla="*/ 12 w 27"/>
              <a:gd name="T29" fmla="*/ 18 h 28"/>
              <a:gd name="T30" fmla="*/ 10 w 27"/>
              <a:gd name="T31" fmla="*/ 19 h 28"/>
              <a:gd name="T32" fmla="*/ 17 w 27"/>
              <a:gd name="T33" fmla="*/ 11 h 28"/>
              <a:gd name="T34" fmla="*/ 13 w 27"/>
              <a:gd name="T35" fmla="*/ 18 h 28"/>
              <a:gd name="T36" fmla="*/ 15 w 27"/>
              <a:gd name="T37" fmla="*/ 19 h 28"/>
              <a:gd name="T38" fmla="*/ 26 w 27"/>
              <a:gd name="T39" fmla="*/ 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7" h="28">
                <a:moveTo>
                  <a:pt x="26" y="5"/>
                </a:moveTo>
                <a:cubicBezTo>
                  <a:pt x="21" y="7"/>
                  <a:pt x="27" y="1"/>
                  <a:pt x="24" y="0"/>
                </a:cubicBezTo>
                <a:cubicBezTo>
                  <a:pt x="23" y="3"/>
                  <a:pt x="23" y="3"/>
                  <a:pt x="23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0" y="5"/>
                  <a:pt x="20" y="5"/>
                  <a:pt x="20" y="5"/>
                </a:cubicBezTo>
                <a:cubicBezTo>
                  <a:pt x="22" y="5"/>
                  <a:pt x="22" y="5"/>
                  <a:pt x="23" y="6"/>
                </a:cubicBezTo>
                <a:cubicBezTo>
                  <a:pt x="19" y="9"/>
                  <a:pt x="21" y="6"/>
                  <a:pt x="17" y="7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0"/>
                  <a:pt x="14" y="10"/>
                  <a:pt x="14" y="10"/>
                </a:cubicBezTo>
                <a:cubicBezTo>
                  <a:pt x="13" y="11"/>
                  <a:pt x="13" y="11"/>
                  <a:pt x="13" y="11"/>
                </a:cubicBezTo>
                <a:cubicBezTo>
                  <a:pt x="2" y="24"/>
                  <a:pt x="2" y="24"/>
                  <a:pt x="2" y="24"/>
                </a:cubicBezTo>
                <a:cubicBezTo>
                  <a:pt x="0" y="27"/>
                  <a:pt x="5" y="24"/>
                  <a:pt x="5" y="28"/>
                </a:cubicBezTo>
                <a:cubicBezTo>
                  <a:pt x="7" y="25"/>
                  <a:pt x="12" y="22"/>
                  <a:pt x="10" y="20"/>
                </a:cubicBezTo>
                <a:cubicBezTo>
                  <a:pt x="11" y="20"/>
                  <a:pt x="11" y="21"/>
                  <a:pt x="12" y="21"/>
                </a:cubicBezTo>
                <a:cubicBezTo>
                  <a:pt x="12" y="18"/>
                  <a:pt x="12" y="18"/>
                  <a:pt x="12" y="18"/>
                </a:cubicBezTo>
                <a:cubicBezTo>
                  <a:pt x="10" y="19"/>
                  <a:pt x="10" y="19"/>
                  <a:pt x="10" y="19"/>
                </a:cubicBezTo>
                <a:cubicBezTo>
                  <a:pt x="9" y="15"/>
                  <a:pt x="15" y="11"/>
                  <a:pt x="17" y="11"/>
                </a:cubicBezTo>
                <a:cubicBezTo>
                  <a:pt x="14" y="14"/>
                  <a:pt x="18" y="15"/>
                  <a:pt x="13" y="18"/>
                </a:cubicBezTo>
                <a:cubicBezTo>
                  <a:pt x="14" y="18"/>
                  <a:pt x="15" y="18"/>
                  <a:pt x="15" y="19"/>
                </a:cubicBezTo>
                <a:cubicBezTo>
                  <a:pt x="18" y="14"/>
                  <a:pt x="23" y="11"/>
                  <a:pt x="26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2" name="Freeform 258">
            <a:extLst>
              <a:ext uri="{FF2B5EF4-FFF2-40B4-BE49-F238E27FC236}">
                <a16:creationId xmlns:a16="http://schemas.microsoft.com/office/drawing/2014/main" id="{0E8390A2-6BAE-438A-B17D-7724B36F95C4}"/>
              </a:ext>
            </a:extLst>
          </p:cNvPr>
          <p:cNvSpPr>
            <a:spLocks/>
          </p:cNvSpPr>
          <p:nvPr/>
        </p:nvSpPr>
        <p:spPr bwMode="auto">
          <a:xfrm>
            <a:off x="3572692" y="2170304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3" name="Freeform 259">
            <a:extLst>
              <a:ext uri="{FF2B5EF4-FFF2-40B4-BE49-F238E27FC236}">
                <a16:creationId xmlns:a16="http://schemas.microsoft.com/office/drawing/2014/main" id="{C3B1EFAF-D070-43A4-B7FE-E2C3FB9D3673}"/>
              </a:ext>
            </a:extLst>
          </p:cNvPr>
          <p:cNvSpPr>
            <a:spLocks/>
          </p:cNvSpPr>
          <p:nvPr/>
        </p:nvSpPr>
        <p:spPr bwMode="auto">
          <a:xfrm>
            <a:off x="3570476" y="2155902"/>
            <a:ext cx="6647" cy="14402"/>
          </a:xfrm>
          <a:custGeom>
            <a:avLst/>
            <a:gdLst>
              <a:gd name="T0" fmla="*/ 3 w 3"/>
              <a:gd name="T1" fmla="*/ 5 h 6"/>
              <a:gd name="T2" fmla="*/ 3 w 3"/>
              <a:gd name="T3" fmla="*/ 0 h 6"/>
              <a:gd name="T4" fmla="*/ 0 w 3"/>
              <a:gd name="T5" fmla="*/ 4 h 6"/>
              <a:gd name="T6" fmla="*/ 1 w 3"/>
              <a:gd name="T7" fmla="*/ 6 h 6"/>
              <a:gd name="T8" fmla="*/ 2 w 3"/>
              <a:gd name="T9" fmla="*/ 3 h 6"/>
              <a:gd name="T10" fmla="*/ 3 w 3"/>
              <a:gd name="T11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" h="6">
                <a:moveTo>
                  <a:pt x="3" y="5"/>
                </a:moveTo>
                <a:cubicBezTo>
                  <a:pt x="3" y="0"/>
                  <a:pt x="3" y="0"/>
                  <a:pt x="3" y="0"/>
                </a:cubicBezTo>
                <a:cubicBezTo>
                  <a:pt x="0" y="4"/>
                  <a:pt x="0" y="4"/>
                  <a:pt x="0" y="4"/>
                </a:cubicBezTo>
                <a:cubicBezTo>
                  <a:pt x="1" y="6"/>
                  <a:pt x="1" y="6"/>
                  <a:pt x="1" y="6"/>
                </a:cubicBezTo>
                <a:cubicBezTo>
                  <a:pt x="1" y="5"/>
                  <a:pt x="1" y="3"/>
                  <a:pt x="2" y="3"/>
                </a:cubicBezTo>
                <a:lnTo>
                  <a:pt x="3" y="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4" name="Freeform 260">
            <a:extLst>
              <a:ext uri="{FF2B5EF4-FFF2-40B4-BE49-F238E27FC236}">
                <a16:creationId xmlns:a16="http://schemas.microsoft.com/office/drawing/2014/main" id="{40F892A1-E9DB-4F7B-A1C8-9F91C9646F64}"/>
              </a:ext>
            </a:extLst>
          </p:cNvPr>
          <p:cNvSpPr>
            <a:spLocks/>
          </p:cNvSpPr>
          <p:nvPr/>
        </p:nvSpPr>
        <p:spPr bwMode="auto">
          <a:xfrm>
            <a:off x="3577123" y="2149254"/>
            <a:ext cx="9971" cy="13295"/>
          </a:xfrm>
          <a:custGeom>
            <a:avLst/>
            <a:gdLst>
              <a:gd name="T0" fmla="*/ 1 w 4"/>
              <a:gd name="T1" fmla="*/ 0 h 6"/>
              <a:gd name="T2" fmla="*/ 4 w 4"/>
              <a:gd name="T3" fmla="*/ 3 h 6"/>
              <a:gd name="T4" fmla="*/ 2 w 4"/>
              <a:gd name="T5" fmla="*/ 5 h 6"/>
              <a:gd name="T6" fmla="*/ 4 w 4"/>
              <a:gd name="T7" fmla="*/ 3 h 6"/>
              <a:gd name="T8" fmla="*/ 1 w 4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6">
                <a:moveTo>
                  <a:pt x="1" y="0"/>
                </a:moveTo>
                <a:cubicBezTo>
                  <a:pt x="0" y="2"/>
                  <a:pt x="2" y="4"/>
                  <a:pt x="4" y="3"/>
                </a:cubicBezTo>
                <a:cubicBezTo>
                  <a:pt x="3" y="6"/>
                  <a:pt x="1" y="2"/>
                  <a:pt x="2" y="5"/>
                </a:cubicBezTo>
                <a:cubicBezTo>
                  <a:pt x="3" y="6"/>
                  <a:pt x="4" y="4"/>
                  <a:pt x="4" y="3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5" name="Freeform 261">
            <a:extLst>
              <a:ext uri="{FF2B5EF4-FFF2-40B4-BE49-F238E27FC236}">
                <a16:creationId xmlns:a16="http://schemas.microsoft.com/office/drawing/2014/main" id="{00AB90FF-9977-48AA-8827-43CEB831A842}"/>
              </a:ext>
            </a:extLst>
          </p:cNvPr>
          <p:cNvSpPr>
            <a:spLocks/>
          </p:cNvSpPr>
          <p:nvPr/>
        </p:nvSpPr>
        <p:spPr bwMode="auto">
          <a:xfrm>
            <a:off x="3611467" y="2121557"/>
            <a:ext cx="5540" cy="2216"/>
          </a:xfrm>
          <a:custGeom>
            <a:avLst/>
            <a:gdLst>
              <a:gd name="T0" fmla="*/ 0 w 5"/>
              <a:gd name="T1" fmla="*/ 0 h 2"/>
              <a:gd name="T2" fmla="*/ 2 w 5"/>
              <a:gd name="T3" fmla="*/ 2 h 2"/>
              <a:gd name="T4" fmla="*/ 5 w 5"/>
              <a:gd name="T5" fmla="*/ 0 h 2"/>
              <a:gd name="T6" fmla="*/ 0 w 5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2">
                <a:moveTo>
                  <a:pt x="0" y="0"/>
                </a:moveTo>
                <a:lnTo>
                  <a:pt x="2" y="2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6" name="Freeform 262">
            <a:extLst>
              <a:ext uri="{FF2B5EF4-FFF2-40B4-BE49-F238E27FC236}">
                <a16:creationId xmlns:a16="http://schemas.microsoft.com/office/drawing/2014/main" id="{46B65C5E-A188-43F9-BB1F-89EDA66F3B4B}"/>
              </a:ext>
            </a:extLst>
          </p:cNvPr>
          <p:cNvSpPr>
            <a:spLocks/>
          </p:cNvSpPr>
          <p:nvPr/>
        </p:nvSpPr>
        <p:spPr bwMode="auto">
          <a:xfrm>
            <a:off x="3609251" y="2123774"/>
            <a:ext cx="4432" cy="4432"/>
          </a:xfrm>
          <a:custGeom>
            <a:avLst/>
            <a:gdLst>
              <a:gd name="T0" fmla="*/ 2 w 2"/>
              <a:gd name="T1" fmla="*/ 0 h 2"/>
              <a:gd name="T2" fmla="*/ 0 w 2"/>
              <a:gd name="T3" fmla="*/ 1 h 2"/>
              <a:gd name="T4" fmla="*/ 2 w 2"/>
              <a:gd name="T5" fmla="*/ 2 h 2"/>
              <a:gd name="T6" fmla="*/ 2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2"/>
                  <a:pt x="2" y="2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7" name="Freeform 263">
            <a:extLst>
              <a:ext uri="{FF2B5EF4-FFF2-40B4-BE49-F238E27FC236}">
                <a16:creationId xmlns:a16="http://schemas.microsoft.com/office/drawing/2014/main" id="{29E3B1A8-7621-46FA-B373-75050CF7B448}"/>
              </a:ext>
            </a:extLst>
          </p:cNvPr>
          <p:cNvSpPr>
            <a:spLocks/>
          </p:cNvSpPr>
          <p:nvPr/>
        </p:nvSpPr>
        <p:spPr bwMode="auto">
          <a:xfrm>
            <a:off x="3595956" y="2130421"/>
            <a:ext cx="4432" cy="4432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1" y="1"/>
                  <a:pt x="0" y="2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8" name="Freeform 264">
            <a:extLst>
              <a:ext uri="{FF2B5EF4-FFF2-40B4-BE49-F238E27FC236}">
                <a16:creationId xmlns:a16="http://schemas.microsoft.com/office/drawing/2014/main" id="{9193C058-319F-4633-BBC8-F439158AD42E}"/>
              </a:ext>
            </a:extLst>
          </p:cNvPr>
          <p:cNvSpPr>
            <a:spLocks/>
          </p:cNvSpPr>
          <p:nvPr/>
        </p:nvSpPr>
        <p:spPr bwMode="auto">
          <a:xfrm>
            <a:off x="3600388" y="2128204"/>
            <a:ext cx="4432" cy="2216"/>
          </a:xfrm>
          <a:custGeom>
            <a:avLst/>
            <a:gdLst>
              <a:gd name="T0" fmla="*/ 2 w 2"/>
              <a:gd name="T1" fmla="*/ 0 h 1"/>
              <a:gd name="T2" fmla="*/ 2 w 2"/>
              <a:gd name="T3" fmla="*/ 0 h 1"/>
              <a:gd name="T4" fmla="*/ 0 w 2"/>
              <a:gd name="T5" fmla="*/ 1 h 1"/>
              <a:gd name="T6" fmla="*/ 2 w 2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1"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0" y="1"/>
                  <a:pt x="0" y="1"/>
                  <a:pt x="0" y="1"/>
                </a:cubicBezTo>
                <a:cubicBezTo>
                  <a:pt x="1" y="1"/>
                  <a:pt x="2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9" name="Freeform 265">
            <a:extLst>
              <a:ext uri="{FF2B5EF4-FFF2-40B4-BE49-F238E27FC236}">
                <a16:creationId xmlns:a16="http://schemas.microsoft.com/office/drawing/2014/main" id="{8694F323-10F0-44E7-8C88-0982D844D97A}"/>
              </a:ext>
            </a:extLst>
          </p:cNvPr>
          <p:cNvSpPr>
            <a:spLocks/>
          </p:cNvSpPr>
          <p:nvPr/>
        </p:nvSpPr>
        <p:spPr bwMode="auto">
          <a:xfrm>
            <a:off x="3600388" y="2121558"/>
            <a:ext cx="8863" cy="6647"/>
          </a:xfrm>
          <a:custGeom>
            <a:avLst/>
            <a:gdLst>
              <a:gd name="T0" fmla="*/ 4 w 4"/>
              <a:gd name="T1" fmla="*/ 2 h 3"/>
              <a:gd name="T2" fmla="*/ 0 w 4"/>
              <a:gd name="T3" fmla="*/ 2 h 3"/>
              <a:gd name="T4" fmla="*/ 2 w 4"/>
              <a:gd name="T5" fmla="*/ 3 h 3"/>
              <a:gd name="T6" fmla="*/ 4 w 4"/>
              <a:gd name="T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3">
                <a:moveTo>
                  <a:pt x="4" y="2"/>
                </a:moveTo>
                <a:cubicBezTo>
                  <a:pt x="3" y="1"/>
                  <a:pt x="1" y="0"/>
                  <a:pt x="0" y="2"/>
                </a:cubicBezTo>
                <a:cubicBezTo>
                  <a:pt x="2" y="3"/>
                  <a:pt x="2" y="3"/>
                  <a:pt x="2" y="3"/>
                </a:cubicBez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0" name="Freeform 266">
            <a:extLst>
              <a:ext uri="{FF2B5EF4-FFF2-40B4-BE49-F238E27FC236}">
                <a16:creationId xmlns:a16="http://schemas.microsoft.com/office/drawing/2014/main" id="{190E7B4E-5EA5-416C-AED8-3AFD1531212E}"/>
              </a:ext>
            </a:extLst>
          </p:cNvPr>
          <p:cNvSpPr>
            <a:spLocks/>
          </p:cNvSpPr>
          <p:nvPr/>
        </p:nvSpPr>
        <p:spPr bwMode="auto">
          <a:xfrm>
            <a:off x="3796480" y="2078351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1" name="Freeform 267">
            <a:extLst>
              <a:ext uri="{FF2B5EF4-FFF2-40B4-BE49-F238E27FC236}">
                <a16:creationId xmlns:a16="http://schemas.microsoft.com/office/drawing/2014/main" id="{EA1686FB-A6B4-49FB-99C1-0F2ACAD711F2}"/>
              </a:ext>
            </a:extLst>
          </p:cNvPr>
          <p:cNvSpPr>
            <a:spLocks/>
          </p:cNvSpPr>
          <p:nvPr/>
        </p:nvSpPr>
        <p:spPr bwMode="auto">
          <a:xfrm>
            <a:off x="3777646" y="2093861"/>
            <a:ext cx="0" cy="4432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0" y="1"/>
                  <a:pt x="0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2" name="Freeform 268">
            <a:extLst>
              <a:ext uri="{FF2B5EF4-FFF2-40B4-BE49-F238E27FC236}">
                <a16:creationId xmlns:a16="http://schemas.microsoft.com/office/drawing/2014/main" id="{0C139E80-6F15-4359-AF54-7C47A42413D2}"/>
              </a:ext>
            </a:extLst>
          </p:cNvPr>
          <p:cNvSpPr>
            <a:spLocks/>
          </p:cNvSpPr>
          <p:nvPr/>
        </p:nvSpPr>
        <p:spPr bwMode="auto">
          <a:xfrm>
            <a:off x="3758813" y="2098293"/>
            <a:ext cx="25481" cy="39883"/>
          </a:xfrm>
          <a:custGeom>
            <a:avLst/>
            <a:gdLst>
              <a:gd name="T0" fmla="*/ 10 w 11"/>
              <a:gd name="T1" fmla="*/ 12 h 17"/>
              <a:gd name="T2" fmla="*/ 7 w 11"/>
              <a:gd name="T3" fmla="*/ 11 h 17"/>
              <a:gd name="T4" fmla="*/ 7 w 11"/>
              <a:gd name="T5" fmla="*/ 6 h 17"/>
              <a:gd name="T6" fmla="*/ 9 w 11"/>
              <a:gd name="T7" fmla="*/ 9 h 17"/>
              <a:gd name="T8" fmla="*/ 8 w 11"/>
              <a:gd name="T9" fmla="*/ 6 h 17"/>
              <a:gd name="T10" fmla="*/ 8 w 11"/>
              <a:gd name="T11" fmla="*/ 0 h 17"/>
              <a:gd name="T12" fmla="*/ 0 w 11"/>
              <a:gd name="T13" fmla="*/ 9 h 17"/>
              <a:gd name="T14" fmla="*/ 7 w 11"/>
              <a:gd name="T15" fmla="*/ 17 h 17"/>
              <a:gd name="T16" fmla="*/ 10 w 11"/>
              <a:gd name="T17" fmla="*/ 12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17">
                <a:moveTo>
                  <a:pt x="10" y="12"/>
                </a:moveTo>
                <a:cubicBezTo>
                  <a:pt x="7" y="13"/>
                  <a:pt x="10" y="8"/>
                  <a:pt x="7" y="11"/>
                </a:cubicBezTo>
                <a:cubicBezTo>
                  <a:pt x="6" y="10"/>
                  <a:pt x="6" y="7"/>
                  <a:pt x="7" y="6"/>
                </a:cubicBezTo>
                <a:cubicBezTo>
                  <a:pt x="8" y="7"/>
                  <a:pt x="7" y="8"/>
                  <a:pt x="9" y="9"/>
                </a:cubicBezTo>
                <a:cubicBezTo>
                  <a:pt x="8" y="6"/>
                  <a:pt x="10" y="7"/>
                  <a:pt x="8" y="6"/>
                </a:cubicBezTo>
                <a:cubicBezTo>
                  <a:pt x="8" y="3"/>
                  <a:pt x="7" y="2"/>
                  <a:pt x="8" y="0"/>
                </a:cubicBezTo>
                <a:cubicBezTo>
                  <a:pt x="6" y="2"/>
                  <a:pt x="1" y="5"/>
                  <a:pt x="0" y="9"/>
                </a:cubicBezTo>
                <a:cubicBezTo>
                  <a:pt x="1" y="12"/>
                  <a:pt x="4" y="14"/>
                  <a:pt x="7" y="17"/>
                </a:cubicBezTo>
                <a:cubicBezTo>
                  <a:pt x="8" y="17"/>
                  <a:pt x="11" y="14"/>
                  <a:pt x="10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3" name="Freeform 269">
            <a:extLst>
              <a:ext uri="{FF2B5EF4-FFF2-40B4-BE49-F238E27FC236}">
                <a16:creationId xmlns:a16="http://schemas.microsoft.com/office/drawing/2014/main" id="{4D5FE41F-A52E-4CB6-8AD4-DA7243E0819F}"/>
              </a:ext>
            </a:extLst>
          </p:cNvPr>
          <p:cNvSpPr>
            <a:spLocks/>
          </p:cNvSpPr>
          <p:nvPr/>
        </p:nvSpPr>
        <p:spPr bwMode="auto">
          <a:xfrm>
            <a:off x="3794264" y="2121558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1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2"/>
                  <a:pt x="1" y="1"/>
                  <a:pt x="1" y="1"/>
                </a:cubicBezTo>
                <a:cubicBezTo>
                  <a:pt x="0" y="0"/>
                  <a:pt x="1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4" name="Freeform 270">
            <a:extLst>
              <a:ext uri="{FF2B5EF4-FFF2-40B4-BE49-F238E27FC236}">
                <a16:creationId xmlns:a16="http://schemas.microsoft.com/office/drawing/2014/main" id="{77726051-CF24-4227-BC40-354FC23A63DB}"/>
              </a:ext>
            </a:extLst>
          </p:cNvPr>
          <p:cNvSpPr>
            <a:spLocks/>
          </p:cNvSpPr>
          <p:nvPr/>
        </p:nvSpPr>
        <p:spPr bwMode="auto">
          <a:xfrm>
            <a:off x="3706743" y="2119342"/>
            <a:ext cx="4432" cy="6647"/>
          </a:xfrm>
          <a:custGeom>
            <a:avLst/>
            <a:gdLst>
              <a:gd name="T0" fmla="*/ 0 w 2"/>
              <a:gd name="T1" fmla="*/ 0 h 3"/>
              <a:gd name="T2" fmla="*/ 1 w 2"/>
              <a:gd name="T3" fmla="*/ 3 h 3"/>
              <a:gd name="T4" fmla="*/ 2 w 2"/>
              <a:gd name="T5" fmla="*/ 0 h 3"/>
              <a:gd name="T6" fmla="*/ 0 w 2"/>
              <a:gd name="T7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0"/>
                </a:moveTo>
                <a:cubicBezTo>
                  <a:pt x="1" y="1"/>
                  <a:pt x="0" y="3"/>
                  <a:pt x="1" y="3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1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5" name="Freeform 271">
            <a:extLst>
              <a:ext uri="{FF2B5EF4-FFF2-40B4-BE49-F238E27FC236}">
                <a16:creationId xmlns:a16="http://schemas.microsoft.com/office/drawing/2014/main" id="{A4415735-C978-4CE1-AC5E-BCF260E5D1EE}"/>
              </a:ext>
            </a:extLst>
          </p:cNvPr>
          <p:cNvSpPr>
            <a:spLocks/>
          </p:cNvSpPr>
          <p:nvPr/>
        </p:nvSpPr>
        <p:spPr bwMode="auto">
          <a:xfrm>
            <a:off x="3711174" y="2117126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6" name="Freeform 272">
            <a:extLst>
              <a:ext uri="{FF2B5EF4-FFF2-40B4-BE49-F238E27FC236}">
                <a16:creationId xmlns:a16="http://schemas.microsoft.com/office/drawing/2014/main" id="{D8462CCD-DBB1-480E-834F-ABAC17FDB9A2}"/>
              </a:ext>
            </a:extLst>
          </p:cNvPr>
          <p:cNvSpPr>
            <a:spLocks/>
          </p:cNvSpPr>
          <p:nvPr/>
        </p:nvSpPr>
        <p:spPr bwMode="auto">
          <a:xfrm>
            <a:off x="3706742" y="211934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7" name="Freeform 273">
            <a:extLst>
              <a:ext uri="{FF2B5EF4-FFF2-40B4-BE49-F238E27FC236}">
                <a16:creationId xmlns:a16="http://schemas.microsoft.com/office/drawing/2014/main" id="{616B105B-FCA3-43A7-8A0B-BBE7E89BEF43}"/>
              </a:ext>
            </a:extLst>
          </p:cNvPr>
          <p:cNvSpPr>
            <a:spLocks/>
          </p:cNvSpPr>
          <p:nvPr/>
        </p:nvSpPr>
        <p:spPr bwMode="auto">
          <a:xfrm>
            <a:off x="3583770" y="2140392"/>
            <a:ext cx="5540" cy="4432"/>
          </a:xfrm>
          <a:custGeom>
            <a:avLst/>
            <a:gdLst>
              <a:gd name="T0" fmla="*/ 2 w 2"/>
              <a:gd name="T1" fmla="*/ 1 h 2"/>
              <a:gd name="T2" fmla="*/ 0 w 2"/>
              <a:gd name="T3" fmla="*/ 2 h 2"/>
              <a:gd name="T4" fmla="*/ 2 w 2"/>
              <a:gd name="T5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1"/>
                </a:moveTo>
                <a:cubicBezTo>
                  <a:pt x="1" y="0"/>
                  <a:pt x="1" y="1"/>
                  <a:pt x="0" y="2"/>
                </a:cubicBezTo>
                <a:cubicBezTo>
                  <a:pt x="1" y="2"/>
                  <a:pt x="2" y="1"/>
                  <a:pt x="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8" name="Freeform 274">
            <a:extLst>
              <a:ext uri="{FF2B5EF4-FFF2-40B4-BE49-F238E27FC236}">
                <a16:creationId xmlns:a16="http://schemas.microsoft.com/office/drawing/2014/main" id="{CED4BEB0-FD35-4CDA-93E3-3188EAF27433}"/>
              </a:ext>
            </a:extLst>
          </p:cNvPr>
          <p:cNvSpPr>
            <a:spLocks/>
          </p:cNvSpPr>
          <p:nvPr/>
        </p:nvSpPr>
        <p:spPr bwMode="auto">
          <a:xfrm>
            <a:off x="3510651" y="2226804"/>
            <a:ext cx="4432" cy="3324"/>
          </a:xfrm>
          <a:custGeom>
            <a:avLst/>
            <a:gdLst>
              <a:gd name="T0" fmla="*/ 2 w 2"/>
              <a:gd name="T1" fmla="*/ 0 h 1"/>
              <a:gd name="T2" fmla="*/ 0 w 2"/>
              <a:gd name="T3" fmla="*/ 1 h 1"/>
              <a:gd name="T4" fmla="*/ 2 w 2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1">
                <a:moveTo>
                  <a:pt x="2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9" name="Freeform 275">
            <a:extLst>
              <a:ext uri="{FF2B5EF4-FFF2-40B4-BE49-F238E27FC236}">
                <a16:creationId xmlns:a16="http://schemas.microsoft.com/office/drawing/2014/main" id="{72F325E6-957E-46E1-883B-F196633E0D49}"/>
              </a:ext>
            </a:extLst>
          </p:cNvPr>
          <p:cNvSpPr>
            <a:spLocks/>
          </p:cNvSpPr>
          <p:nvPr/>
        </p:nvSpPr>
        <p:spPr bwMode="auto">
          <a:xfrm>
            <a:off x="3531701" y="2303247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0" name="Freeform 276">
            <a:extLst>
              <a:ext uri="{FF2B5EF4-FFF2-40B4-BE49-F238E27FC236}">
                <a16:creationId xmlns:a16="http://schemas.microsoft.com/office/drawing/2014/main" id="{C7E4AD71-E7C5-4256-B221-6770AAEC0D3C}"/>
              </a:ext>
            </a:extLst>
          </p:cNvPr>
          <p:cNvSpPr>
            <a:spLocks/>
          </p:cNvSpPr>
          <p:nvPr/>
        </p:nvSpPr>
        <p:spPr bwMode="auto">
          <a:xfrm>
            <a:off x="3523946" y="2305463"/>
            <a:ext cx="9971" cy="11078"/>
          </a:xfrm>
          <a:custGeom>
            <a:avLst/>
            <a:gdLst>
              <a:gd name="T0" fmla="*/ 3 w 4"/>
              <a:gd name="T1" fmla="*/ 0 h 5"/>
              <a:gd name="T2" fmla="*/ 1 w 4"/>
              <a:gd name="T3" fmla="*/ 3 h 5"/>
              <a:gd name="T4" fmla="*/ 1 w 4"/>
              <a:gd name="T5" fmla="*/ 3 h 5"/>
              <a:gd name="T6" fmla="*/ 0 w 4"/>
              <a:gd name="T7" fmla="*/ 5 h 5"/>
              <a:gd name="T8" fmla="*/ 3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3" y="0"/>
                </a:moveTo>
                <a:cubicBezTo>
                  <a:pt x="4" y="1"/>
                  <a:pt x="1" y="2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0" y="5"/>
                  <a:pt x="0" y="5"/>
                  <a:pt x="0" y="5"/>
                </a:cubicBezTo>
                <a:cubicBezTo>
                  <a:pt x="1" y="3"/>
                  <a:pt x="4" y="1"/>
                  <a:pt x="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1" name="Freeform 277">
            <a:extLst>
              <a:ext uri="{FF2B5EF4-FFF2-40B4-BE49-F238E27FC236}">
                <a16:creationId xmlns:a16="http://schemas.microsoft.com/office/drawing/2014/main" id="{0270F0CC-754A-4F01-A809-F849704AF41E}"/>
              </a:ext>
            </a:extLst>
          </p:cNvPr>
          <p:cNvSpPr>
            <a:spLocks noEditPoints="1"/>
          </p:cNvSpPr>
          <p:nvPr/>
        </p:nvSpPr>
        <p:spPr bwMode="auto">
          <a:xfrm>
            <a:off x="3644702" y="2597939"/>
            <a:ext cx="73119" cy="15510"/>
          </a:xfrm>
          <a:custGeom>
            <a:avLst/>
            <a:gdLst>
              <a:gd name="T0" fmla="*/ 1 w 32"/>
              <a:gd name="T1" fmla="*/ 6 h 7"/>
              <a:gd name="T2" fmla="*/ 0 w 32"/>
              <a:gd name="T3" fmla="*/ 7 h 7"/>
              <a:gd name="T4" fmla="*/ 0 w 32"/>
              <a:gd name="T5" fmla="*/ 7 h 7"/>
              <a:gd name="T6" fmla="*/ 1 w 32"/>
              <a:gd name="T7" fmla="*/ 6 h 7"/>
              <a:gd name="T8" fmla="*/ 32 w 32"/>
              <a:gd name="T9" fmla="*/ 6 h 7"/>
              <a:gd name="T10" fmla="*/ 32 w 32"/>
              <a:gd name="T11" fmla="*/ 6 h 7"/>
              <a:gd name="T12" fmla="*/ 32 w 32"/>
              <a:gd name="T13" fmla="*/ 6 h 7"/>
              <a:gd name="T14" fmla="*/ 16 w 32"/>
              <a:gd name="T15" fmla="*/ 0 h 7"/>
              <a:gd name="T16" fmla="*/ 1 w 32"/>
              <a:gd name="T17" fmla="*/ 6 h 7"/>
              <a:gd name="T18" fmla="*/ 16 w 32"/>
              <a:gd name="T19" fmla="*/ 0 h 7"/>
              <a:gd name="T20" fmla="*/ 16 w 32"/>
              <a:gd name="T21" fmla="*/ 0 h 7"/>
              <a:gd name="T22" fmla="*/ 16 w 32"/>
              <a:gd name="T23" fmla="*/ 0 h 7"/>
              <a:gd name="T24" fmla="*/ 16 w 32"/>
              <a:gd name="T25" fmla="*/ 0 h 7"/>
              <a:gd name="T26" fmla="*/ 16 w 32"/>
              <a:gd name="T27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2" h="7">
                <a:moveTo>
                  <a:pt x="1" y="6"/>
                </a:moveTo>
                <a:cubicBezTo>
                  <a:pt x="1" y="6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6"/>
                  <a:pt x="1" y="6"/>
                </a:cubicBezTo>
                <a:moveTo>
                  <a:pt x="32" y="6"/>
                </a:moveTo>
                <a:cubicBezTo>
                  <a:pt x="32" y="6"/>
                  <a:pt x="32" y="6"/>
                  <a:pt x="32" y="6"/>
                </a:cubicBezTo>
                <a:cubicBezTo>
                  <a:pt x="32" y="6"/>
                  <a:pt x="32" y="6"/>
                  <a:pt x="32" y="6"/>
                </a:cubicBezTo>
                <a:moveTo>
                  <a:pt x="16" y="0"/>
                </a:moveTo>
                <a:cubicBezTo>
                  <a:pt x="11" y="0"/>
                  <a:pt x="5" y="2"/>
                  <a:pt x="1" y="6"/>
                </a:cubicBezTo>
                <a:cubicBezTo>
                  <a:pt x="5" y="2"/>
                  <a:pt x="11" y="0"/>
                  <a:pt x="16" y="0"/>
                </a:cubicBezTo>
                <a:moveTo>
                  <a:pt x="16" y="0"/>
                </a:move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6" y="0"/>
                  <a:pt x="16" y="0"/>
                </a:cubicBezTo>
              </a:path>
            </a:pathLst>
          </a:custGeom>
          <a:solidFill>
            <a:srgbClr val="DCA4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2" name="Freeform 278">
            <a:extLst>
              <a:ext uri="{FF2B5EF4-FFF2-40B4-BE49-F238E27FC236}">
                <a16:creationId xmlns:a16="http://schemas.microsoft.com/office/drawing/2014/main" id="{9F8DB24D-A515-4778-8468-C332CB109BE5}"/>
              </a:ext>
            </a:extLst>
          </p:cNvPr>
          <p:cNvSpPr>
            <a:spLocks noEditPoints="1"/>
          </p:cNvSpPr>
          <p:nvPr/>
        </p:nvSpPr>
        <p:spPr bwMode="auto">
          <a:xfrm>
            <a:off x="2861443" y="2632282"/>
            <a:ext cx="1022558" cy="1112294"/>
          </a:xfrm>
          <a:custGeom>
            <a:avLst/>
            <a:gdLst>
              <a:gd name="T0" fmla="*/ 39 w 444"/>
              <a:gd name="T1" fmla="*/ 484 h 484"/>
              <a:gd name="T2" fmla="*/ 39 w 444"/>
              <a:gd name="T3" fmla="*/ 484 h 484"/>
              <a:gd name="T4" fmla="*/ 39 w 444"/>
              <a:gd name="T5" fmla="*/ 484 h 484"/>
              <a:gd name="T6" fmla="*/ 39 w 444"/>
              <a:gd name="T7" fmla="*/ 484 h 484"/>
              <a:gd name="T8" fmla="*/ 55 w 444"/>
              <a:gd name="T9" fmla="*/ 478 h 484"/>
              <a:gd name="T10" fmla="*/ 39 w 444"/>
              <a:gd name="T11" fmla="*/ 484 h 484"/>
              <a:gd name="T12" fmla="*/ 55 w 444"/>
              <a:gd name="T13" fmla="*/ 478 h 484"/>
              <a:gd name="T14" fmla="*/ 55 w 444"/>
              <a:gd name="T15" fmla="*/ 478 h 484"/>
              <a:gd name="T16" fmla="*/ 55 w 444"/>
              <a:gd name="T17" fmla="*/ 478 h 484"/>
              <a:gd name="T18" fmla="*/ 55 w 444"/>
              <a:gd name="T19" fmla="*/ 478 h 484"/>
              <a:gd name="T20" fmla="*/ 0 w 444"/>
              <a:gd name="T21" fmla="*/ 454 h 484"/>
              <a:gd name="T22" fmla="*/ 0 w 444"/>
              <a:gd name="T23" fmla="*/ 454 h 484"/>
              <a:gd name="T24" fmla="*/ 5 w 444"/>
              <a:gd name="T25" fmla="*/ 459 h 484"/>
              <a:gd name="T26" fmla="*/ 23 w 444"/>
              <a:gd name="T27" fmla="*/ 478 h 484"/>
              <a:gd name="T28" fmla="*/ 0 w 444"/>
              <a:gd name="T29" fmla="*/ 454 h 484"/>
              <a:gd name="T30" fmla="*/ 381 w 444"/>
              <a:gd name="T31" fmla="*/ 0 h 484"/>
              <a:gd name="T32" fmla="*/ 381 w 444"/>
              <a:gd name="T33" fmla="*/ 0 h 484"/>
              <a:gd name="T34" fmla="*/ 441 w 444"/>
              <a:gd name="T35" fmla="*/ 60 h 484"/>
              <a:gd name="T36" fmla="*/ 444 w 444"/>
              <a:gd name="T37" fmla="*/ 65 h 484"/>
              <a:gd name="T38" fmla="*/ 444 w 444"/>
              <a:gd name="T39" fmla="*/ 65 h 484"/>
              <a:gd name="T40" fmla="*/ 441 w 444"/>
              <a:gd name="T41" fmla="*/ 60 h 484"/>
              <a:gd name="T42" fmla="*/ 381 w 444"/>
              <a:gd name="T43" fmla="*/ 0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44" h="484">
                <a:moveTo>
                  <a:pt x="39" y="484"/>
                </a:moveTo>
                <a:cubicBezTo>
                  <a:pt x="39" y="484"/>
                  <a:pt x="39" y="484"/>
                  <a:pt x="39" y="484"/>
                </a:cubicBezTo>
                <a:cubicBezTo>
                  <a:pt x="39" y="484"/>
                  <a:pt x="39" y="484"/>
                  <a:pt x="39" y="484"/>
                </a:cubicBezTo>
                <a:cubicBezTo>
                  <a:pt x="39" y="484"/>
                  <a:pt x="39" y="484"/>
                  <a:pt x="39" y="484"/>
                </a:cubicBezTo>
                <a:moveTo>
                  <a:pt x="55" y="478"/>
                </a:moveTo>
                <a:cubicBezTo>
                  <a:pt x="50" y="482"/>
                  <a:pt x="45" y="484"/>
                  <a:pt x="39" y="484"/>
                </a:cubicBezTo>
                <a:cubicBezTo>
                  <a:pt x="45" y="484"/>
                  <a:pt x="50" y="482"/>
                  <a:pt x="55" y="478"/>
                </a:cubicBezTo>
                <a:moveTo>
                  <a:pt x="55" y="478"/>
                </a:moveTo>
                <a:cubicBezTo>
                  <a:pt x="55" y="478"/>
                  <a:pt x="55" y="478"/>
                  <a:pt x="55" y="478"/>
                </a:cubicBezTo>
                <a:cubicBezTo>
                  <a:pt x="55" y="478"/>
                  <a:pt x="55" y="478"/>
                  <a:pt x="55" y="478"/>
                </a:cubicBezTo>
                <a:moveTo>
                  <a:pt x="0" y="454"/>
                </a:moveTo>
                <a:cubicBezTo>
                  <a:pt x="0" y="454"/>
                  <a:pt x="0" y="454"/>
                  <a:pt x="0" y="454"/>
                </a:cubicBezTo>
                <a:cubicBezTo>
                  <a:pt x="5" y="459"/>
                  <a:pt x="5" y="459"/>
                  <a:pt x="5" y="459"/>
                </a:cubicBezTo>
                <a:cubicBezTo>
                  <a:pt x="23" y="478"/>
                  <a:pt x="23" y="478"/>
                  <a:pt x="23" y="478"/>
                </a:cubicBezTo>
                <a:cubicBezTo>
                  <a:pt x="0" y="454"/>
                  <a:pt x="0" y="454"/>
                  <a:pt x="0" y="454"/>
                </a:cubicBezTo>
                <a:moveTo>
                  <a:pt x="381" y="0"/>
                </a:moveTo>
                <a:cubicBezTo>
                  <a:pt x="381" y="0"/>
                  <a:pt x="381" y="0"/>
                  <a:pt x="381" y="0"/>
                </a:cubicBezTo>
                <a:cubicBezTo>
                  <a:pt x="441" y="60"/>
                  <a:pt x="441" y="60"/>
                  <a:pt x="441" y="60"/>
                </a:cubicBezTo>
                <a:cubicBezTo>
                  <a:pt x="442" y="61"/>
                  <a:pt x="443" y="63"/>
                  <a:pt x="444" y="65"/>
                </a:cubicBezTo>
                <a:cubicBezTo>
                  <a:pt x="444" y="65"/>
                  <a:pt x="444" y="65"/>
                  <a:pt x="444" y="65"/>
                </a:cubicBezTo>
                <a:cubicBezTo>
                  <a:pt x="443" y="63"/>
                  <a:pt x="442" y="61"/>
                  <a:pt x="441" y="60"/>
                </a:cubicBezTo>
                <a:cubicBezTo>
                  <a:pt x="381" y="0"/>
                  <a:pt x="381" y="0"/>
                  <a:pt x="381" y="0"/>
                </a:cubicBezTo>
              </a:path>
            </a:pathLst>
          </a:custGeom>
          <a:solidFill>
            <a:srgbClr val="CCC6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3" name="Freeform 279">
            <a:extLst>
              <a:ext uri="{FF2B5EF4-FFF2-40B4-BE49-F238E27FC236}">
                <a16:creationId xmlns:a16="http://schemas.microsoft.com/office/drawing/2014/main" id="{B5DA8BAF-7D72-4782-B94A-0CC05930D055}"/>
              </a:ext>
            </a:extLst>
          </p:cNvPr>
          <p:cNvSpPr>
            <a:spLocks/>
          </p:cNvSpPr>
          <p:nvPr/>
        </p:nvSpPr>
        <p:spPr bwMode="auto">
          <a:xfrm>
            <a:off x="2882492" y="2602924"/>
            <a:ext cx="1029205" cy="1146638"/>
          </a:xfrm>
          <a:custGeom>
            <a:avLst/>
            <a:gdLst>
              <a:gd name="T0" fmla="*/ 356 w 447"/>
              <a:gd name="T1" fmla="*/ 0 h 499"/>
              <a:gd name="T2" fmla="*/ 356 w 447"/>
              <a:gd name="T3" fmla="*/ 0 h 499"/>
              <a:gd name="T4" fmla="*/ 341 w 447"/>
              <a:gd name="T5" fmla="*/ 6 h 499"/>
              <a:gd name="T6" fmla="*/ 341 w 447"/>
              <a:gd name="T7" fmla="*/ 6 h 499"/>
              <a:gd name="T8" fmla="*/ 340 w 447"/>
              <a:gd name="T9" fmla="*/ 7 h 499"/>
              <a:gd name="T10" fmla="*/ 340 w 447"/>
              <a:gd name="T11" fmla="*/ 7 h 499"/>
              <a:gd name="T12" fmla="*/ 326 w 447"/>
              <a:gd name="T13" fmla="*/ 21 h 499"/>
              <a:gd name="T14" fmla="*/ 355 w 447"/>
              <a:gd name="T15" fmla="*/ 84 h 499"/>
              <a:gd name="T16" fmla="*/ 302 w 447"/>
              <a:gd name="T17" fmla="*/ 196 h 499"/>
              <a:gd name="T18" fmla="*/ 0 w 447"/>
              <a:gd name="T19" fmla="*/ 469 h 499"/>
              <a:gd name="T20" fmla="*/ 23 w 447"/>
              <a:gd name="T21" fmla="*/ 493 h 499"/>
              <a:gd name="T22" fmla="*/ 39 w 447"/>
              <a:gd name="T23" fmla="*/ 499 h 499"/>
              <a:gd name="T24" fmla="*/ 39 w 447"/>
              <a:gd name="T25" fmla="*/ 499 h 499"/>
              <a:gd name="T26" fmla="*/ 39 w 447"/>
              <a:gd name="T27" fmla="*/ 499 h 499"/>
              <a:gd name="T28" fmla="*/ 55 w 447"/>
              <a:gd name="T29" fmla="*/ 493 h 499"/>
              <a:gd name="T30" fmla="*/ 55 w 447"/>
              <a:gd name="T31" fmla="*/ 493 h 499"/>
              <a:gd name="T32" fmla="*/ 55 w 447"/>
              <a:gd name="T33" fmla="*/ 493 h 499"/>
              <a:gd name="T34" fmla="*/ 55 w 447"/>
              <a:gd name="T35" fmla="*/ 493 h 499"/>
              <a:gd name="T36" fmla="*/ 441 w 447"/>
              <a:gd name="T37" fmla="*/ 107 h 499"/>
              <a:gd name="T38" fmla="*/ 447 w 447"/>
              <a:gd name="T39" fmla="*/ 91 h 499"/>
              <a:gd name="T40" fmla="*/ 444 w 447"/>
              <a:gd name="T41" fmla="*/ 80 h 499"/>
              <a:gd name="T42" fmla="*/ 441 w 447"/>
              <a:gd name="T43" fmla="*/ 75 h 499"/>
              <a:gd name="T44" fmla="*/ 381 w 447"/>
              <a:gd name="T45" fmla="*/ 15 h 499"/>
              <a:gd name="T46" fmla="*/ 372 w 447"/>
              <a:gd name="T47" fmla="*/ 7 h 499"/>
              <a:gd name="T48" fmla="*/ 372 w 447"/>
              <a:gd name="T49" fmla="*/ 7 h 499"/>
              <a:gd name="T50" fmla="*/ 372 w 447"/>
              <a:gd name="T51" fmla="*/ 6 h 499"/>
              <a:gd name="T52" fmla="*/ 372 w 447"/>
              <a:gd name="T53" fmla="*/ 6 h 499"/>
              <a:gd name="T54" fmla="*/ 356 w 447"/>
              <a:gd name="T55" fmla="*/ 0 h 499"/>
              <a:gd name="T56" fmla="*/ 356 w 447"/>
              <a:gd name="T57" fmla="*/ 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7" h="499">
                <a:moveTo>
                  <a:pt x="356" y="0"/>
                </a:moveTo>
                <a:cubicBezTo>
                  <a:pt x="356" y="0"/>
                  <a:pt x="356" y="0"/>
                  <a:pt x="356" y="0"/>
                </a:cubicBezTo>
                <a:cubicBezTo>
                  <a:pt x="351" y="0"/>
                  <a:pt x="345" y="2"/>
                  <a:pt x="341" y="6"/>
                </a:cubicBezTo>
                <a:cubicBezTo>
                  <a:pt x="341" y="6"/>
                  <a:pt x="341" y="6"/>
                  <a:pt x="341" y="6"/>
                </a:cubicBezTo>
                <a:cubicBezTo>
                  <a:pt x="341" y="6"/>
                  <a:pt x="340" y="7"/>
                  <a:pt x="340" y="7"/>
                </a:cubicBezTo>
                <a:cubicBezTo>
                  <a:pt x="340" y="7"/>
                  <a:pt x="340" y="7"/>
                  <a:pt x="340" y="7"/>
                </a:cubicBezTo>
                <a:cubicBezTo>
                  <a:pt x="326" y="21"/>
                  <a:pt x="326" y="21"/>
                  <a:pt x="326" y="21"/>
                </a:cubicBezTo>
                <a:cubicBezTo>
                  <a:pt x="345" y="36"/>
                  <a:pt x="357" y="56"/>
                  <a:pt x="355" y="84"/>
                </a:cubicBezTo>
                <a:cubicBezTo>
                  <a:pt x="353" y="125"/>
                  <a:pt x="328" y="166"/>
                  <a:pt x="302" y="196"/>
                </a:cubicBezTo>
                <a:cubicBezTo>
                  <a:pt x="249" y="259"/>
                  <a:pt x="6" y="462"/>
                  <a:pt x="0" y="469"/>
                </a:cubicBezTo>
                <a:cubicBezTo>
                  <a:pt x="23" y="493"/>
                  <a:pt x="23" y="493"/>
                  <a:pt x="23" y="493"/>
                </a:cubicBezTo>
                <a:cubicBezTo>
                  <a:pt x="28" y="497"/>
                  <a:pt x="33" y="499"/>
                  <a:pt x="39" y="499"/>
                </a:cubicBezTo>
                <a:cubicBezTo>
                  <a:pt x="39" y="499"/>
                  <a:pt x="39" y="499"/>
                  <a:pt x="39" y="499"/>
                </a:cubicBezTo>
                <a:cubicBezTo>
                  <a:pt x="39" y="499"/>
                  <a:pt x="39" y="499"/>
                  <a:pt x="39" y="499"/>
                </a:cubicBezTo>
                <a:cubicBezTo>
                  <a:pt x="45" y="499"/>
                  <a:pt x="50" y="497"/>
                  <a:pt x="55" y="493"/>
                </a:cubicBezTo>
                <a:cubicBezTo>
                  <a:pt x="55" y="493"/>
                  <a:pt x="55" y="493"/>
                  <a:pt x="55" y="493"/>
                </a:cubicBezTo>
                <a:cubicBezTo>
                  <a:pt x="55" y="493"/>
                  <a:pt x="55" y="493"/>
                  <a:pt x="55" y="493"/>
                </a:cubicBezTo>
                <a:cubicBezTo>
                  <a:pt x="55" y="493"/>
                  <a:pt x="55" y="493"/>
                  <a:pt x="55" y="493"/>
                </a:cubicBezTo>
                <a:cubicBezTo>
                  <a:pt x="441" y="107"/>
                  <a:pt x="441" y="107"/>
                  <a:pt x="441" y="107"/>
                </a:cubicBezTo>
                <a:cubicBezTo>
                  <a:pt x="445" y="102"/>
                  <a:pt x="447" y="97"/>
                  <a:pt x="447" y="91"/>
                </a:cubicBezTo>
                <a:cubicBezTo>
                  <a:pt x="447" y="87"/>
                  <a:pt x="446" y="83"/>
                  <a:pt x="444" y="80"/>
                </a:cubicBezTo>
                <a:cubicBezTo>
                  <a:pt x="443" y="78"/>
                  <a:pt x="442" y="76"/>
                  <a:pt x="441" y="75"/>
                </a:cubicBezTo>
                <a:cubicBezTo>
                  <a:pt x="381" y="15"/>
                  <a:pt x="381" y="15"/>
                  <a:pt x="381" y="15"/>
                </a:cubicBezTo>
                <a:cubicBezTo>
                  <a:pt x="372" y="7"/>
                  <a:pt x="372" y="7"/>
                  <a:pt x="372" y="7"/>
                </a:cubicBezTo>
                <a:cubicBezTo>
                  <a:pt x="372" y="7"/>
                  <a:pt x="372" y="7"/>
                  <a:pt x="372" y="7"/>
                </a:cubicBezTo>
                <a:cubicBezTo>
                  <a:pt x="372" y="7"/>
                  <a:pt x="372" y="7"/>
                  <a:pt x="372" y="6"/>
                </a:cubicBezTo>
                <a:cubicBezTo>
                  <a:pt x="372" y="6"/>
                  <a:pt x="372" y="6"/>
                  <a:pt x="372" y="6"/>
                </a:cubicBezTo>
                <a:cubicBezTo>
                  <a:pt x="368" y="2"/>
                  <a:pt x="362" y="0"/>
                  <a:pt x="356" y="0"/>
                </a:cubicBezTo>
                <a:cubicBezTo>
                  <a:pt x="356" y="0"/>
                  <a:pt x="356" y="0"/>
                  <a:pt x="356" y="0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4" name="Freeform 280">
            <a:extLst>
              <a:ext uri="{FF2B5EF4-FFF2-40B4-BE49-F238E27FC236}">
                <a16:creationId xmlns:a16="http://schemas.microsoft.com/office/drawing/2014/main" id="{324AE06B-3541-4784-AD91-C73C17611D51}"/>
              </a:ext>
            </a:extLst>
          </p:cNvPr>
          <p:cNvSpPr>
            <a:spLocks/>
          </p:cNvSpPr>
          <p:nvPr/>
        </p:nvSpPr>
        <p:spPr bwMode="auto">
          <a:xfrm>
            <a:off x="2861444" y="3675889"/>
            <a:ext cx="11079" cy="11078"/>
          </a:xfrm>
          <a:custGeom>
            <a:avLst/>
            <a:gdLst>
              <a:gd name="T0" fmla="*/ 0 w 5"/>
              <a:gd name="T1" fmla="*/ 0 h 5"/>
              <a:gd name="T2" fmla="*/ 0 w 5"/>
              <a:gd name="T3" fmla="*/ 0 h 5"/>
              <a:gd name="T4" fmla="*/ 5 w 5"/>
              <a:gd name="T5" fmla="*/ 5 h 5"/>
              <a:gd name="T6" fmla="*/ 0 w 5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5" y="5"/>
                  <a:pt x="5" y="5"/>
                  <a:pt x="5" y="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7C4E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6" name="任意多边形: 形状 581">
            <a:extLst>
              <a:ext uri="{FF2B5EF4-FFF2-40B4-BE49-F238E27FC236}">
                <a16:creationId xmlns:a16="http://schemas.microsoft.com/office/drawing/2014/main" id="{C855C54D-53D7-4674-AF3C-8ECD64F791E5}"/>
              </a:ext>
            </a:extLst>
          </p:cNvPr>
          <p:cNvSpPr>
            <a:spLocks/>
          </p:cNvSpPr>
          <p:nvPr/>
        </p:nvSpPr>
        <p:spPr bwMode="auto">
          <a:xfrm rot="10800000">
            <a:off x="3011476" y="0"/>
            <a:ext cx="1560524" cy="1280946"/>
          </a:xfrm>
          <a:custGeom>
            <a:avLst/>
            <a:gdLst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1032346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80513 w 8294444"/>
              <a:gd name="connsiteY3" fmla="*/ 206389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7280656 w 7280656"/>
              <a:gd name="connsiteY0" fmla="*/ 6882628 h 6882628"/>
              <a:gd name="connsiteX1" fmla="*/ 4825922 w 7280656"/>
              <a:gd name="connsiteY1" fmla="*/ 6882628 h 6882628"/>
              <a:gd name="connsiteX2" fmla="*/ 0 w 7280656"/>
              <a:gd name="connsiteY2" fmla="*/ 2072938 h 6882628"/>
              <a:gd name="connsiteX3" fmla="*/ 395344 w 7280656"/>
              <a:gd name="connsiteY3" fmla="*/ 0 h 6882628"/>
              <a:gd name="connsiteX4" fmla="*/ 1312417 w 7280656"/>
              <a:gd name="connsiteY4" fmla="*/ 906345 h 6882628"/>
              <a:gd name="connsiteX5" fmla="*/ 7280656 w 7280656"/>
              <a:gd name="connsiteY5" fmla="*/ 6882628 h 6882628"/>
              <a:gd name="connsiteX0" fmla="*/ 7280656 w 7280656"/>
              <a:gd name="connsiteY0" fmla="*/ 5976283 h 5976283"/>
              <a:gd name="connsiteX1" fmla="*/ 4825922 w 7280656"/>
              <a:gd name="connsiteY1" fmla="*/ 5976283 h 5976283"/>
              <a:gd name="connsiteX2" fmla="*/ 0 w 7280656"/>
              <a:gd name="connsiteY2" fmla="*/ 1166593 h 5976283"/>
              <a:gd name="connsiteX3" fmla="*/ 1312417 w 7280656"/>
              <a:gd name="connsiteY3" fmla="*/ 0 h 5976283"/>
              <a:gd name="connsiteX4" fmla="*/ 7280656 w 7280656"/>
              <a:gd name="connsiteY4" fmla="*/ 5976283 h 5976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0656" h="5976283">
                <a:moveTo>
                  <a:pt x="7280656" y="5976283"/>
                </a:moveTo>
                <a:lnTo>
                  <a:pt x="4825922" y="5976283"/>
                </a:lnTo>
                <a:lnTo>
                  <a:pt x="0" y="1166593"/>
                </a:lnTo>
                <a:lnTo>
                  <a:pt x="1312417" y="0"/>
                </a:lnTo>
                <a:lnTo>
                  <a:pt x="7280656" y="597628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>
              <a:solidFill>
                <a:schemeClr val="lt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7" name="任意多边形: 形状 585">
            <a:extLst>
              <a:ext uri="{FF2B5EF4-FFF2-40B4-BE49-F238E27FC236}">
                <a16:creationId xmlns:a16="http://schemas.microsoft.com/office/drawing/2014/main" id="{2FF67CC2-C863-4115-9E25-4E6305F0C225}"/>
              </a:ext>
            </a:extLst>
          </p:cNvPr>
          <p:cNvSpPr>
            <a:spLocks/>
          </p:cNvSpPr>
          <p:nvPr/>
        </p:nvSpPr>
        <p:spPr bwMode="auto">
          <a:xfrm rot="10800000">
            <a:off x="3670565" y="-1"/>
            <a:ext cx="952865" cy="782153"/>
          </a:xfrm>
          <a:custGeom>
            <a:avLst/>
            <a:gdLst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1032346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80513 w 8294444"/>
              <a:gd name="connsiteY3" fmla="*/ 206389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7280656 w 7280656"/>
              <a:gd name="connsiteY0" fmla="*/ 6882628 h 6882628"/>
              <a:gd name="connsiteX1" fmla="*/ 4825922 w 7280656"/>
              <a:gd name="connsiteY1" fmla="*/ 6882628 h 6882628"/>
              <a:gd name="connsiteX2" fmla="*/ 0 w 7280656"/>
              <a:gd name="connsiteY2" fmla="*/ 2072938 h 6882628"/>
              <a:gd name="connsiteX3" fmla="*/ 395344 w 7280656"/>
              <a:gd name="connsiteY3" fmla="*/ 0 h 6882628"/>
              <a:gd name="connsiteX4" fmla="*/ 1312417 w 7280656"/>
              <a:gd name="connsiteY4" fmla="*/ 906345 h 6882628"/>
              <a:gd name="connsiteX5" fmla="*/ 7280656 w 7280656"/>
              <a:gd name="connsiteY5" fmla="*/ 6882628 h 6882628"/>
              <a:gd name="connsiteX0" fmla="*/ 7280656 w 7280656"/>
              <a:gd name="connsiteY0" fmla="*/ 5976283 h 5976283"/>
              <a:gd name="connsiteX1" fmla="*/ 4825922 w 7280656"/>
              <a:gd name="connsiteY1" fmla="*/ 5976283 h 5976283"/>
              <a:gd name="connsiteX2" fmla="*/ 0 w 7280656"/>
              <a:gd name="connsiteY2" fmla="*/ 1166593 h 5976283"/>
              <a:gd name="connsiteX3" fmla="*/ 1312417 w 7280656"/>
              <a:gd name="connsiteY3" fmla="*/ 0 h 5976283"/>
              <a:gd name="connsiteX4" fmla="*/ 7280656 w 7280656"/>
              <a:gd name="connsiteY4" fmla="*/ 5976283 h 5976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0656" h="5976283">
                <a:moveTo>
                  <a:pt x="7280656" y="5976283"/>
                </a:moveTo>
                <a:lnTo>
                  <a:pt x="4825922" y="5976283"/>
                </a:lnTo>
                <a:lnTo>
                  <a:pt x="0" y="1166593"/>
                </a:lnTo>
                <a:lnTo>
                  <a:pt x="1312417" y="0"/>
                </a:lnTo>
                <a:lnTo>
                  <a:pt x="7280656" y="597628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8" name="任意多边形: 形状 592">
            <a:extLst>
              <a:ext uri="{FF2B5EF4-FFF2-40B4-BE49-F238E27FC236}">
                <a16:creationId xmlns:a16="http://schemas.microsoft.com/office/drawing/2014/main" id="{7B2379E6-544E-4D92-85D5-49186FD48C0C}"/>
              </a:ext>
            </a:extLst>
          </p:cNvPr>
          <p:cNvSpPr/>
          <p:nvPr/>
        </p:nvSpPr>
        <p:spPr>
          <a:xfrm rot="2700000">
            <a:off x="-413745" y="2923995"/>
            <a:ext cx="1554548" cy="523943"/>
          </a:xfrm>
          <a:custGeom>
            <a:avLst/>
            <a:gdLst>
              <a:gd name="connsiteX0" fmla="*/ 0 w 2072731"/>
              <a:gd name="connsiteY0" fmla="*/ 0 h 698591"/>
              <a:gd name="connsiteX1" fmla="*/ 2072731 w 2072731"/>
              <a:gd name="connsiteY1" fmla="*/ 0 h 698591"/>
              <a:gd name="connsiteX2" fmla="*/ 2072731 w 2072731"/>
              <a:gd name="connsiteY2" fmla="*/ 698591 h 698591"/>
              <a:gd name="connsiteX3" fmla="*/ 698591 w 2072731"/>
              <a:gd name="connsiteY3" fmla="*/ 698591 h 69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2731" h="698591">
                <a:moveTo>
                  <a:pt x="0" y="0"/>
                </a:moveTo>
                <a:lnTo>
                  <a:pt x="2072731" y="0"/>
                </a:lnTo>
                <a:lnTo>
                  <a:pt x="2072731" y="698591"/>
                </a:lnTo>
                <a:lnTo>
                  <a:pt x="698591" y="698591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9" name="Freeform 6">
            <a:extLst>
              <a:ext uri="{FF2B5EF4-FFF2-40B4-BE49-F238E27FC236}">
                <a16:creationId xmlns:a16="http://schemas.microsoft.com/office/drawing/2014/main" id="{A477EF26-4606-4B5A-A290-7CA302CC8E52}"/>
              </a:ext>
            </a:extLst>
          </p:cNvPr>
          <p:cNvSpPr>
            <a:spLocks/>
          </p:cNvSpPr>
          <p:nvPr/>
        </p:nvSpPr>
        <p:spPr bwMode="auto">
          <a:xfrm>
            <a:off x="-108520" y="-92546"/>
            <a:ext cx="3824342" cy="3670349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5" name="Freeform 281">
            <a:extLst>
              <a:ext uri="{FF2B5EF4-FFF2-40B4-BE49-F238E27FC236}">
                <a16:creationId xmlns:a16="http://schemas.microsoft.com/office/drawing/2014/main" id="{0A7F247E-DD0C-48A9-B4D1-0C32EB331C96}"/>
              </a:ext>
            </a:extLst>
          </p:cNvPr>
          <p:cNvSpPr>
            <a:spLocks/>
          </p:cNvSpPr>
          <p:nvPr/>
        </p:nvSpPr>
        <p:spPr bwMode="auto">
          <a:xfrm>
            <a:off x="2904195" y="2859782"/>
            <a:ext cx="731701" cy="671725"/>
          </a:xfrm>
          <a:custGeom>
            <a:avLst/>
            <a:gdLst>
              <a:gd name="T0" fmla="*/ 327 w 352"/>
              <a:gd name="T1" fmla="*/ 0 h 324"/>
              <a:gd name="T2" fmla="*/ 158 w 352"/>
              <a:gd name="T3" fmla="*/ 150 h 324"/>
              <a:gd name="T4" fmla="*/ 22 w 352"/>
              <a:gd name="T5" fmla="*/ 322 h 324"/>
              <a:gd name="T6" fmla="*/ 28 w 352"/>
              <a:gd name="T7" fmla="*/ 324 h 324"/>
              <a:gd name="T8" fmla="*/ 226 w 352"/>
              <a:gd name="T9" fmla="*/ 150 h 324"/>
              <a:gd name="T10" fmla="*/ 333 w 352"/>
              <a:gd name="T11" fmla="*/ 3 h 324"/>
              <a:gd name="T12" fmla="*/ 327 w 352"/>
              <a:gd name="T13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2" h="324">
                <a:moveTo>
                  <a:pt x="327" y="0"/>
                </a:moveTo>
                <a:cubicBezTo>
                  <a:pt x="296" y="0"/>
                  <a:pt x="203" y="104"/>
                  <a:pt x="158" y="150"/>
                </a:cubicBezTo>
                <a:cubicBezTo>
                  <a:pt x="109" y="200"/>
                  <a:pt x="0" y="300"/>
                  <a:pt x="22" y="322"/>
                </a:cubicBezTo>
                <a:cubicBezTo>
                  <a:pt x="23" y="324"/>
                  <a:pt x="25" y="324"/>
                  <a:pt x="28" y="324"/>
                </a:cubicBezTo>
                <a:cubicBezTo>
                  <a:pt x="63" y="324"/>
                  <a:pt x="193" y="187"/>
                  <a:pt x="226" y="150"/>
                </a:cubicBezTo>
                <a:cubicBezTo>
                  <a:pt x="262" y="111"/>
                  <a:pt x="352" y="23"/>
                  <a:pt x="333" y="3"/>
                </a:cubicBezTo>
                <a:cubicBezTo>
                  <a:pt x="332" y="1"/>
                  <a:pt x="329" y="0"/>
                  <a:pt x="327" y="0"/>
                </a:cubicBezTo>
              </a:path>
            </a:pathLst>
          </a:custGeom>
          <a:solidFill>
            <a:schemeClr val="tx2">
              <a:lumMod val="60000"/>
              <a:lumOff val="40000"/>
              <a:alpha val="52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4445686" y="2931790"/>
            <a:ext cx="4471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Chemical composition differences </a:t>
            </a:r>
          </a:p>
          <a:p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controlling serpentine polymorph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4452145" y="4105404"/>
            <a:ext cx="3360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Shichao Ji, Zhou Zhang, Fang Huang  </a:t>
            </a:r>
            <a:endParaRPr lang="zh-CN" altLang="en-US" sz="1600" dirty="0"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07FB885-DB53-4569-8A88-29C7D6AF4985}"/>
              </a:ext>
            </a:extLst>
          </p:cNvPr>
          <p:cNvGrpSpPr/>
          <p:nvPr/>
        </p:nvGrpSpPr>
        <p:grpSpPr>
          <a:xfrm rot="2700000">
            <a:off x="238072" y="1113656"/>
            <a:ext cx="2963043" cy="883762"/>
            <a:chOff x="7527469" y="927071"/>
            <a:chExt cx="1760678" cy="78735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0123765-986A-4443-9CA3-8206D5A3DE01}"/>
                </a:ext>
              </a:extLst>
            </p:cNvPr>
            <p:cNvSpPr txBox="1"/>
            <p:nvPr/>
          </p:nvSpPr>
          <p:spPr>
            <a:xfrm>
              <a:off x="7527469" y="1388568"/>
              <a:ext cx="1738714" cy="325862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75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Serpentine Project</a:t>
              </a:r>
              <a:endParaRPr lang="zh-CN" altLang="en-US" spc="75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4EBE788-E21A-4DFA-92B0-262EBB98F311}"/>
                </a:ext>
              </a:extLst>
            </p:cNvPr>
            <p:cNvSpPr txBox="1"/>
            <p:nvPr/>
          </p:nvSpPr>
          <p:spPr>
            <a:xfrm>
              <a:off x="7549433" y="927071"/>
              <a:ext cx="1738714" cy="325862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pPr algn="just"/>
              <a:r>
                <a:rPr lang="en-US" altLang="zh-CN" spc="75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Weekly Presentation</a:t>
              </a:r>
              <a:endParaRPr lang="zh-CN" altLang="en-US" spc="75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pic>
        <p:nvPicPr>
          <p:cNvPr id="274" name="Picture 2" descr="C:\Users\senge\Desktop\所标新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58293" y="152066"/>
            <a:ext cx="994872" cy="1005840"/>
          </a:xfrm>
          <a:prstGeom prst="rect">
            <a:avLst/>
          </a:prstGeom>
          <a:noFill/>
          <a:ln w="9525">
            <a:noFill/>
            <a:bevel/>
          </a:ln>
        </p:spPr>
      </p:pic>
      <p:pic>
        <p:nvPicPr>
          <p:cNvPr id="276" name="图片 27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472" y="140096"/>
            <a:ext cx="1005840" cy="1005840"/>
          </a:xfrm>
          <a:prstGeom prst="rect">
            <a:avLst/>
          </a:prstGeom>
        </p:spPr>
      </p:pic>
      <p:sp>
        <p:nvSpPr>
          <p:cNvPr id="277" name="TextBox 288"/>
          <p:cNvSpPr txBox="1"/>
          <p:nvPr/>
        </p:nvSpPr>
        <p:spPr>
          <a:xfrm>
            <a:off x="4462194" y="2285459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28th Cycle</a:t>
            </a:r>
            <a:endParaRPr lang="zh-CN" altLang="en-US"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98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7" t="23949" r="14534"/>
          <a:stretch/>
        </p:blipFill>
        <p:spPr>
          <a:xfrm>
            <a:off x="373096" y="707365"/>
            <a:ext cx="1131698" cy="157635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96" y="3018547"/>
            <a:ext cx="1220595" cy="15841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4"/>
          <a:stretch/>
        </p:blipFill>
        <p:spPr>
          <a:xfrm>
            <a:off x="3257958" y="707365"/>
            <a:ext cx="1214555" cy="157635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4516" y="2286040"/>
            <a:ext cx="1446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Shichao Ji</a:t>
            </a: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Geochemistry, Guangzhou, ZJU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4516" y="4602723"/>
            <a:ext cx="16090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Urmi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Ghosh</a:t>
            </a: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Technology,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Kharagpur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43048" y="2295064"/>
            <a:ext cx="14632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Tuhin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Chakraborty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Technology,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Kharagpur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223322" y="4463205"/>
            <a:ext cx="1557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Harivelo-Batasoa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Anaïg</a:t>
            </a:r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Athénée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Saint Joseph of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Antsirabe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(ASJA) 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21"/>
          <a:stretch/>
        </p:blipFill>
        <p:spPr>
          <a:xfrm>
            <a:off x="3277876" y="2987376"/>
            <a:ext cx="1059032" cy="14371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418" y="3018547"/>
            <a:ext cx="1058919" cy="158837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811021" y="4602723"/>
            <a:ext cx="16669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Priyantan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Gupta</a:t>
            </a:r>
          </a:p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dian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Technology,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Kharagpur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16216" y="695341"/>
            <a:ext cx="1658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Inactive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Trisha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Tunguia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Arka</a:t>
            </a:r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Sahu</a:t>
            </a:r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Rollan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Paul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Parakikay</a:t>
            </a:r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</a:t>
            </a:r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Kurmer</a:t>
            </a:r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 Chen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17055" y="2283718"/>
            <a:ext cx="1318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Arka</a:t>
            </a:r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Sahu</a:t>
            </a: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Jadavpur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India, M. </a:t>
            </a:r>
            <a:r>
              <a:rPr lang="en-US" altLang="zh-CN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9" r="21805"/>
          <a:stretch/>
        </p:blipFill>
        <p:spPr>
          <a:xfrm>
            <a:off x="1811021" y="695341"/>
            <a:ext cx="1104795" cy="15895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9" t="25768" r="12716"/>
          <a:stretch/>
        </p:blipFill>
        <p:spPr>
          <a:xfrm>
            <a:off x="4860032" y="703317"/>
            <a:ext cx="1152129" cy="158040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860032" y="2295064"/>
            <a:ext cx="14632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Hejia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Zhang</a:t>
            </a: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California, Los Angeles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97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"/>
          <p:cNvGrpSpPr/>
          <p:nvPr/>
        </p:nvGrpSpPr>
        <p:grpSpPr>
          <a:xfrm>
            <a:off x="3348675" y="1364891"/>
            <a:ext cx="894100" cy="523220"/>
            <a:chOff x="2215144" y="927951"/>
            <a:chExt cx="1244730" cy="959371"/>
          </a:xfrm>
        </p:grpSpPr>
        <p:sp>
          <p:nvSpPr>
            <p:cNvPr id="10" name="平行四边形 9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文本框 9"/>
            <p:cNvSpPr txBox="1"/>
            <p:nvPr/>
          </p:nvSpPr>
          <p:spPr>
            <a:xfrm>
              <a:off x="2393075" y="927951"/>
              <a:ext cx="1066799" cy="959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" name="组合 11"/>
          <p:cNvGrpSpPr/>
          <p:nvPr/>
        </p:nvGrpSpPr>
        <p:grpSpPr>
          <a:xfrm>
            <a:off x="3348675" y="2121801"/>
            <a:ext cx="894100" cy="523220"/>
            <a:chOff x="2215144" y="1952311"/>
            <a:chExt cx="1244730" cy="959375"/>
          </a:xfrm>
        </p:grpSpPr>
        <p:sp>
          <p:nvSpPr>
            <p:cNvPr id="13" name="平行四边形 12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文本框 10"/>
            <p:cNvSpPr txBox="1"/>
            <p:nvPr/>
          </p:nvSpPr>
          <p:spPr>
            <a:xfrm>
              <a:off x="2393075" y="1952311"/>
              <a:ext cx="1066799" cy="9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" name="组合 14"/>
          <p:cNvGrpSpPr/>
          <p:nvPr/>
        </p:nvGrpSpPr>
        <p:grpSpPr>
          <a:xfrm>
            <a:off x="3348675" y="2895570"/>
            <a:ext cx="894100" cy="523220"/>
            <a:chOff x="2215144" y="3018135"/>
            <a:chExt cx="1244730" cy="959372"/>
          </a:xfrm>
        </p:grpSpPr>
        <p:sp>
          <p:nvSpPr>
            <p:cNvPr id="16" name="平行四边形 15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文本框 11"/>
            <p:cNvSpPr txBox="1"/>
            <p:nvPr/>
          </p:nvSpPr>
          <p:spPr>
            <a:xfrm>
              <a:off x="2393075" y="3018135"/>
              <a:ext cx="1066799" cy="959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" name="组合 17"/>
          <p:cNvGrpSpPr/>
          <p:nvPr/>
        </p:nvGrpSpPr>
        <p:grpSpPr>
          <a:xfrm>
            <a:off x="3348675" y="3704714"/>
            <a:ext cx="894100" cy="523220"/>
            <a:chOff x="2215144" y="4047038"/>
            <a:chExt cx="1244730" cy="959374"/>
          </a:xfrm>
        </p:grpSpPr>
        <p:sp>
          <p:nvSpPr>
            <p:cNvPr id="19" name="平行四边形 18"/>
            <p:cNvSpPr/>
            <p:nvPr/>
          </p:nvSpPr>
          <p:spPr>
            <a:xfrm>
              <a:off x="2215144" y="413585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文本框 12"/>
            <p:cNvSpPr txBox="1"/>
            <p:nvPr/>
          </p:nvSpPr>
          <p:spPr>
            <a:xfrm>
              <a:off x="2393075" y="4047038"/>
              <a:ext cx="1066799" cy="959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" name="组合 20"/>
          <p:cNvGrpSpPr/>
          <p:nvPr/>
        </p:nvGrpSpPr>
        <p:grpSpPr>
          <a:xfrm>
            <a:off x="4027806" y="1292641"/>
            <a:ext cx="3856562" cy="559030"/>
            <a:chOff x="4315150" y="852895"/>
            <a:chExt cx="3857250" cy="656846"/>
          </a:xfrm>
        </p:grpSpPr>
        <p:sp>
          <p:nvSpPr>
            <p:cNvPr id="22" name="矩形 21"/>
            <p:cNvSpPr/>
            <p:nvPr/>
          </p:nvSpPr>
          <p:spPr>
            <a:xfrm>
              <a:off x="4841196" y="852895"/>
              <a:ext cx="2827147" cy="656846"/>
            </a:xfrm>
            <a:prstGeom prst="rect">
              <a:avLst/>
            </a:prstGeom>
            <a:ln w="15875">
              <a:noFill/>
            </a:ln>
          </p:spPr>
          <p:txBody>
            <a:bodyPr wrap="square" lIns="96423" tIns="48212" rIns="96423" bIns="48212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Introduction</a:t>
              </a:r>
              <a:endParaRPr lang="en-GB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平行四边形 22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23" tIns="48212" rIns="96423" bIns="48212"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8" name="组合 23"/>
          <p:cNvGrpSpPr/>
          <p:nvPr/>
        </p:nvGrpSpPr>
        <p:grpSpPr>
          <a:xfrm>
            <a:off x="4027806" y="2067693"/>
            <a:ext cx="3856562" cy="541584"/>
            <a:chOff x="4315150" y="1551288"/>
            <a:chExt cx="3857250" cy="636348"/>
          </a:xfrm>
        </p:grpSpPr>
        <p:sp>
          <p:nvSpPr>
            <p:cNvPr id="25" name="矩形 24"/>
            <p:cNvSpPr/>
            <p:nvPr/>
          </p:nvSpPr>
          <p:spPr>
            <a:xfrm>
              <a:off x="4841196" y="1551288"/>
              <a:ext cx="2827147" cy="591829"/>
            </a:xfrm>
            <a:prstGeom prst="rect">
              <a:avLst/>
            </a:prstGeom>
            <a:ln w="15875">
              <a:noFill/>
            </a:ln>
          </p:spPr>
          <p:txBody>
            <a:bodyPr wrap="square" lIns="96423" tIns="48212" rIns="96423" bIns="48212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Main purpose</a:t>
              </a:r>
              <a:endParaRPr lang="en-GB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23" tIns="48212" rIns="96423" bIns="48212"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组合 26"/>
          <p:cNvGrpSpPr/>
          <p:nvPr/>
        </p:nvGrpSpPr>
        <p:grpSpPr>
          <a:xfrm>
            <a:off x="4027806" y="2804809"/>
            <a:ext cx="3856562" cy="570547"/>
            <a:chOff x="4315150" y="2211410"/>
            <a:chExt cx="3857250" cy="670378"/>
          </a:xfrm>
        </p:grpSpPr>
        <p:sp>
          <p:nvSpPr>
            <p:cNvPr id="28" name="矩形 27"/>
            <p:cNvSpPr/>
            <p:nvPr/>
          </p:nvSpPr>
          <p:spPr>
            <a:xfrm>
              <a:off x="4841197" y="2211410"/>
              <a:ext cx="2827146" cy="656846"/>
            </a:xfrm>
            <a:prstGeom prst="rect">
              <a:avLst/>
            </a:prstGeom>
            <a:ln w="15875">
              <a:noFill/>
            </a:ln>
          </p:spPr>
          <p:txBody>
            <a:bodyPr wrap="square" lIns="96423" tIns="48212" rIns="96423" bIns="48212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Progress</a:t>
              </a:r>
              <a:endParaRPr lang="en-GB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23" tIns="48212" rIns="96423" bIns="48212"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2" name="组合 29"/>
          <p:cNvGrpSpPr/>
          <p:nvPr/>
        </p:nvGrpSpPr>
        <p:grpSpPr>
          <a:xfrm>
            <a:off x="4027806" y="3669146"/>
            <a:ext cx="3856562" cy="559030"/>
            <a:chOff x="4315150" y="2956711"/>
            <a:chExt cx="3857250" cy="656846"/>
          </a:xfrm>
        </p:grpSpPr>
        <p:sp>
          <p:nvSpPr>
            <p:cNvPr id="31" name="矩形 30"/>
            <p:cNvSpPr/>
            <p:nvPr/>
          </p:nvSpPr>
          <p:spPr>
            <a:xfrm>
              <a:off x="4841196" y="2956711"/>
              <a:ext cx="2827147" cy="656846"/>
            </a:xfrm>
            <a:prstGeom prst="rect">
              <a:avLst/>
            </a:prstGeom>
            <a:ln w="15875">
              <a:noFill/>
            </a:ln>
          </p:spPr>
          <p:txBody>
            <a:bodyPr wrap="square" lIns="96423" tIns="48212" rIns="96423" bIns="48212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Plans for Next Cycle</a:t>
              </a:r>
              <a:endParaRPr lang="en-GB" altLang="zh-CN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3035884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23" tIns="48212" rIns="96423" bIns="48212"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143364" y="195486"/>
            <a:ext cx="2551051" cy="980498"/>
            <a:chOff x="-143364" y="871172"/>
            <a:chExt cx="2551051" cy="980498"/>
          </a:xfrm>
        </p:grpSpPr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8FBFB219-864E-4402-9F5B-D7FDB1815195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682157" y="998901"/>
              <a:ext cx="725530" cy="724836"/>
            </a:xfrm>
            <a:custGeom>
              <a:avLst/>
              <a:gdLst>
                <a:gd name="T0" fmla="*/ 426 w 503"/>
                <a:gd name="T1" fmla="*/ 9 h 503"/>
                <a:gd name="T2" fmla="*/ 495 w 503"/>
                <a:gd name="T3" fmla="*/ 77 h 503"/>
                <a:gd name="T4" fmla="*/ 495 w 503"/>
                <a:gd name="T5" fmla="*/ 109 h 503"/>
                <a:gd name="T6" fmla="*/ 109 w 503"/>
                <a:gd name="T7" fmla="*/ 495 h 503"/>
                <a:gd name="T8" fmla="*/ 77 w 503"/>
                <a:gd name="T9" fmla="*/ 495 h 503"/>
                <a:gd name="T10" fmla="*/ 9 w 503"/>
                <a:gd name="T11" fmla="*/ 426 h 503"/>
                <a:gd name="T12" fmla="*/ 9 w 503"/>
                <a:gd name="T13" fmla="*/ 394 h 503"/>
                <a:gd name="T14" fmla="*/ 394 w 503"/>
                <a:gd name="T15" fmla="*/ 9 h 503"/>
                <a:gd name="T16" fmla="*/ 426 w 503"/>
                <a:gd name="T17" fmla="*/ 9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3" h="503">
                  <a:moveTo>
                    <a:pt x="426" y="9"/>
                  </a:moveTo>
                  <a:cubicBezTo>
                    <a:pt x="495" y="77"/>
                    <a:pt x="495" y="77"/>
                    <a:pt x="495" y="77"/>
                  </a:cubicBezTo>
                  <a:cubicBezTo>
                    <a:pt x="503" y="86"/>
                    <a:pt x="503" y="100"/>
                    <a:pt x="495" y="109"/>
                  </a:cubicBezTo>
                  <a:cubicBezTo>
                    <a:pt x="109" y="495"/>
                    <a:pt x="109" y="495"/>
                    <a:pt x="109" y="495"/>
                  </a:cubicBezTo>
                  <a:cubicBezTo>
                    <a:pt x="100" y="503"/>
                    <a:pt x="86" y="503"/>
                    <a:pt x="77" y="495"/>
                  </a:cubicBezTo>
                  <a:cubicBezTo>
                    <a:pt x="9" y="426"/>
                    <a:pt x="9" y="426"/>
                    <a:pt x="9" y="426"/>
                  </a:cubicBezTo>
                  <a:cubicBezTo>
                    <a:pt x="0" y="418"/>
                    <a:pt x="0" y="403"/>
                    <a:pt x="9" y="394"/>
                  </a:cubicBezTo>
                  <a:cubicBezTo>
                    <a:pt x="394" y="9"/>
                    <a:pt x="394" y="9"/>
                    <a:pt x="394" y="9"/>
                  </a:cubicBezTo>
                  <a:cubicBezTo>
                    <a:pt x="403" y="0"/>
                    <a:pt x="418" y="0"/>
                    <a:pt x="426" y="9"/>
                  </a:cubicBezTo>
                </a:path>
              </a:pathLst>
            </a:custGeom>
            <a:solidFill>
              <a:srgbClr val="ECB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DBF2F82B-5ECF-408B-B51F-1BD75759D686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992486" y="1743361"/>
              <a:ext cx="108309" cy="108309"/>
            </a:xfrm>
            <a:custGeom>
              <a:avLst/>
              <a:gdLst>
                <a:gd name="T0" fmla="*/ 11 w 75"/>
                <a:gd name="T1" fmla="*/ 0 h 75"/>
                <a:gd name="T2" fmla="*/ 75 w 75"/>
                <a:gd name="T3" fmla="*/ 64 h 75"/>
                <a:gd name="T4" fmla="*/ 67 w 75"/>
                <a:gd name="T5" fmla="*/ 72 h 75"/>
                <a:gd name="T6" fmla="*/ 56 w 75"/>
                <a:gd name="T7" fmla="*/ 72 h 75"/>
                <a:gd name="T8" fmla="*/ 3 w 75"/>
                <a:gd name="T9" fmla="*/ 19 h 75"/>
                <a:gd name="T10" fmla="*/ 3 w 75"/>
                <a:gd name="T11" fmla="*/ 8 h 75"/>
                <a:gd name="T12" fmla="*/ 11 w 75"/>
                <a:gd name="T13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5">
                  <a:moveTo>
                    <a:pt x="11" y="0"/>
                  </a:moveTo>
                  <a:cubicBezTo>
                    <a:pt x="75" y="64"/>
                    <a:pt x="75" y="64"/>
                    <a:pt x="75" y="64"/>
                  </a:cubicBezTo>
                  <a:cubicBezTo>
                    <a:pt x="67" y="72"/>
                    <a:pt x="67" y="72"/>
                    <a:pt x="67" y="72"/>
                  </a:cubicBezTo>
                  <a:cubicBezTo>
                    <a:pt x="64" y="75"/>
                    <a:pt x="59" y="75"/>
                    <a:pt x="56" y="7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0" y="16"/>
                    <a:pt x="0" y="11"/>
                    <a:pt x="3" y="8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7E5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3EBF34BA-6876-43C8-A704-515E4C4E4C7F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977381" y="1783265"/>
              <a:ext cx="27077" cy="31937"/>
            </a:xfrm>
            <a:custGeom>
              <a:avLst/>
              <a:gdLst>
                <a:gd name="T0" fmla="*/ 11 w 19"/>
                <a:gd name="T1" fmla="*/ 0 h 22"/>
                <a:gd name="T2" fmla="*/ 19 w 19"/>
                <a:gd name="T3" fmla="*/ 9 h 22"/>
                <a:gd name="T4" fmla="*/ 6 w 19"/>
                <a:gd name="T5" fmla="*/ 22 h 22"/>
                <a:gd name="T6" fmla="*/ 3 w 19"/>
                <a:gd name="T7" fmla="*/ 19 h 22"/>
                <a:gd name="T8" fmla="*/ 3 w 19"/>
                <a:gd name="T9" fmla="*/ 8 h 22"/>
                <a:gd name="T10" fmla="*/ 11 w 19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2">
                  <a:moveTo>
                    <a:pt x="11" y="0"/>
                  </a:moveTo>
                  <a:cubicBezTo>
                    <a:pt x="19" y="9"/>
                    <a:pt x="19" y="9"/>
                    <a:pt x="19" y="9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0" y="16"/>
                    <a:pt x="0" y="11"/>
                    <a:pt x="3" y="8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5A3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3E6F9993-4A19-4DCA-94C6-B62F9153F301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2052972" y="1770379"/>
              <a:ext cx="59015" cy="56237"/>
            </a:xfrm>
            <a:custGeom>
              <a:avLst/>
              <a:gdLst>
                <a:gd name="T0" fmla="*/ 13 w 41"/>
                <a:gd name="T1" fmla="*/ 0 h 39"/>
                <a:gd name="T2" fmla="*/ 41 w 41"/>
                <a:gd name="T3" fmla="*/ 28 h 39"/>
                <a:gd name="T4" fmla="*/ 33 w 41"/>
                <a:gd name="T5" fmla="*/ 36 h 39"/>
                <a:gd name="T6" fmla="*/ 22 w 41"/>
                <a:gd name="T7" fmla="*/ 36 h 39"/>
                <a:gd name="T8" fmla="*/ 0 w 41"/>
                <a:gd name="T9" fmla="*/ 13 h 39"/>
                <a:gd name="T10" fmla="*/ 13 w 41"/>
                <a:gd name="T1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39">
                  <a:moveTo>
                    <a:pt x="13" y="0"/>
                  </a:moveTo>
                  <a:cubicBezTo>
                    <a:pt x="41" y="28"/>
                    <a:pt x="41" y="28"/>
                    <a:pt x="41" y="28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0" y="39"/>
                    <a:pt x="25" y="39"/>
                    <a:pt x="22" y="3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A3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3471FE5-53DF-4A9A-8ADB-5D767F24FF09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992486" y="871172"/>
              <a:ext cx="108309" cy="106920"/>
            </a:xfrm>
            <a:custGeom>
              <a:avLst/>
              <a:gdLst>
                <a:gd name="T0" fmla="*/ 0 w 75"/>
                <a:gd name="T1" fmla="*/ 10 h 74"/>
                <a:gd name="T2" fmla="*/ 64 w 75"/>
                <a:gd name="T3" fmla="*/ 74 h 74"/>
                <a:gd name="T4" fmla="*/ 72 w 75"/>
                <a:gd name="T5" fmla="*/ 67 h 74"/>
                <a:gd name="T6" fmla="*/ 72 w 75"/>
                <a:gd name="T7" fmla="*/ 56 h 74"/>
                <a:gd name="T8" fmla="*/ 19 w 75"/>
                <a:gd name="T9" fmla="*/ 3 h 74"/>
                <a:gd name="T10" fmla="*/ 8 w 75"/>
                <a:gd name="T11" fmla="*/ 3 h 74"/>
                <a:gd name="T12" fmla="*/ 0 w 75"/>
                <a:gd name="T13" fmla="*/ 1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4">
                  <a:moveTo>
                    <a:pt x="0" y="10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75" y="64"/>
                    <a:pt x="75" y="59"/>
                    <a:pt x="72" y="56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6" y="0"/>
                    <a:pt x="11" y="0"/>
                    <a:pt x="8" y="3"/>
                  </a:cubicBez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solidFill>
              <a:srgbClr val="7E5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0B4A0BB6-13A9-4A0F-A3B6-D391BF4C57DF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975891" y="910255"/>
              <a:ext cx="30549" cy="27772"/>
            </a:xfrm>
            <a:custGeom>
              <a:avLst/>
              <a:gdLst>
                <a:gd name="T0" fmla="*/ 0 w 21"/>
                <a:gd name="T1" fmla="*/ 10 h 19"/>
                <a:gd name="T2" fmla="*/ 9 w 21"/>
                <a:gd name="T3" fmla="*/ 19 h 19"/>
                <a:gd name="T4" fmla="*/ 21 w 21"/>
                <a:gd name="T5" fmla="*/ 6 h 19"/>
                <a:gd name="T6" fmla="*/ 19 w 21"/>
                <a:gd name="T7" fmla="*/ 3 h 19"/>
                <a:gd name="T8" fmla="*/ 8 w 21"/>
                <a:gd name="T9" fmla="*/ 3 h 19"/>
                <a:gd name="T10" fmla="*/ 0 w 21"/>
                <a:gd name="T11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>
                  <a:moveTo>
                    <a:pt x="0" y="10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6" y="0"/>
                    <a:pt x="11" y="0"/>
                    <a:pt x="8" y="3"/>
                  </a:cubicBez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solidFill>
              <a:srgbClr val="5A3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603011A0-647D-4EF4-827D-29A2790ADF68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2053869" y="893652"/>
              <a:ext cx="56237" cy="59015"/>
            </a:xfrm>
            <a:custGeom>
              <a:avLst/>
              <a:gdLst>
                <a:gd name="T0" fmla="*/ 0 w 39"/>
                <a:gd name="T1" fmla="*/ 13 h 41"/>
                <a:gd name="T2" fmla="*/ 28 w 39"/>
                <a:gd name="T3" fmla="*/ 41 h 41"/>
                <a:gd name="T4" fmla="*/ 36 w 39"/>
                <a:gd name="T5" fmla="*/ 34 h 41"/>
                <a:gd name="T6" fmla="*/ 36 w 39"/>
                <a:gd name="T7" fmla="*/ 23 h 41"/>
                <a:gd name="T8" fmla="*/ 13 w 39"/>
                <a:gd name="T9" fmla="*/ 0 h 41"/>
                <a:gd name="T10" fmla="*/ 0 w 39"/>
                <a:gd name="T11" fmla="*/ 1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41">
                  <a:moveTo>
                    <a:pt x="0" y="13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9" y="31"/>
                    <a:pt x="39" y="26"/>
                    <a:pt x="36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3"/>
                    <a:pt x="0" y="13"/>
                    <a:pt x="0" y="13"/>
                  </a:cubicBezTo>
                </a:path>
              </a:pathLst>
            </a:custGeom>
            <a:solidFill>
              <a:srgbClr val="5A3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9" name="Freeform 277">
              <a:extLst>
                <a:ext uri="{FF2B5EF4-FFF2-40B4-BE49-F238E27FC236}">
                  <a16:creationId xmlns:a16="http://schemas.microsoft.com/office/drawing/2014/main" id="{B6C2B38A-7563-4069-BF19-741C00FFDF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 rot="18900000">
              <a:off x="1933396" y="944318"/>
              <a:ext cx="45823" cy="9720"/>
            </a:xfrm>
            <a:custGeom>
              <a:avLst/>
              <a:gdLst>
                <a:gd name="T0" fmla="*/ 1 w 32"/>
                <a:gd name="T1" fmla="*/ 6 h 7"/>
                <a:gd name="T2" fmla="*/ 0 w 32"/>
                <a:gd name="T3" fmla="*/ 7 h 7"/>
                <a:gd name="T4" fmla="*/ 0 w 32"/>
                <a:gd name="T5" fmla="*/ 7 h 7"/>
                <a:gd name="T6" fmla="*/ 1 w 32"/>
                <a:gd name="T7" fmla="*/ 6 h 7"/>
                <a:gd name="T8" fmla="*/ 32 w 32"/>
                <a:gd name="T9" fmla="*/ 6 h 7"/>
                <a:gd name="T10" fmla="*/ 32 w 32"/>
                <a:gd name="T11" fmla="*/ 6 h 7"/>
                <a:gd name="T12" fmla="*/ 32 w 32"/>
                <a:gd name="T13" fmla="*/ 6 h 7"/>
                <a:gd name="T14" fmla="*/ 16 w 32"/>
                <a:gd name="T15" fmla="*/ 0 h 7"/>
                <a:gd name="T16" fmla="*/ 1 w 32"/>
                <a:gd name="T17" fmla="*/ 6 h 7"/>
                <a:gd name="T18" fmla="*/ 16 w 32"/>
                <a:gd name="T19" fmla="*/ 0 h 7"/>
                <a:gd name="T20" fmla="*/ 16 w 32"/>
                <a:gd name="T21" fmla="*/ 0 h 7"/>
                <a:gd name="T22" fmla="*/ 16 w 32"/>
                <a:gd name="T23" fmla="*/ 0 h 7"/>
                <a:gd name="T24" fmla="*/ 16 w 32"/>
                <a:gd name="T25" fmla="*/ 0 h 7"/>
                <a:gd name="T26" fmla="*/ 16 w 32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7">
                  <a:moveTo>
                    <a:pt x="1" y="6"/>
                  </a:moveTo>
                  <a:cubicBezTo>
                    <a:pt x="1" y="6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1" y="6"/>
                    <a:pt x="1" y="6"/>
                  </a:cubicBezTo>
                  <a:moveTo>
                    <a:pt x="32" y="6"/>
                  </a:move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moveTo>
                    <a:pt x="16" y="0"/>
                  </a:moveTo>
                  <a:cubicBezTo>
                    <a:pt x="11" y="0"/>
                    <a:pt x="5" y="2"/>
                    <a:pt x="1" y="6"/>
                  </a:cubicBezTo>
                  <a:cubicBezTo>
                    <a:pt x="5" y="2"/>
                    <a:pt x="11" y="0"/>
                    <a:pt x="16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DCA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Freeform 278">
              <a:extLst>
                <a:ext uri="{FF2B5EF4-FFF2-40B4-BE49-F238E27FC236}">
                  <a16:creationId xmlns:a16="http://schemas.microsoft.com/office/drawing/2014/main" id="{0924262D-CEE8-464A-BF6E-A6A9390279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 rot="18900000">
              <a:off x="1757400" y="995603"/>
              <a:ext cx="640827" cy="697065"/>
            </a:xfrm>
            <a:custGeom>
              <a:avLst/>
              <a:gdLst>
                <a:gd name="T0" fmla="*/ 39 w 444"/>
                <a:gd name="T1" fmla="*/ 484 h 484"/>
                <a:gd name="T2" fmla="*/ 39 w 444"/>
                <a:gd name="T3" fmla="*/ 484 h 484"/>
                <a:gd name="T4" fmla="*/ 39 w 444"/>
                <a:gd name="T5" fmla="*/ 484 h 484"/>
                <a:gd name="T6" fmla="*/ 39 w 444"/>
                <a:gd name="T7" fmla="*/ 484 h 484"/>
                <a:gd name="T8" fmla="*/ 55 w 444"/>
                <a:gd name="T9" fmla="*/ 478 h 484"/>
                <a:gd name="T10" fmla="*/ 39 w 444"/>
                <a:gd name="T11" fmla="*/ 484 h 484"/>
                <a:gd name="T12" fmla="*/ 55 w 444"/>
                <a:gd name="T13" fmla="*/ 478 h 484"/>
                <a:gd name="T14" fmla="*/ 55 w 444"/>
                <a:gd name="T15" fmla="*/ 478 h 484"/>
                <a:gd name="T16" fmla="*/ 55 w 444"/>
                <a:gd name="T17" fmla="*/ 478 h 484"/>
                <a:gd name="T18" fmla="*/ 55 w 444"/>
                <a:gd name="T19" fmla="*/ 478 h 484"/>
                <a:gd name="T20" fmla="*/ 0 w 444"/>
                <a:gd name="T21" fmla="*/ 454 h 484"/>
                <a:gd name="T22" fmla="*/ 0 w 444"/>
                <a:gd name="T23" fmla="*/ 454 h 484"/>
                <a:gd name="T24" fmla="*/ 5 w 444"/>
                <a:gd name="T25" fmla="*/ 459 h 484"/>
                <a:gd name="T26" fmla="*/ 23 w 444"/>
                <a:gd name="T27" fmla="*/ 478 h 484"/>
                <a:gd name="T28" fmla="*/ 0 w 444"/>
                <a:gd name="T29" fmla="*/ 454 h 484"/>
                <a:gd name="T30" fmla="*/ 381 w 444"/>
                <a:gd name="T31" fmla="*/ 0 h 484"/>
                <a:gd name="T32" fmla="*/ 381 w 444"/>
                <a:gd name="T33" fmla="*/ 0 h 484"/>
                <a:gd name="T34" fmla="*/ 441 w 444"/>
                <a:gd name="T35" fmla="*/ 60 h 484"/>
                <a:gd name="T36" fmla="*/ 444 w 444"/>
                <a:gd name="T37" fmla="*/ 65 h 484"/>
                <a:gd name="T38" fmla="*/ 444 w 444"/>
                <a:gd name="T39" fmla="*/ 65 h 484"/>
                <a:gd name="T40" fmla="*/ 441 w 444"/>
                <a:gd name="T41" fmla="*/ 60 h 484"/>
                <a:gd name="T42" fmla="*/ 381 w 444"/>
                <a:gd name="T43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4" h="484">
                  <a:moveTo>
                    <a:pt x="39" y="484"/>
                  </a:moveTo>
                  <a:cubicBezTo>
                    <a:pt x="39" y="484"/>
                    <a:pt x="39" y="484"/>
                    <a:pt x="39" y="484"/>
                  </a:cubicBezTo>
                  <a:cubicBezTo>
                    <a:pt x="39" y="484"/>
                    <a:pt x="39" y="484"/>
                    <a:pt x="39" y="484"/>
                  </a:cubicBezTo>
                  <a:cubicBezTo>
                    <a:pt x="39" y="484"/>
                    <a:pt x="39" y="484"/>
                    <a:pt x="39" y="484"/>
                  </a:cubicBezTo>
                  <a:moveTo>
                    <a:pt x="55" y="478"/>
                  </a:moveTo>
                  <a:cubicBezTo>
                    <a:pt x="50" y="482"/>
                    <a:pt x="45" y="484"/>
                    <a:pt x="39" y="484"/>
                  </a:cubicBezTo>
                  <a:cubicBezTo>
                    <a:pt x="45" y="484"/>
                    <a:pt x="50" y="482"/>
                    <a:pt x="55" y="478"/>
                  </a:cubicBezTo>
                  <a:moveTo>
                    <a:pt x="55" y="478"/>
                  </a:moveTo>
                  <a:cubicBezTo>
                    <a:pt x="55" y="478"/>
                    <a:pt x="55" y="478"/>
                    <a:pt x="55" y="478"/>
                  </a:cubicBezTo>
                  <a:cubicBezTo>
                    <a:pt x="55" y="478"/>
                    <a:pt x="55" y="478"/>
                    <a:pt x="55" y="478"/>
                  </a:cubicBezTo>
                  <a:moveTo>
                    <a:pt x="0" y="454"/>
                  </a:moveTo>
                  <a:cubicBezTo>
                    <a:pt x="0" y="454"/>
                    <a:pt x="0" y="454"/>
                    <a:pt x="0" y="454"/>
                  </a:cubicBezTo>
                  <a:cubicBezTo>
                    <a:pt x="5" y="459"/>
                    <a:pt x="5" y="459"/>
                    <a:pt x="5" y="459"/>
                  </a:cubicBezTo>
                  <a:cubicBezTo>
                    <a:pt x="23" y="478"/>
                    <a:pt x="23" y="478"/>
                    <a:pt x="23" y="478"/>
                  </a:cubicBezTo>
                  <a:cubicBezTo>
                    <a:pt x="0" y="454"/>
                    <a:pt x="0" y="454"/>
                    <a:pt x="0" y="454"/>
                  </a:cubicBezTo>
                  <a:moveTo>
                    <a:pt x="381" y="0"/>
                  </a:moveTo>
                  <a:cubicBezTo>
                    <a:pt x="381" y="0"/>
                    <a:pt x="381" y="0"/>
                    <a:pt x="381" y="0"/>
                  </a:cubicBezTo>
                  <a:cubicBezTo>
                    <a:pt x="441" y="60"/>
                    <a:pt x="441" y="60"/>
                    <a:pt x="441" y="60"/>
                  </a:cubicBezTo>
                  <a:cubicBezTo>
                    <a:pt x="442" y="61"/>
                    <a:pt x="443" y="63"/>
                    <a:pt x="444" y="65"/>
                  </a:cubicBezTo>
                  <a:cubicBezTo>
                    <a:pt x="444" y="65"/>
                    <a:pt x="444" y="65"/>
                    <a:pt x="444" y="65"/>
                  </a:cubicBezTo>
                  <a:cubicBezTo>
                    <a:pt x="443" y="63"/>
                    <a:pt x="442" y="61"/>
                    <a:pt x="441" y="60"/>
                  </a:cubicBezTo>
                  <a:cubicBezTo>
                    <a:pt x="381" y="0"/>
                    <a:pt x="381" y="0"/>
                    <a:pt x="381" y="0"/>
                  </a:cubicBezTo>
                </a:path>
              </a:pathLst>
            </a:custGeom>
            <a:solidFill>
              <a:srgbClr val="CCC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1" name="Freeform 279">
              <a:extLst>
                <a:ext uri="{FF2B5EF4-FFF2-40B4-BE49-F238E27FC236}">
                  <a16:creationId xmlns:a16="http://schemas.microsoft.com/office/drawing/2014/main" id="{267FFB76-47EE-48DA-A14D-463338598FA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749181" y="975759"/>
              <a:ext cx="644993" cy="718588"/>
            </a:xfrm>
            <a:custGeom>
              <a:avLst/>
              <a:gdLst>
                <a:gd name="T0" fmla="*/ 356 w 447"/>
                <a:gd name="T1" fmla="*/ 0 h 499"/>
                <a:gd name="T2" fmla="*/ 356 w 447"/>
                <a:gd name="T3" fmla="*/ 0 h 499"/>
                <a:gd name="T4" fmla="*/ 341 w 447"/>
                <a:gd name="T5" fmla="*/ 6 h 499"/>
                <a:gd name="T6" fmla="*/ 341 w 447"/>
                <a:gd name="T7" fmla="*/ 6 h 499"/>
                <a:gd name="T8" fmla="*/ 340 w 447"/>
                <a:gd name="T9" fmla="*/ 7 h 499"/>
                <a:gd name="T10" fmla="*/ 340 w 447"/>
                <a:gd name="T11" fmla="*/ 7 h 499"/>
                <a:gd name="T12" fmla="*/ 326 w 447"/>
                <a:gd name="T13" fmla="*/ 21 h 499"/>
                <a:gd name="T14" fmla="*/ 355 w 447"/>
                <a:gd name="T15" fmla="*/ 84 h 499"/>
                <a:gd name="T16" fmla="*/ 302 w 447"/>
                <a:gd name="T17" fmla="*/ 196 h 499"/>
                <a:gd name="T18" fmla="*/ 0 w 447"/>
                <a:gd name="T19" fmla="*/ 469 h 499"/>
                <a:gd name="T20" fmla="*/ 23 w 447"/>
                <a:gd name="T21" fmla="*/ 493 h 499"/>
                <a:gd name="T22" fmla="*/ 39 w 447"/>
                <a:gd name="T23" fmla="*/ 499 h 499"/>
                <a:gd name="T24" fmla="*/ 39 w 447"/>
                <a:gd name="T25" fmla="*/ 499 h 499"/>
                <a:gd name="T26" fmla="*/ 39 w 447"/>
                <a:gd name="T27" fmla="*/ 499 h 499"/>
                <a:gd name="T28" fmla="*/ 55 w 447"/>
                <a:gd name="T29" fmla="*/ 493 h 499"/>
                <a:gd name="T30" fmla="*/ 55 w 447"/>
                <a:gd name="T31" fmla="*/ 493 h 499"/>
                <a:gd name="T32" fmla="*/ 55 w 447"/>
                <a:gd name="T33" fmla="*/ 493 h 499"/>
                <a:gd name="T34" fmla="*/ 55 w 447"/>
                <a:gd name="T35" fmla="*/ 493 h 499"/>
                <a:gd name="T36" fmla="*/ 441 w 447"/>
                <a:gd name="T37" fmla="*/ 107 h 499"/>
                <a:gd name="T38" fmla="*/ 447 w 447"/>
                <a:gd name="T39" fmla="*/ 91 h 499"/>
                <a:gd name="T40" fmla="*/ 444 w 447"/>
                <a:gd name="T41" fmla="*/ 80 h 499"/>
                <a:gd name="T42" fmla="*/ 441 w 447"/>
                <a:gd name="T43" fmla="*/ 75 h 499"/>
                <a:gd name="T44" fmla="*/ 381 w 447"/>
                <a:gd name="T45" fmla="*/ 15 h 499"/>
                <a:gd name="T46" fmla="*/ 372 w 447"/>
                <a:gd name="T47" fmla="*/ 7 h 499"/>
                <a:gd name="T48" fmla="*/ 372 w 447"/>
                <a:gd name="T49" fmla="*/ 7 h 499"/>
                <a:gd name="T50" fmla="*/ 372 w 447"/>
                <a:gd name="T51" fmla="*/ 6 h 499"/>
                <a:gd name="T52" fmla="*/ 372 w 447"/>
                <a:gd name="T53" fmla="*/ 6 h 499"/>
                <a:gd name="T54" fmla="*/ 356 w 447"/>
                <a:gd name="T55" fmla="*/ 0 h 499"/>
                <a:gd name="T56" fmla="*/ 356 w 447"/>
                <a:gd name="T57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7" h="499">
                  <a:moveTo>
                    <a:pt x="356" y="0"/>
                  </a:moveTo>
                  <a:cubicBezTo>
                    <a:pt x="356" y="0"/>
                    <a:pt x="356" y="0"/>
                    <a:pt x="356" y="0"/>
                  </a:cubicBezTo>
                  <a:cubicBezTo>
                    <a:pt x="351" y="0"/>
                    <a:pt x="345" y="2"/>
                    <a:pt x="341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1" y="6"/>
                    <a:pt x="340" y="7"/>
                    <a:pt x="340" y="7"/>
                  </a:cubicBezTo>
                  <a:cubicBezTo>
                    <a:pt x="340" y="7"/>
                    <a:pt x="340" y="7"/>
                    <a:pt x="340" y="7"/>
                  </a:cubicBezTo>
                  <a:cubicBezTo>
                    <a:pt x="326" y="21"/>
                    <a:pt x="326" y="21"/>
                    <a:pt x="326" y="21"/>
                  </a:cubicBezTo>
                  <a:cubicBezTo>
                    <a:pt x="345" y="36"/>
                    <a:pt x="357" y="56"/>
                    <a:pt x="355" y="84"/>
                  </a:cubicBezTo>
                  <a:cubicBezTo>
                    <a:pt x="353" y="125"/>
                    <a:pt x="328" y="166"/>
                    <a:pt x="302" y="196"/>
                  </a:cubicBezTo>
                  <a:cubicBezTo>
                    <a:pt x="249" y="259"/>
                    <a:pt x="6" y="462"/>
                    <a:pt x="0" y="469"/>
                  </a:cubicBezTo>
                  <a:cubicBezTo>
                    <a:pt x="23" y="493"/>
                    <a:pt x="23" y="493"/>
                    <a:pt x="23" y="493"/>
                  </a:cubicBezTo>
                  <a:cubicBezTo>
                    <a:pt x="28" y="497"/>
                    <a:pt x="33" y="499"/>
                    <a:pt x="39" y="499"/>
                  </a:cubicBezTo>
                  <a:cubicBezTo>
                    <a:pt x="39" y="499"/>
                    <a:pt x="39" y="499"/>
                    <a:pt x="39" y="499"/>
                  </a:cubicBezTo>
                  <a:cubicBezTo>
                    <a:pt x="39" y="499"/>
                    <a:pt x="39" y="499"/>
                    <a:pt x="39" y="499"/>
                  </a:cubicBezTo>
                  <a:cubicBezTo>
                    <a:pt x="45" y="499"/>
                    <a:pt x="50" y="497"/>
                    <a:pt x="55" y="493"/>
                  </a:cubicBezTo>
                  <a:cubicBezTo>
                    <a:pt x="55" y="493"/>
                    <a:pt x="55" y="493"/>
                    <a:pt x="55" y="493"/>
                  </a:cubicBezTo>
                  <a:cubicBezTo>
                    <a:pt x="55" y="493"/>
                    <a:pt x="55" y="493"/>
                    <a:pt x="55" y="493"/>
                  </a:cubicBezTo>
                  <a:cubicBezTo>
                    <a:pt x="55" y="493"/>
                    <a:pt x="55" y="493"/>
                    <a:pt x="55" y="493"/>
                  </a:cubicBezTo>
                  <a:cubicBezTo>
                    <a:pt x="441" y="107"/>
                    <a:pt x="441" y="107"/>
                    <a:pt x="441" y="107"/>
                  </a:cubicBezTo>
                  <a:cubicBezTo>
                    <a:pt x="445" y="102"/>
                    <a:pt x="447" y="97"/>
                    <a:pt x="447" y="91"/>
                  </a:cubicBezTo>
                  <a:cubicBezTo>
                    <a:pt x="447" y="87"/>
                    <a:pt x="446" y="83"/>
                    <a:pt x="444" y="80"/>
                  </a:cubicBezTo>
                  <a:cubicBezTo>
                    <a:pt x="443" y="78"/>
                    <a:pt x="442" y="76"/>
                    <a:pt x="441" y="75"/>
                  </a:cubicBezTo>
                  <a:cubicBezTo>
                    <a:pt x="381" y="15"/>
                    <a:pt x="381" y="15"/>
                    <a:pt x="381" y="15"/>
                  </a:cubicBezTo>
                  <a:cubicBezTo>
                    <a:pt x="372" y="7"/>
                    <a:pt x="372" y="7"/>
                    <a:pt x="372" y="7"/>
                  </a:cubicBezTo>
                  <a:cubicBezTo>
                    <a:pt x="372" y="7"/>
                    <a:pt x="372" y="7"/>
                    <a:pt x="372" y="7"/>
                  </a:cubicBezTo>
                  <a:cubicBezTo>
                    <a:pt x="372" y="7"/>
                    <a:pt x="372" y="7"/>
                    <a:pt x="372" y="6"/>
                  </a:cubicBezTo>
                  <a:cubicBezTo>
                    <a:pt x="372" y="6"/>
                    <a:pt x="372" y="6"/>
                    <a:pt x="372" y="6"/>
                  </a:cubicBezTo>
                  <a:cubicBezTo>
                    <a:pt x="368" y="2"/>
                    <a:pt x="362" y="0"/>
                    <a:pt x="356" y="0"/>
                  </a:cubicBezTo>
                  <a:cubicBezTo>
                    <a:pt x="356" y="0"/>
                    <a:pt x="356" y="0"/>
                    <a:pt x="356" y="0"/>
                  </a:cubicBezTo>
                </a:path>
              </a:pathLst>
            </a:custGeom>
            <a:solidFill>
              <a:srgbClr val="E9A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Freeform 280">
              <a:extLst>
                <a:ext uri="{FF2B5EF4-FFF2-40B4-BE49-F238E27FC236}">
                  <a16:creationId xmlns:a16="http://schemas.microsoft.com/office/drawing/2014/main" id="{F490A5F9-2230-4C0F-8967-853B605D18D1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2068697" y="1783242"/>
              <a:ext cx="6943" cy="6943"/>
            </a:xfrm>
            <a:custGeom>
              <a:avLst/>
              <a:gdLst>
                <a:gd name="T0" fmla="*/ 0 w 5"/>
                <a:gd name="T1" fmla="*/ 0 h 5"/>
                <a:gd name="T2" fmla="*/ 0 w 5"/>
                <a:gd name="T3" fmla="*/ 0 h 5"/>
                <a:gd name="T4" fmla="*/ 5 w 5"/>
                <a:gd name="T5" fmla="*/ 5 h 5"/>
                <a:gd name="T6" fmla="*/ 0 w 5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C4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3" name="Freeform 281">
              <a:extLst>
                <a:ext uri="{FF2B5EF4-FFF2-40B4-BE49-F238E27FC236}">
                  <a16:creationId xmlns:a16="http://schemas.microsoft.com/office/drawing/2014/main" id="{073FD841-B2FE-4178-81F7-6EF19E4488CE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>
              <a:off x="1744910" y="1201432"/>
              <a:ext cx="508218" cy="466561"/>
            </a:xfrm>
            <a:custGeom>
              <a:avLst/>
              <a:gdLst>
                <a:gd name="T0" fmla="*/ 327 w 352"/>
                <a:gd name="T1" fmla="*/ 0 h 324"/>
                <a:gd name="T2" fmla="*/ 158 w 352"/>
                <a:gd name="T3" fmla="*/ 150 h 324"/>
                <a:gd name="T4" fmla="*/ 22 w 352"/>
                <a:gd name="T5" fmla="*/ 322 h 324"/>
                <a:gd name="T6" fmla="*/ 28 w 352"/>
                <a:gd name="T7" fmla="*/ 324 h 324"/>
                <a:gd name="T8" fmla="*/ 226 w 352"/>
                <a:gd name="T9" fmla="*/ 150 h 324"/>
                <a:gd name="T10" fmla="*/ 333 w 352"/>
                <a:gd name="T11" fmla="*/ 3 h 324"/>
                <a:gd name="T12" fmla="*/ 327 w 352"/>
                <a:gd name="T13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2" h="324">
                  <a:moveTo>
                    <a:pt x="327" y="0"/>
                  </a:moveTo>
                  <a:cubicBezTo>
                    <a:pt x="296" y="0"/>
                    <a:pt x="203" y="104"/>
                    <a:pt x="158" y="150"/>
                  </a:cubicBezTo>
                  <a:cubicBezTo>
                    <a:pt x="109" y="200"/>
                    <a:pt x="0" y="300"/>
                    <a:pt x="22" y="322"/>
                  </a:cubicBezTo>
                  <a:cubicBezTo>
                    <a:pt x="23" y="324"/>
                    <a:pt x="25" y="324"/>
                    <a:pt x="28" y="324"/>
                  </a:cubicBezTo>
                  <a:cubicBezTo>
                    <a:pt x="63" y="324"/>
                    <a:pt x="193" y="187"/>
                    <a:pt x="226" y="150"/>
                  </a:cubicBezTo>
                  <a:cubicBezTo>
                    <a:pt x="262" y="111"/>
                    <a:pt x="352" y="23"/>
                    <a:pt x="333" y="3"/>
                  </a:cubicBezTo>
                  <a:cubicBezTo>
                    <a:pt x="332" y="1"/>
                    <a:pt x="329" y="0"/>
                    <a:pt x="327" y="0"/>
                  </a:cubicBezTo>
                </a:path>
              </a:pathLst>
            </a:custGeom>
            <a:solidFill>
              <a:srgbClr val="EFC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692DB0F7-AC87-4845-B623-85A40F68DA50}"/>
                </a:ext>
              </a:extLst>
            </p:cNvPr>
            <p:cNvSpPr/>
            <p:nvPr/>
          </p:nvSpPr>
          <p:spPr>
            <a:xfrm>
              <a:off x="-143364" y="940830"/>
              <a:ext cx="2111453" cy="849320"/>
            </a:xfrm>
            <a:prstGeom prst="rect">
              <a:avLst/>
            </a:prstGeom>
            <a:solidFill>
              <a:srgbClr val="DFAD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84326" y="1071271"/>
              <a:ext cx="209213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Contents</a:t>
              </a:r>
              <a:endParaRPr lang="en-US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65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407" y="699542"/>
            <a:ext cx="5009057" cy="381642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5536" y="899594"/>
            <a:ext cx="30098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Alteration of the oceanic crust: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Mass Transfer: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Crust – Ocean, Surface – Deep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Physical and chemical properties of the primary rock: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Porosity, Rheology, Coefficient friction,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Triger fracture, melt – further fault slip, eruption, earthquake</a:t>
            </a:r>
          </a:p>
        </p:txBody>
      </p:sp>
      <p:sp>
        <p:nvSpPr>
          <p:cNvPr id="10" name="椭圆 9"/>
          <p:cNvSpPr/>
          <p:nvPr/>
        </p:nvSpPr>
        <p:spPr>
          <a:xfrm>
            <a:off x="3828920" y="1491630"/>
            <a:ext cx="288032" cy="288032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908673" y="1563638"/>
            <a:ext cx="288032" cy="288032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706126" y="2211710"/>
            <a:ext cx="288032" cy="288032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300192" y="3291830"/>
            <a:ext cx="288032" cy="288032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87924" y="2715766"/>
            <a:ext cx="2106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Subducting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7"/>
          <p:cNvSpPr txBox="1"/>
          <p:nvPr/>
        </p:nvSpPr>
        <p:spPr>
          <a:xfrm>
            <a:off x="0" y="4863830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Andreani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al., 2018;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Deschamps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2013; Lowell, 201; Hacker et al., 2003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/>
          <p:nvPr/>
        </p:nvGrpSpPr>
        <p:grpSpPr>
          <a:xfrm>
            <a:off x="5955069" y="1298133"/>
            <a:ext cx="2313432" cy="2708732"/>
            <a:chOff x="720778" y="2465501"/>
            <a:chExt cx="2748098" cy="4224923"/>
          </a:xfrm>
        </p:grpSpPr>
        <p:sp>
          <p:nvSpPr>
            <p:cNvPr id="11" name="矩形 10"/>
            <p:cNvSpPr/>
            <p:nvPr/>
          </p:nvSpPr>
          <p:spPr bwMode="auto">
            <a:xfrm>
              <a:off x="729996" y="3150689"/>
              <a:ext cx="2552581" cy="35397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 smtClean="0"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Compositional difference in serpentine polymorphs</a:t>
              </a:r>
            </a:p>
            <a:p>
              <a:pPr marL="342900" indent="-342900">
                <a:lnSpc>
                  <a:spcPct val="120000"/>
                </a:lnSpc>
                <a:buAutoNum type="arabicPeriod"/>
              </a:pPr>
              <a:r>
                <a:rPr lang="en-US" altLang="zh-CN" sz="1400" dirty="0" smtClean="0"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How?</a:t>
              </a:r>
            </a:p>
            <a:p>
              <a:pPr marL="342900" indent="-342900">
                <a:lnSpc>
                  <a:spcPct val="120000"/>
                </a:lnSpc>
                <a:buAutoNum type="arabicPeriod"/>
              </a:pPr>
              <a:r>
                <a:rPr lang="en-US" altLang="zh-CN" sz="1400" dirty="0" smtClean="0"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Implications for the reaction environments and mass transfer process.</a:t>
              </a:r>
              <a:endParaRPr lang="zh-CN" altLang="en-US" sz="1400" dirty="0"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箭头: V 形 11"/>
            <p:cNvSpPr/>
            <p:nvPr/>
          </p:nvSpPr>
          <p:spPr bwMode="auto">
            <a:xfrm>
              <a:off x="720778" y="2465501"/>
              <a:ext cx="2748098" cy="546903"/>
            </a:xfrm>
            <a:prstGeom prst="chevron">
              <a:avLst/>
            </a:prstGeom>
            <a:solidFill>
              <a:schemeClr val="accent3"/>
            </a:solidFill>
            <a:ln w="19050">
              <a:noFill/>
              <a:round/>
              <a:headEnd/>
              <a:tailEnd/>
            </a:ln>
            <a:effectLst/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4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Main Target</a:t>
              </a:r>
              <a:endPara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99592" y="1298135"/>
            <a:ext cx="2313432" cy="2708730"/>
            <a:chOff x="265508" y="1268359"/>
            <a:chExt cx="2090957" cy="2708730"/>
          </a:xfrm>
        </p:grpSpPr>
        <p:sp>
          <p:nvSpPr>
            <p:cNvPr id="18" name="箭头: 五边形 17"/>
            <p:cNvSpPr/>
            <p:nvPr/>
          </p:nvSpPr>
          <p:spPr bwMode="auto">
            <a:xfrm>
              <a:off x="265508" y="1268359"/>
              <a:ext cx="2090957" cy="350638"/>
            </a:xfrm>
            <a:prstGeom prst="homePlate">
              <a:avLst/>
            </a:prstGeom>
            <a:solidFill>
              <a:schemeClr val="accent1"/>
            </a:solidFill>
            <a:ln w="19050">
              <a:solidFill>
                <a:srgbClr val="17375E"/>
              </a:solidFill>
              <a:round/>
              <a:headEnd/>
              <a:tailEnd/>
            </a:ln>
            <a:effectLst/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Process of alteration</a:t>
              </a:r>
              <a:endPara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265508" y="1707654"/>
              <a:ext cx="1942193" cy="22694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Olivine/Plagioclase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H</a:t>
              </a:r>
              <a:r>
                <a: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 →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Serpentine + other minerals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algn="just">
                <a:lnSpc>
                  <a:spcPct val="120000"/>
                </a:lnSpc>
              </a:pPr>
              <a:endPara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400" dirty="0" smtClean="0"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2. Serpentine is the main product</a:t>
              </a:r>
              <a:endParaRPr lang="zh-CN" altLang="en-US" sz="1400" dirty="0"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419871" y="1298134"/>
            <a:ext cx="2313432" cy="2713776"/>
            <a:chOff x="2915816" y="1247309"/>
            <a:chExt cx="2090957" cy="2713776"/>
          </a:xfrm>
        </p:grpSpPr>
        <p:sp>
          <p:nvSpPr>
            <p:cNvPr id="15" name="箭头: V 形 14"/>
            <p:cNvSpPr/>
            <p:nvPr/>
          </p:nvSpPr>
          <p:spPr bwMode="auto">
            <a:xfrm>
              <a:off x="2915816" y="1247309"/>
              <a:ext cx="2090957" cy="350639"/>
            </a:xfrm>
            <a:prstGeom prst="chevron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  <a:effectLst/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4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Importance of Serpentine</a:t>
              </a:r>
              <a:endPara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2915816" y="1691650"/>
              <a:ext cx="1942193" cy="22694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Difference in composition – An important carrier during mass transfer</a:t>
              </a:r>
            </a:p>
            <a:p>
              <a:pPr algn="just">
                <a:lnSpc>
                  <a:spcPct val="120000"/>
                </a:lnSpc>
              </a:pPr>
              <a:endPara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400" dirty="0" smtClean="0"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2. Difference in physical properties – Implication for tectonic activities</a:t>
              </a:r>
              <a:endParaRPr lang="zh-CN" altLang="en-US" sz="1400" dirty="0"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616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: Folded Corner 1"/>
          <p:cNvSpPr/>
          <p:nvPr/>
        </p:nvSpPr>
        <p:spPr>
          <a:xfrm>
            <a:off x="2252196" y="1587752"/>
            <a:ext cx="508940" cy="55195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1" name="Rectangle: Folded Corner 2"/>
          <p:cNvSpPr/>
          <p:nvPr/>
        </p:nvSpPr>
        <p:spPr>
          <a:xfrm>
            <a:off x="4697225" y="1587752"/>
            <a:ext cx="508940" cy="5519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2" name="Rectangle: Folded Corner 3"/>
          <p:cNvSpPr/>
          <p:nvPr/>
        </p:nvSpPr>
        <p:spPr>
          <a:xfrm>
            <a:off x="7146896" y="1580581"/>
            <a:ext cx="508940" cy="55195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3" name="Freeform: Shape 11"/>
          <p:cNvSpPr>
            <a:spLocks/>
          </p:cNvSpPr>
          <p:nvPr/>
        </p:nvSpPr>
        <p:spPr bwMode="auto">
          <a:xfrm>
            <a:off x="7244636" y="1689599"/>
            <a:ext cx="306087" cy="306087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 anchor="ctr"/>
          <a:lstStyle/>
          <a:p>
            <a:pPr algn="ctr"/>
            <a:endParaRPr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5" name="Freeform: Shape 13"/>
          <p:cNvSpPr>
            <a:spLocks/>
          </p:cNvSpPr>
          <p:nvPr/>
        </p:nvSpPr>
        <p:spPr bwMode="auto">
          <a:xfrm>
            <a:off x="2353620" y="1689599"/>
            <a:ext cx="306087" cy="306087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 anchor="ctr"/>
          <a:lstStyle/>
          <a:p>
            <a:pPr algn="ctr"/>
            <a:endParaRPr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1092307" y="1899805"/>
            <a:ext cx="2278691" cy="710680"/>
            <a:chOff x="937750" y="5016378"/>
            <a:chExt cx="3038255" cy="947572"/>
          </a:xfrm>
        </p:grpSpPr>
        <p:sp>
          <p:nvSpPr>
            <p:cNvPr id="137" name="矩形 136"/>
            <p:cNvSpPr/>
            <p:nvPr/>
          </p:nvSpPr>
          <p:spPr>
            <a:xfrm>
              <a:off x="937750" y="5456632"/>
              <a:ext cx="3038255" cy="50731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Fibers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937750" y="5016378"/>
              <a:ext cx="2241974" cy="48269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Chrysotile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3537337" y="1899805"/>
            <a:ext cx="2278691" cy="703060"/>
            <a:chOff x="937750" y="5016378"/>
            <a:chExt cx="3038255" cy="937412"/>
          </a:xfrm>
        </p:grpSpPr>
        <p:sp>
          <p:nvSpPr>
            <p:cNvPr id="140" name="矩形 139"/>
            <p:cNvSpPr/>
            <p:nvPr/>
          </p:nvSpPr>
          <p:spPr>
            <a:xfrm>
              <a:off x="937750" y="5446472"/>
              <a:ext cx="3038255" cy="50731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Flat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41" name="矩形 140"/>
            <p:cNvSpPr/>
            <p:nvPr/>
          </p:nvSpPr>
          <p:spPr>
            <a:xfrm>
              <a:off x="937750" y="5016378"/>
              <a:ext cx="2241974" cy="48269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Lizardite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5965717" y="1899805"/>
            <a:ext cx="2278691" cy="710680"/>
            <a:chOff x="937750" y="5016378"/>
            <a:chExt cx="3038255" cy="947572"/>
          </a:xfrm>
        </p:grpSpPr>
        <p:sp>
          <p:nvSpPr>
            <p:cNvPr id="143" name="矩形 142"/>
            <p:cNvSpPr/>
            <p:nvPr/>
          </p:nvSpPr>
          <p:spPr>
            <a:xfrm>
              <a:off x="937750" y="5456632"/>
              <a:ext cx="3038255" cy="50731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Wave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>
              <a:off x="937750" y="5016378"/>
              <a:ext cx="2241974" cy="48269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Antigorite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2307" y="896762"/>
            <a:ext cx="6296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Structure and chemical formula but different morphology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811164"/>
            <a:ext cx="1893455" cy="189345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843" y="2796715"/>
            <a:ext cx="1898668" cy="1898668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8"/>
          <a:stretch/>
        </p:blipFill>
        <p:spPr>
          <a:xfrm>
            <a:off x="6054115" y="2787774"/>
            <a:ext cx="1877817" cy="190195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788024" y="1653510"/>
            <a:ext cx="355845" cy="358572"/>
            <a:chOff x="5653088" y="2108201"/>
            <a:chExt cx="828675" cy="835025"/>
          </a:xfrm>
          <a:noFill/>
        </p:grpSpPr>
        <p:sp>
          <p:nvSpPr>
            <p:cNvPr id="33" name="Freeform 22"/>
            <p:cNvSpPr>
              <a:spLocks noEditPoints="1"/>
            </p:cNvSpPr>
            <p:nvPr/>
          </p:nvSpPr>
          <p:spPr bwMode="auto">
            <a:xfrm>
              <a:off x="5653088" y="2108201"/>
              <a:ext cx="828675" cy="835025"/>
            </a:xfrm>
            <a:custGeom>
              <a:avLst/>
              <a:gdLst>
                <a:gd name="T0" fmla="*/ 219 w 221"/>
                <a:gd name="T1" fmla="*/ 18 h 222"/>
                <a:gd name="T2" fmla="*/ 200 w 221"/>
                <a:gd name="T3" fmla="*/ 11 h 222"/>
                <a:gd name="T4" fmla="*/ 171 w 221"/>
                <a:gd name="T5" fmla="*/ 6 h 222"/>
                <a:gd name="T6" fmla="*/ 171 w 221"/>
                <a:gd name="T7" fmla="*/ 5 h 222"/>
                <a:gd name="T8" fmla="*/ 169 w 221"/>
                <a:gd name="T9" fmla="*/ 2 h 222"/>
                <a:gd name="T10" fmla="*/ 166 w 221"/>
                <a:gd name="T11" fmla="*/ 0 h 222"/>
                <a:gd name="T12" fmla="*/ 164 w 221"/>
                <a:gd name="T13" fmla="*/ 9 h 222"/>
                <a:gd name="T14" fmla="*/ 201 w 221"/>
                <a:gd name="T15" fmla="*/ 18 h 222"/>
                <a:gd name="T16" fmla="*/ 212 w 221"/>
                <a:gd name="T17" fmla="*/ 20 h 222"/>
                <a:gd name="T18" fmla="*/ 192 w 221"/>
                <a:gd name="T19" fmla="*/ 40 h 222"/>
                <a:gd name="T20" fmla="*/ 191 w 221"/>
                <a:gd name="T21" fmla="*/ 39 h 222"/>
                <a:gd name="T22" fmla="*/ 179 w 221"/>
                <a:gd name="T23" fmla="*/ 34 h 222"/>
                <a:gd name="T24" fmla="*/ 167 w 221"/>
                <a:gd name="T25" fmla="*/ 39 h 222"/>
                <a:gd name="T26" fmla="*/ 162 w 221"/>
                <a:gd name="T27" fmla="*/ 55 h 222"/>
                <a:gd name="T28" fmla="*/ 103 w 221"/>
                <a:gd name="T29" fmla="*/ 34 h 222"/>
                <a:gd name="T30" fmla="*/ 36 w 221"/>
                <a:gd name="T31" fmla="*/ 62 h 222"/>
                <a:gd name="T32" fmla="*/ 36 w 221"/>
                <a:gd name="T33" fmla="*/ 194 h 222"/>
                <a:gd name="T34" fmla="*/ 103 w 221"/>
                <a:gd name="T35" fmla="*/ 222 h 222"/>
                <a:gd name="T36" fmla="*/ 169 w 221"/>
                <a:gd name="T37" fmla="*/ 194 h 222"/>
                <a:gd name="T38" fmla="*/ 176 w 221"/>
                <a:gd name="T39" fmla="*/ 69 h 222"/>
                <a:gd name="T40" fmla="*/ 179 w 221"/>
                <a:gd name="T41" fmla="*/ 69 h 222"/>
                <a:gd name="T42" fmla="*/ 191 w 221"/>
                <a:gd name="T43" fmla="*/ 64 h 222"/>
                <a:gd name="T44" fmla="*/ 195 w 221"/>
                <a:gd name="T45" fmla="*/ 45 h 222"/>
                <a:gd name="T46" fmla="*/ 219 w 221"/>
                <a:gd name="T47" fmla="*/ 18 h 222"/>
                <a:gd name="T48" fmla="*/ 163 w 221"/>
                <a:gd name="T49" fmla="*/ 189 h 222"/>
                <a:gd name="T50" fmla="*/ 103 w 221"/>
                <a:gd name="T51" fmla="*/ 214 h 222"/>
                <a:gd name="T52" fmla="*/ 42 w 221"/>
                <a:gd name="T53" fmla="*/ 189 h 222"/>
                <a:gd name="T54" fmla="*/ 17 w 221"/>
                <a:gd name="T55" fmla="*/ 128 h 222"/>
                <a:gd name="T56" fmla="*/ 42 w 221"/>
                <a:gd name="T57" fmla="*/ 67 h 222"/>
                <a:gd name="T58" fmla="*/ 103 w 221"/>
                <a:gd name="T59" fmla="*/ 42 h 222"/>
                <a:gd name="T60" fmla="*/ 163 w 221"/>
                <a:gd name="T61" fmla="*/ 67 h 222"/>
                <a:gd name="T62" fmla="*/ 163 w 221"/>
                <a:gd name="T63" fmla="*/ 189 h 222"/>
                <a:gd name="T64" fmla="*/ 187 w 221"/>
                <a:gd name="T65" fmla="*/ 59 h 222"/>
                <a:gd name="T66" fmla="*/ 179 w 221"/>
                <a:gd name="T67" fmla="*/ 62 h 222"/>
                <a:gd name="T68" fmla="*/ 171 w 221"/>
                <a:gd name="T69" fmla="*/ 59 h 222"/>
                <a:gd name="T70" fmla="*/ 168 w 221"/>
                <a:gd name="T71" fmla="*/ 52 h 222"/>
                <a:gd name="T72" fmla="*/ 171 w 221"/>
                <a:gd name="T73" fmla="*/ 44 h 222"/>
                <a:gd name="T74" fmla="*/ 179 w 221"/>
                <a:gd name="T75" fmla="*/ 41 h 222"/>
                <a:gd name="T76" fmla="*/ 186 w 221"/>
                <a:gd name="T77" fmla="*/ 44 h 222"/>
                <a:gd name="T78" fmla="*/ 177 w 221"/>
                <a:gd name="T79" fmla="*/ 49 h 222"/>
                <a:gd name="T80" fmla="*/ 181 w 221"/>
                <a:gd name="T81" fmla="*/ 55 h 222"/>
                <a:gd name="T82" fmla="*/ 190 w 221"/>
                <a:gd name="T83" fmla="*/ 49 h 222"/>
                <a:gd name="T84" fmla="*/ 190 w 221"/>
                <a:gd name="T85" fmla="*/ 52 h 222"/>
                <a:gd name="T86" fmla="*/ 187 w 221"/>
                <a:gd name="T87" fmla="*/ 5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1" h="222">
                  <a:moveTo>
                    <a:pt x="219" y="18"/>
                  </a:moveTo>
                  <a:cubicBezTo>
                    <a:pt x="217" y="12"/>
                    <a:pt x="208" y="11"/>
                    <a:pt x="200" y="11"/>
                  </a:cubicBezTo>
                  <a:cubicBezTo>
                    <a:pt x="174" y="11"/>
                    <a:pt x="171" y="7"/>
                    <a:pt x="171" y="6"/>
                  </a:cubicBezTo>
                  <a:cubicBezTo>
                    <a:pt x="170" y="6"/>
                    <a:pt x="171" y="5"/>
                    <a:pt x="171" y="5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65" y="2"/>
                    <a:pt x="163" y="5"/>
                    <a:pt x="164" y="9"/>
                  </a:cubicBezTo>
                  <a:cubicBezTo>
                    <a:pt x="167" y="15"/>
                    <a:pt x="179" y="18"/>
                    <a:pt x="201" y="18"/>
                  </a:cubicBezTo>
                  <a:cubicBezTo>
                    <a:pt x="211" y="18"/>
                    <a:pt x="212" y="20"/>
                    <a:pt x="212" y="20"/>
                  </a:cubicBezTo>
                  <a:cubicBezTo>
                    <a:pt x="213" y="23"/>
                    <a:pt x="204" y="31"/>
                    <a:pt x="192" y="40"/>
                  </a:cubicBezTo>
                  <a:cubicBezTo>
                    <a:pt x="192" y="40"/>
                    <a:pt x="192" y="39"/>
                    <a:pt x="191" y="39"/>
                  </a:cubicBezTo>
                  <a:cubicBezTo>
                    <a:pt x="188" y="36"/>
                    <a:pt x="184" y="34"/>
                    <a:pt x="179" y="34"/>
                  </a:cubicBezTo>
                  <a:cubicBezTo>
                    <a:pt x="175" y="34"/>
                    <a:pt x="170" y="36"/>
                    <a:pt x="167" y="39"/>
                  </a:cubicBezTo>
                  <a:cubicBezTo>
                    <a:pt x="162" y="44"/>
                    <a:pt x="161" y="49"/>
                    <a:pt x="162" y="55"/>
                  </a:cubicBezTo>
                  <a:cubicBezTo>
                    <a:pt x="145" y="41"/>
                    <a:pt x="124" y="34"/>
                    <a:pt x="103" y="34"/>
                  </a:cubicBezTo>
                  <a:cubicBezTo>
                    <a:pt x="79" y="34"/>
                    <a:pt x="55" y="43"/>
                    <a:pt x="36" y="62"/>
                  </a:cubicBezTo>
                  <a:cubicBezTo>
                    <a:pt x="0" y="98"/>
                    <a:pt x="0" y="158"/>
                    <a:pt x="36" y="194"/>
                  </a:cubicBezTo>
                  <a:cubicBezTo>
                    <a:pt x="55" y="213"/>
                    <a:pt x="79" y="222"/>
                    <a:pt x="103" y="222"/>
                  </a:cubicBezTo>
                  <a:cubicBezTo>
                    <a:pt x="127" y="222"/>
                    <a:pt x="151" y="213"/>
                    <a:pt x="169" y="194"/>
                  </a:cubicBezTo>
                  <a:cubicBezTo>
                    <a:pt x="203" y="160"/>
                    <a:pt x="206" y="106"/>
                    <a:pt x="176" y="69"/>
                  </a:cubicBezTo>
                  <a:cubicBezTo>
                    <a:pt x="177" y="69"/>
                    <a:pt x="178" y="69"/>
                    <a:pt x="179" y="69"/>
                  </a:cubicBezTo>
                  <a:cubicBezTo>
                    <a:pt x="184" y="69"/>
                    <a:pt x="188" y="68"/>
                    <a:pt x="191" y="64"/>
                  </a:cubicBezTo>
                  <a:cubicBezTo>
                    <a:pt x="197" y="59"/>
                    <a:pt x="198" y="52"/>
                    <a:pt x="195" y="45"/>
                  </a:cubicBezTo>
                  <a:cubicBezTo>
                    <a:pt x="208" y="37"/>
                    <a:pt x="221" y="26"/>
                    <a:pt x="219" y="18"/>
                  </a:cubicBezTo>
                  <a:close/>
                  <a:moveTo>
                    <a:pt x="163" y="189"/>
                  </a:moveTo>
                  <a:cubicBezTo>
                    <a:pt x="147" y="205"/>
                    <a:pt x="126" y="214"/>
                    <a:pt x="103" y="214"/>
                  </a:cubicBezTo>
                  <a:cubicBezTo>
                    <a:pt x="80" y="214"/>
                    <a:pt x="58" y="205"/>
                    <a:pt x="42" y="189"/>
                  </a:cubicBezTo>
                  <a:cubicBezTo>
                    <a:pt x="26" y="172"/>
                    <a:pt x="17" y="151"/>
                    <a:pt x="17" y="128"/>
                  </a:cubicBezTo>
                  <a:cubicBezTo>
                    <a:pt x="17" y="105"/>
                    <a:pt x="26" y="83"/>
                    <a:pt x="42" y="67"/>
                  </a:cubicBezTo>
                  <a:cubicBezTo>
                    <a:pt x="58" y="51"/>
                    <a:pt x="80" y="42"/>
                    <a:pt x="103" y="42"/>
                  </a:cubicBezTo>
                  <a:cubicBezTo>
                    <a:pt x="126" y="42"/>
                    <a:pt x="147" y="51"/>
                    <a:pt x="163" y="67"/>
                  </a:cubicBezTo>
                  <a:cubicBezTo>
                    <a:pt x="197" y="101"/>
                    <a:pt x="197" y="155"/>
                    <a:pt x="163" y="189"/>
                  </a:cubicBezTo>
                  <a:close/>
                  <a:moveTo>
                    <a:pt x="187" y="59"/>
                  </a:moveTo>
                  <a:cubicBezTo>
                    <a:pt x="185" y="61"/>
                    <a:pt x="182" y="62"/>
                    <a:pt x="179" y="62"/>
                  </a:cubicBezTo>
                  <a:cubicBezTo>
                    <a:pt x="176" y="62"/>
                    <a:pt x="173" y="61"/>
                    <a:pt x="171" y="59"/>
                  </a:cubicBezTo>
                  <a:cubicBezTo>
                    <a:pt x="169" y="57"/>
                    <a:pt x="168" y="55"/>
                    <a:pt x="168" y="52"/>
                  </a:cubicBezTo>
                  <a:cubicBezTo>
                    <a:pt x="168" y="49"/>
                    <a:pt x="169" y="46"/>
                    <a:pt x="171" y="44"/>
                  </a:cubicBezTo>
                  <a:cubicBezTo>
                    <a:pt x="173" y="42"/>
                    <a:pt x="176" y="41"/>
                    <a:pt x="179" y="41"/>
                  </a:cubicBezTo>
                  <a:cubicBezTo>
                    <a:pt x="182" y="41"/>
                    <a:pt x="184" y="42"/>
                    <a:pt x="186" y="44"/>
                  </a:cubicBezTo>
                  <a:cubicBezTo>
                    <a:pt x="183" y="45"/>
                    <a:pt x="180" y="47"/>
                    <a:pt x="177" y="49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3" y="53"/>
                    <a:pt x="186" y="51"/>
                    <a:pt x="190" y="49"/>
                  </a:cubicBezTo>
                  <a:cubicBezTo>
                    <a:pt x="190" y="50"/>
                    <a:pt x="190" y="51"/>
                    <a:pt x="190" y="52"/>
                  </a:cubicBezTo>
                  <a:cubicBezTo>
                    <a:pt x="190" y="55"/>
                    <a:pt x="189" y="57"/>
                    <a:pt x="187" y="5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23"/>
            <p:cNvSpPr>
              <a:spLocks noEditPoints="1"/>
            </p:cNvSpPr>
            <p:nvPr/>
          </p:nvSpPr>
          <p:spPr bwMode="auto">
            <a:xfrm>
              <a:off x="5897563" y="2397126"/>
              <a:ext cx="349250" cy="252413"/>
            </a:xfrm>
            <a:custGeom>
              <a:avLst/>
              <a:gdLst>
                <a:gd name="T0" fmla="*/ 87 w 93"/>
                <a:gd name="T1" fmla="*/ 0 h 67"/>
                <a:gd name="T2" fmla="*/ 45 w 93"/>
                <a:gd name="T3" fmla="*/ 45 h 67"/>
                <a:gd name="T4" fmla="*/ 39 w 93"/>
                <a:gd name="T5" fmla="*/ 43 h 67"/>
                <a:gd name="T6" fmla="*/ 33 w 93"/>
                <a:gd name="T7" fmla="*/ 45 h 67"/>
                <a:gd name="T8" fmla="*/ 6 w 93"/>
                <a:gd name="T9" fmla="*/ 19 h 67"/>
                <a:gd name="T10" fmla="*/ 0 w 93"/>
                <a:gd name="T11" fmla="*/ 25 h 67"/>
                <a:gd name="T12" fmla="*/ 28 w 93"/>
                <a:gd name="T13" fmla="*/ 51 h 67"/>
                <a:gd name="T14" fmla="*/ 27 w 93"/>
                <a:gd name="T15" fmla="*/ 55 h 67"/>
                <a:gd name="T16" fmla="*/ 39 w 93"/>
                <a:gd name="T17" fmla="*/ 67 h 67"/>
                <a:gd name="T18" fmla="*/ 51 w 93"/>
                <a:gd name="T19" fmla="*/ 55 h 67"/>
                <a:gd name="T20" fmla="*/ 50 w 93"/>
                <a:gd name="T21" fmla="*/ 51 h 67"/>
                <a:gd name="T22" fmla="*/ 93 w 93"/>
                <a:gd name="T23" fmla="*/ 6 h 67"/>
                <a:gd name="T24" fmla="*/ 87 w 93"/>
                <a:gd name="T25" fmla="*/ 0 h 67"/>
                <a:gd name="T26" fmla="*/ 39 w 93"/>
                <a:gd name="T27" fmla="*/ 59 h 67"/>
                <a:gd name="T28" fmla="*/ 35 w 93"/>
                <a:gd name="T29" fmla="*/ 55 h 67"/>
                <a:gd name="T30" fmla="*/ 39 w 93"/>
                <a:gd name="T31" fmla="*/ 51 h 67"/>
                <a:gd name="T32" fmla="*/ 43 w 93"/>
                <a:gd name="T33" fmla="*/ 55 h 67"/>
                <a:gd name="T34" fmla="*/ 39 w 93"/>
                <a:gd name="T35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67">
                  <a:moveTo>
                    <a:pt x="87" y="0"/>
                  </a:moveTo>
                  <a:cubicBezTo>
                    <a:pt x="45" y="45"/>
                    <a:pt x="45" y="45"/>
                    <a:pt x="45" y="45"/>
                  </a:cubicBezTo>
                  <a:cubicBezTo>
                    <a:pt x="43" y="44"/>
                    <a:pt x="41" y="43"/>
                    <a:pt x="39" y="43"/>
                  </a:cubicBezTo>
                  <a:cubicBezTo>
                    <a:pt x="37" y="43"/>
                    <a:pt x="35" y="44"/>
                    <a:pt x="33" y="45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7" y="52"/>
                    <a:pt x="27" y="54"/>
                    <a:pt x="27" y="55"/>
                  </a:cubicBezTo>
                  <a:cubicBezTo>
                    <a:pt x="27" y="62"/>
                    <a:pt x="32" y="67"/>
                    <a:pt x="39" y="67"/>
                  </a:cubicBezTo>
                  <a:cubicBezTo>
                    <a:pt x="46" y="67"/>
                    <a:pt x="51" y="62"/>
                    <a:pt x="51" y="55"/>
                  </a:cubicBezTo>
                  <a:cubicBezTo>
                    <a:pt x="51" y="54"/>
                    <a:pt x="51" y="52"/>
                    <a:pt x="50" y="51"/>
                  </a:cubicBezTo>
                  <a:cubicBezTo>
                    <a:pt x="93" y="6"/>
                    <a:pt x="93" y="6"/>
                    <a:pt x="93" y="6"/>
                  </a:cubicBezTo>
                  <a:lnTo>
                    <a:pt x="87" y="0"/>
                  </a:lnTo>
                  <a:close/>
                  <a:moveTo>
                    <a:pt x="39" y="59"/>
                  </a:moveTo>
                  <a:cubicBezTo>
                    <a:pt x="37" y="59"/>
                    <a:pt x="35" y="57"/>
                    <a:pt x="35" y="55"/>
                  </a:cubicBezTo>
                  <a:cubicBezTo>
                    <a:pt x="35" y="53"/>
                    <a:pt x="37" y="51"/>
                    <a:pt x="39" y="51"/>
                  </a:cubicBezTo>
                  <a:cubicBezTo>
                    <a:pt x="41" y="51"/>
                    <a:pt x="43" y="53"/>
                    <a:pt x="43" y="55"/>
                  </a:cubicBezTo>
                  <a:cubicBezTo>
                    <a:pt x="43" y="57"/>
                    <a:pt x="41" y="59"/>
                    <a:pt x="39" y="59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6" name="TextBox 7"/>
          <p:cNvSpPr txBox="1"/>
          <p:nvPr/>
        </p:nvSpPr>
        <p:spPr>
          <a:xfrm>
            <a:off x="-23134" y="4866501"/>
            <a:ext cx="598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 of chrysotile and lizardite were took through TEM tech.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Dóódony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60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7205" y="699542"/>
            <a:ext cx="928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Chrysotile likes ultramafic rocks, lizardite prefers mafic ones, and antigorite like high T and P environment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factors that affect the serpentine polymorph still need further study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31" y="1751691"/>
            <a:ext cx="6840760" cy="3052307"/>
          </a:xfrm>
          <a:prstGeom prst="rect">
            <a:avLst/>
          </a:prstGeom>
        </p:spPr>
      </p:pic>
      <p:sp>
        <p:nvSpPr>
          <p:cNvPr id="25" name="TextBox 7"/>
          <p:cNvSpPr txBox="1"/>
          <p:nvPr/>
        </p:nvSpPr>
        <p:spPr>
          <a:xfrm>
            <a:off x="0" y="4846609"/>
            <a:ext cx="2502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Ningthoujam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2012</a:t>
            </a:r>
          </a:p>
        </p:txBody>
      </p:sp>
    </p:spTree>
    <p:extLst>
      <p:ext uri="{BB962C8B-B14F-4D97-AF65-F5344CB8AC3E}">
        <p14:creationId xmlns:p14="http://schemas.microsoft.com/office/powerpoint/2010/main" val="2418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34532" y="1071871"/>
            <a:ext cx="6768752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elements difference controlling the serpentine polymorph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31640" y="1720972"/>
            <a:ext cx="6111865" cy="2798904"/>
            <a:chOff x="2995171" y="2066342"/>
            <a:chExt cx="8149154" cy="373207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1DA6374-FA7B-4049-B452-CB714B2014FB}"/>
                </a:ext>
              </a:extLst>
            </p:cNvPr>
            <p:cNvGrpSpPr/>
            <p:nvPr/>
          </p:nvGrpSpPr>
          <p:grpSpPr>
            <a:xfrm>
              <a:off x="2995171" y="2623825"/>
              <a:ext cx="8149154" cy="2323302"/>
              <a:chOff x="2332371" y="1997063"/>
              <a:chExt cx="5885872" cy="1678046"/>
            </a:xfrm>
          </p:grpSpPr>
          <p:sp>
            <p:nvSpPr>
              <p:cNvPr id="22" name="Block Arc 38">
                <a:extLst>
                  <a:ext uri="{FF2B5EF4-FFF2-40B4-BE49-F238E27FC236}">
                    <a16:creationId xmlns:a16="http://schemas.microsoft.com/office/drawing/2014/main" id="{C41E3D1F-8B19-4122-BACF-DB2333E920CD}"/>
                  </a:ext>
                </a:extLst>
              </p:cNvPr>
              <p:cNvSpPr/>
              <p:nvPr/>
            </p:nvSpPr>
            <p:spPr>
              <a:xfrm>
                <a:off x="5147059" y="1999225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23" name="Block Arc 37">
                <a:extLst>
                  <a:ext uri="{FF2B5EF4-FFF2-40B4-BE49-F238E27FC236}">
                    <a16:creationId xmlns:a16="http://schemas.microsoft.com/office/drawing/2014/main" id="{3EEBCC8D-03EC-4D65-BC8A-AAFF5CE35256}"/>
                  </a:ext>
                </a:extLst>
              </p:cNvPr>
              <p:cNvSpPr/>
              <p:nvPr/>
            </p:nvSpPr>
            <p:spPr>
              <a:xfrm rot="10800000">
                <a:off x="3740445" y="1997063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26" name="Block Arc 36">
                <a:extLst>
                  <a:ext uri="{FF2B5EF4-FFF2-40B4-BE49-F238E27FC236}">
                    <a16:creationId xmlns:a16="http://schemas.microsoft.com/office/drawing/2014/main" id="{A0CC458C-DC83-4CD3-ADF9-A7063DF8084F}"/>
                  </a:ext>
                </a:extLst>
              </p:cNvPr>
              <p:cNvSpPr/>
              <p:nvPr/>
            </p:nvSpPr>
            <p:spPr>
              <a:xfrm>
                <a:off x="2336161" y="2011925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28" name="Block Arc 53">
                <a:extLst>
                  <a:ext uri="{FF2B5EF4-FFF2-40B4-BE49-F238E27FC236}">
                    <a16:creationId xmlns:a16="http://schemas.microsoft.com/office/drawing/2014/main" id="{CE26065A-B3DC-4F6D-8FFB-27E1A7D5CCA2}"/>
                  </a:ext>
                </a:extLst>
              </p:cNvPr>
              <p:cNvSpPr/>
              <p:nvPr/>
            </p:nvSpPr>
            <p:spPr>
              <a:xfrm>
                <a:off x="3740445" y="1999225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rgbClr val="1737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29" name="Block Arc 55">
                <a:extLst>
                  <a:ext uri="{FF2B5EF4-FFF2-40B4-BE49-F238E27FC236}">
                    <a16:creationId xmlns:a16="http://schemas.microsoft.com/office/drawing/2014/main" id="{90B2A74D-C756-4954-9141-F16B745DE66A}"/>
                  </a:ext>
                </a:extLst>
              </p:cNvPr>
              <p:cNvSpPr/>
              <p:nvPr/>
            </p:nvSpPr>
            <p:spPr>
              <a:xfrm>
                <a:off x="6555059" y="1999225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rgbClr val="1737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1" name="Freeform 63">
                <a:extLst>
                  <a:ext uri="{FF2B5EF4-FFF2-40B4-BE49-F238E27FC236}">
                    <a16:creationId xmlns:a16="http://schemas.microsoft.com/office/drawing/2014/main" id="{E757CCD6-AAE0-4CA6-B4BA-63444C68E57B}"/>
                  </a:ext>
                </a:extLst>
              </p:cNvPr>
              <p:cNvSpPr/>
              <p:nvPr/>
            </p:nvSpPr>
            <p:spPr>
              <a:xfrm>
                <a:off x="2687506" y="2344037"/>
                <a:ext cx="966528" cy="966528"/>
              </a:xfrm>
              <a:custGeom>
                <a:avLst/>
                <a:gdLst>
                  <a:gd name="connsiteX0" fmla="*/ 0 w 905504"/>
                  <a:gd name="connsiteY0" fmla="*/ 452752 h 905504"/>
                  <a:gd name="connsiteX1" fmla="*/ 132608 w 905504"/>
                  <a:gd name="connsiteY1" fmla="*/ 132608 h 905504"/>
                  <a:gd name="connsiteX2" fmla="*/ 452752 w 905504"/>
                  <a:gd name="connsiteY2" fmla="*/ 0 h 905504"/>
                  <a:gd name="connsiteX3" fmla="*/ 772896 w 905504"/>
                  <a:gd name="connsiteY3" fmla="*/ 132608 h 905504"/>
                  <a:gd name="connsiteX4" fmla="*/ 905504 w 905504"/>
                  <a:gd name="connsiteY4" fmla="*/ 452752 h 905504"/>
                  <a:gd name="connsiteX5" fmla="*/ 772896 w 905504"/>
                  <a:gd name="connsiteY5" fmla="*/ 772896 h 905504"/>
                  <a:gd name="connsiteX6" fmla="*/ 452752 w 905504"/>
                  <a:gd name="connsiteY6" fmla="*/ 905504 h 905504"/>
                  <a:gd name="connsiteX7" fmla="*/ 132608 w 905504"/>
                  <a:gd name="connsiteY7" fmla="*/ 772896 h 905504"/>
                  <a:gd name="connsiteX8" fmla="*/ 0 w 905504"/>
                  <a:gd name="connsiteY8" fmla="*/ 452752 h 90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5504" h="905504">
                    <a:moveTo>
                      <a:pt x="0" y="452752"/>
                    </a:moveTo>
                    <a:cubicBezTo>
                      <a:pt x="0" y="332675"/>
                      <a:pt x="47701" y="217515"/>
                      <a:pt x="132608" y="132608"/>
                    </a:cubicBezTo>
                    <a:cubicBezTo>
                      <a:pt x="217516" y="47701"/>
                      <a:pt x="332675" y="0"/>
                      <a:pt x="452752" y="0"/>
                    </a:cubicBezTo>
                    <a:cubicBezTo>
                      <a:pt x="572829" y="0"/>
                      <a:pt x="687989" y="47701"/>
                      <a:pt x="772896" y="132608"/>
                    </a:cubicBezTo>
                    <a:cubicBezTo>
                      <a:pt x="857803" y="217516"/>
                      <a:pt x="905504" y="332675"/>
                      <a:pt x="905504" y="452752"/>
                    </a:cubicBezTo>
                    <a:cubicBezTo>
                      <a:pt x="905504" y="572829"/>
                      <a:pt x="857803" y="687989"/>
                      <a:pt x="772896" y="772896"/>
                    </a:cubicBezTo>
                    <a:cubicBezTo>
                      <a:pt x="687988" y="857803"/>
                      <a:pt x="572829" y="905504"/>
                      <a:pt x="452752" y="905504"/>
                    </a:cubicBezTo>
                    <a:cubicBezTo>
                      <a:pt x="332675" y="905504"/>
                      <a:pt x="217515" y="857803"/>
                      <a:pt x="132608" y="772896"/>
                    </a:cubicBezTo>
                    <a:cubicBezTo>
                      <a:pt x="47701" y="687988"/>
                      <a:pt x="0" y="572829"/>
                      <a:pt x="0" y="452752"/>
                    </a:cubicBezTo>
                    <a:close/>
                  </a:path>
                </a:pathLst>
              </a:custGeom>
              <a:noFill/>
              <a:ln w="19050">
                <a:solidFill>
                  <a:srgbClr val="9199B0"/>
                </a:solidFill>
                <a:prstDash val="sysDot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0048" tIns="130048" rIns="112361" bIns="112361" numCol="1" spcCol="1270" anchor="ctr" anchorCtr="0">
                <a:noAutofit/>
              </a:bodyPr>
              <a:lstStyle/>
              <a:p>
                <a:pPr algn="ctr" defTabSz="666684">
                  <a:lnSpc>
                    <a:spcPct val="90000"/>
                  </a:lnSpc>
                  <a:spcAft>
                    <a:spcPct val="35000"/>
                  </a:spcAft>
                </a:pPr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2" name="Freeform 64">
                <a:extLst>
                  <a:ext uri="{FF2B5EF4-FFF2-40B4-BE49-F238E27FC236}">
                    <a16:creationId xmlns:a16="http://schemas.microsoft.com/office/drawing/2014/main" id="{50DD341D-E2C6-43FB-892E-0D28CD305505}"/>
                  </a:ext>
                </a:extLst>
              </p:cNvPr>
              <p:cNvSpPr/>
              <p:nvPr/>
            </p:nvSpPr>
            <p:spPr>
              <a:xfrm>
                <a:off x="4087361" y="2344037"/>
                <a:ext cx="966528" cy="966528"/>
              </a:xfrm>
              <a:custGeom>
                <a:avLst/>
                <a:gdLst>
                  <a:gd name="connsiteX0" fmla="*/ 0 w 905504"/>
                  <a:gd name="connsiteY0" fmla="*/ 452752 h 905504"/>
                  <a:gd name="connsiteX1" fmla="*/ 132608 w 905504"/>
                  <a:gd name="connsiteY1" fmla="*/ 132608 h 905504"/>
                  <a:gd name="connsiteX2" fmla="*/ 452752 w 905504"/>
                  <a:gd name="connsiteY2" fmla="*/ 0 h 905504"/>
                  <a:gd name="connsiteX3" fmla="*/ 772896 w 905504"/>
                  <a:gd name="connsiteY3" fmla="*/ 132608 h 905504"/>
                  <a:gd name="connsiteX4" fmla="*/ 905504 w 905504"/>
                  <a:gd name="connsiteY4" fmla="*/ 452752 h 905504"/>
                  <a:gd name="connsiteX5" fmla="*/ 772896 w 905504"/>
                  <a:gd name="connsiteY5" fmla="*/ 772896 h 905504"/>
                  <a:gd name="connsiteX6" fmla="*/ 452752 w 905504"/>
                  <a:gd name="connsiteY6" fmla="*/ 905504 h 905504"/>
                  <a:gd name="connsiteX7" fmla="*/ 132608 w 905504"/>
                  <a:gd name="connsiteY7" fmla="*/ 772896 h 905504"/>
                  <a:gd name="connsiteX8" fmla="*/ 0 w 905504"/>
                  <a:gd name="connsiteY8" fmla="*/ 452752 h 90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5504" h="905504">
                    <a:moveTo>
                      <a:pt x="0" y="452752"/>
                    </a:moveTo>
                    <a:cubicBezTo>
                      <a:pt x="0" y="332675"/>
                      <a:pt x="47701" y="217515"/>
                      <a:pt x="132608" y="132608"/>
                    </a:cubicBezTo>
                    <a:cubicBezTo>
                      <a:pt x="217516" y="47701"/>
                      <a:pt x="332675" y="0"/>
                      <a:pt x="452752" y="0"/>
                    </a:cubicBezTo>
                    <a:cubicBezTo>
                      <a:pt x="572829" y="0"/>
                      <a:pt x="687989" y="47701"/>
                      <a:pt x="772896" y="132608"/>
                    </a:cubicBezTo>
                    <a:cubicBezTo>
                      <a:pt x="857803" y="217516"/>
                      <a:pt x="905504" y="332675"/>
                      <a:pt x="905504" y="452752"/>
                    </a:cubicBezTo>
                    <a:cubicBezTo>
                      <a:pt x="905504" y="572829"/>
                      <a:pt x="857803" y="687989"/>
                      <a:pt x="772896" y="772896"/>
                    </a:cubicBezTo>
                    <a:cubicBezTo>
                      <a:pt x="687988" y="857803"/>
                      <a:pt x="572829" y="905504"/>
                      <a:pt x="452752" y="905504"/>
                    </a:cubicBezTo>
                    <a:cubicBezTo>
                      <a:pt x="332675" y="905504"/>
                      <a:pt x="217515" y="857803"/>
                      <a:pt x="132608" y="772896"/>
                    </a:cubicBezTo>
                    <a:cubicBezTo>
                      <a:pt x="47701" y="687988"/>
                      <a:pt x="0" y="572829"/>
                      <a:pt x="0" y="452752"/>
                    </a:cubicBezTo>
                    <a:close/>
                  </a:path>
                </a:pathLst>
              </a:custGeom>
              <a:noFill/>
              <a:ln w="19050">
                <a:solidFill>
                  <a:srgbClr val="203864"/>
                </a:solidFill>
                <a:prstDash val="sysDot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0048" tIns="130048" rIns="112361" bIns="112361" numCol="1" spcCol="1270" anchor="ctr" anchorCtr="0">
                <a:noAutofit/>
              </a:bodyPr>
              <a:lstStyle/>
              <a:p>
                <a:pPr algn="ctr" defTabSz="666684">
                  <a:lnSpc>
                    <a:spcPct val="90000"/>
                  </a:lnSpc>
                  <a:spcAft>
                    <a:spcPct val="35000"/>
                  </a:spcAft>
                </a:pPr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3" name="Freeform 65">
                <a:extLst>
                  <a:ext uri="{FF2B5EF4-FFF2-40B4-BE49-F238E27FC236}">
                    <a16:creationId xmlns:a16="http://schemas.microsoft.com/office/drawing/2014/main" id="{CF437F17-21E5-407E-8283-9CDB6E7F0357}"/>
                  </a:ext>
                </a:extLst>
              </p:cNvPr>
              <p:cNvSpPr/>
              <p:nvPr/>
            </p:nvSpPr>
            <p:spPr>
              <a:xfrm>
                <a:off x="5507536" y="2344037"/>
                <a:ext cx="966528" cy="966528"/>
              </a:xfrm>
              <a:custGeom>
                <a:avLst/>
                <a:gdLst>
                  <a:gd name="connsiteX0" fmla="*/ 0 w 905504"/>
                  <a:gd name="connsiteY0" fmla="*/ 452752 h 905504"/>
                  <a:gd name="connsiteX1" fmla="*/ 132608 w 905504"/>
                  <a:gd name="connsiteY1" fmla="*/ 132608 h 905504"/>
                  <a:gd name="connsiteX2" fmla="*/ 452752 w 905504"/>
                  <a:gd name="connsiteY2" fmla="*/ 0 h 905504"/>
                  <a:gd name="connsiteX3" fmla="*/ 772896 w 905504"/>
                  <a:gd name="connsiteY3" fmla="*/ 132608 h 905504"/>
                  <a:gd name="connsiteX4" fmla="*/ 905504 w 905504"/>
                  <a:gd name="connsiteY4" fmla="*/ 452752 h 905504"/>
                  <a:gd name="connsiteX5" fmla="*/ 772896 w 905504"/>
                  <a:gd name="connsiteY5" fmla="*/ 772896 h 905504"/>
                  <a:gd name="connsiteX6" fmla="*/ 452752 w 905504"/>
                  <a:gd name="connsiteY6" fmla="*/ 905504 h 905504"/>
                  <a:gd name="connsiteX7" fmla="*/ 132608 w 905504"/>
                  <a:gd name="connsiteY7" fmla="*/ 772896 h 905504"/>
                  <a:gd name="connsiteX8" fmla="*/ 0 w 905504"/>
                  <a:gd name="connsiteY8" fmla="*/ 452752 h 90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5504" h="905504">
                    <a:moveTo>
                      <a:pt x="0" y="452752"/>
                    </a:moveTo>
                    <a:cubicBezTo>
                      <a:pt x="0" y="332675"/>
                      <a:pt x="47701" y="217515"/>
                      <a:pt x="132608" y="132608"/>
                    </a:cubicBezTo>
                    <a:cubicBezTo>
                      <a:pt x="217516" y="47701"/>
                      <a:pt x="332675" y="0"/>
                      <a:pt x="452752" y="0"/>
                    </a:cubicBezTo>
                    <a:cubicBezTo>
                      <a:pt x="572829" y="0"/>
                      <a:pt x="687989" y="47701"/>
                      <a:pt x="772896" y="132608"/>
                    </a:cubicBezTo>
                    <a:cubicBezTo>
                      <a:pt x="857803" y="217516"/>
                      <a:pt x="905504" y="332675"/>
                      <a:pt x="905504" y="452752"/>
                    </a:cubicBezTo>
                    <a:cubicBezTo>
                      <a:pt x="905504" y="572829"/>
                      <a:pt x="857803" y="687989"/>
                      <a:pt x="772896" y="772896"/>
                    </a:cubicBezTo>
                    <a:cubicBezTo>
                      <a:pt x="687988" y="857803"/>
                      <a:pt x="572829" y="905504"/>
                      <a:pt x="452752" y="905504"/>
                    </a:cubicBezTo>
                    <a:cubicBezTo>
                      <a:pt x="332675" y="905504"/>
                      <a:pt x="217515" y="857803"/>
                      <a:pt x="132608" y="772896"/>
                    </a:cubicBezTo>
                    <a:cubicBezTo>
                      <a:pt x="47701" y="687988"/>
                      <a:pt x="0" y="572829"/>
                      <a:pt x="0" y="452752"/>
                    </a:cubicBezTo>
                    <a:close/>
                  </a:path>
                </a:pathLst>
              </a:custGeom>
              <a:noFill/>
              <a:ln w="19050">
                <a:solidFill>
                  <a:srgbClr val="9199B0"/>
                </a:solidFill>
                <a:prstDash val="sysDot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0048" tIns="130048" rIns="112361" bIns="112361" numCol="1" spcCol="1270" anchor="ctr" anchorCtr="0">
                <a:noAutofit/>
              </a:bodyPr>
              <a:lstStyle/>
              <a:p>
                <a:pPr algn="ctr" defTabSz="666684">
                  <a:lnSpc>
                    <a:spcPct val="90000"/>
                  </a:lnSpc>
                  <a:spcAft>
                    <a:spcPct val="35000"/>
                  </a:spcAft>
                </a:pPr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4" name="Freeform 66">
                <a:extLst>
                  <a:ext uri="{FF2B5EF4-FFF2-40B4-BE49-F238E27FC236}">
                    <a16:creationId xmlns:a16="http://schemas.microsoft.com/office/drawing/2014/main" id="{2C5BCC85-0CC7-441C-9997-C28670BCB9DB}"/>
                  </a:ext>
                </a:extLst>
              </p:cNvPr>
              <p:cNvSpPr/>
              <p:nvPr/>
            </p:nvSpPr>
            <p:spPr>
              <a:xfrm>
                <a:off x="6907392" y="2344037"/>
                <a:ext cx="966528" cy="966528"/>
              </a:xfrm>
              <a:custGeom>
                <a:avLst/>
                <a:gdLst>
                  <a:gd name="connsiteX0" fmla="*/ 0 w 905504"/>
                  <a:gd name="connsiteY0" fmla="*/ 452752 h 905504"/>
                  <a:gd name="connsiteX1" fmla="*/ 132608 w 905504"/>
                  <a:gd name="connsiteY1" fmla="*/ 132608 h 905504"/>
                  <a:gd name="connsiteX2" fmla="*/ 452752 w 905504"/>
                  <a:gd name="connsiteY2" fmla="*/ 0 h 905504"/>
                  <a:gd name="connsiteX3" fmla="*/ 772896 w 905504"/>
                  <a:gd name="connsiteY3" fmla="*/ 132608 h 905504"/>
                  <a:gd name="connsiteX4" fmla="*/ 905504 w 905504"/>
                  <a:gd name="connsiteY4" fmla="*/ 452752 h 905504"/>
                  <a:gd name="connsiteX5" fmla="*/ 772896 w 905504"/>
                  <a:gd name="connsiteY5" fmla="*/ 772896 h 905504"/>
                  <a:gd name="connsiteX6" fmla="*/ 452752 w 905504"/>
                  <a:gd name="connsiteY6" fmla="*/ 905504 h 905504"/>
                  <a:gd name="connsiteX7" fmla="*/ 132608 w 905504"/>
                  <a:gd name="connsiteY7" fmla="*/ 772896 h 905504"/>
                  <a:gd name="connsiteX8" fmla="*/ 0 w 905504"/>
                  <a:gd name="connsiteY8" fmla="*/ 452752 h 90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5504" h="905504">
                    <a:moveTo>
                      <a:pt x="0" y="452752"/>
                    </a:moveTo>
                    <a:cubicBezTo>
                      <a:pt x="0" y="332675"/>
                      <a:pt x="47701" y="217515"/>
                      <a:pt x="132608" y="132608"/>
                    </a:cubicBezTo>
                    <a:cubicBezTo>
                      <a:pt x="217516" y="47701"/>
                      <a:pt x="332675" y="0"/>
                      <a:pt x="452752" y="0"/>
                    </a:cubicBezTo>
                    <a:cubicBezTo>
                      <a:pt x="572829" y="0"/>
                      <a:pt x="687989" y="47701"/>
                      <a:pt x="772896" y="132608"/>
                    </a:cubicBezTo>
                    <a:cubicBezTo>
                      <a:pt x="857803" y="217516"/>
                      <a:pt x="905504" y="332675"/>
                      <a:pt x="905504" y="452752"/>
                    </a:cubicBezTo>
                    <a:cubicBezTo>
                      <a:pt x="905504" y="572829"/>
                      <a:pt x="857803" y="687989"/>
                      <a:pt x="772896" y="772896"/>
                    </a:cubicBezTo>
                    <a:cubicBezTo>
                      <a:pt x="687988" y="857803"/>
                      <a:pt x="572829" y="905504"/>
                      <a:pt x="452752" y="905504"/>
                    </a:cubicBezTo>
                    <a:cubicBezTo>
                      <a:pt x="332675" y="905504"/>
                      <a:pt x="217515" y="857803"/>
                      <a:pt x="132608" y="772896"/>
                    </a:cubicBezTo>
                    <a:cubicBezTo>
                      <a:pt x="47701" y="687988"/>
                      <a:pt x="0" y="572829"/>
                      <a:pt x="0" y="452752"/>
                    </a:cubicBezTo>
                    <a:close/>
                  </a:path>
                </a:pathLst>
              </a:custGeom>
              <a:noFill/>
              <a:ln w="19050">
                <a:solidFill>
                  <a:srgbClr val="203864"/>
                </a:solidFill>
                <a:prstDash val="sysDot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0048" tIns="130048" rIns="112361" bIns="112361" numCol="1" spcCol="1270" anchor="ctr" anchorCtr="0">
                <a:noAutofit/>
              </a:bodyPr>
              <a:lstStyle/>
              <a:p>
                <a:pPr algn="ctr" defTabSz="666684">
                  <a:lnSpc>
                    <a:spcPct val="90000"/>
                  </a:lnSpc>
                  <a:spcAft>
                    <a:spcPct val="35000"/>
                  </a:spcAft>
                </a:pPr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6" name="Block Arc 52">
                <a:extLst>
                  <a:ext uri="{FF2B5EF4-FFF2-40B4-BE49-F238E27FC236}">
                    <a16:creationId xmlns:a16="http://schemas.microsoft.com/office/drawing/2014/main" id="{088CE9D1-2316-4E6A-9B07-B12E306569B0}"/>
                  </a:ext>
                </a:extLst>
              </p:cNvPr>
              <p:cNvSpPr/>
              <p:nvPr/>
            </p:nvSpPr>
            <p:spPr>
              <a:xfrm rot="10800000">
                <a:off x="2332371" y="1997063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rgbClr val="1737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7" name="Block Arc 39">
                <a:extLst>
                  <a:ext uri="{FF2B5EF4-FFF2-40B4-BE49-F238E27FC236}">
                    <a16:creationId xmlns:a16="http://schemas.microsoft.com/office/drawing/2014/main" id="{5BD8D95B-BFCC-4919-97AB-C7FF31080989}"/>
                  </a:ext>
                </a:extLst>
              </p:cNvPr>
              <p:cNvSpPr/>
              <p:nvPr/>
            </p:nvSpPr>
            <p:spPr>
              <a:xfrm rot="10800000">
                <a:off x="6555059" y="1997063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8" name="Block Arc 54">
                <a:extLst>
                  <a:ext uri="{FF2B5EF4-FFF2-40B4-BE49-F238E27FC236}">
                    <a16:creationId xmlns:a16="http://schemas.microsoft.com/office/drawing/2014/main" id="{DE0C2C5B-004C-46DD-BDAC-168BB540C047}"/>
                  </a:ext>
                </a:extLst>
              </p:cNvPr>
              <p:cNvSpPr/>
              <p:nvPr/>
            </p:nvSpPr>
            <p:spPr>
              <a:xfrm rot="10800000">
                <a:off x="5147059" y="1997063"/>
                <a:ext cx="1663184" cy="1663184"/>
              </a:xfrm>
              <a:prstGeom prst="blockArc">
                <a:avLst>
                  <a:gd name="adj1" fmla="val 10800000"/>
                  <a:gd name="adj2" fmla="val 3"/>
                  <a:gd name="adj3" fmla="val 15291"/>
                </a:avLst>
              </a:prstGeom>
              <a:solidFill>
                <a:srgbClr val="1737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39" name="Freeform 178">
                <a:extLst>
                  <a:ext uri="{FF2B5EF4-FFF2-40B4-BE49-F238E27FC236}">
                    <a16:creationId xmlns:a16="http://schemas.microsoft.com/office/drawing/2014/main" id="{96E84FCD-B54D-477F-A107-3BDBD0F78B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3238" y="2653645"/>
                <a:ext cx="515095" cy="387952"/>
              </a:xfrm>
              <a:custGeom>
                <a:avLst/>
                <a:gdLst/>
                <a:ahLst/>
                <a:cxnLst>
                  <a:cxn ang="0">
                    <a:pos x="158" y="119"/>
                  </a:cxn>
                  <a:cxn ang="0">
                    <a:pos x="0" y="119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108"/>
                  </a:cxn>
                  <a:cxn ang="0">
                    <a:pos x="158" y="108"/>
                  </a:cxn>
                  <a:cxn ang="0">
                    <a:pos x="158" y="119"/>
                  </a:cxn>
                  <a:cxn ang="0">
                    <a:pos x="50" y="99"/>
                  </a:cxn>
                  <a:cxn ang="0">
                    <a:pos x="29" y="99"/>
                  </a:cxn>
                  <a:cxn ang="0">
                    <a:pos x="29" y="60"/>
                  </a:cxn>
                  <a:cxn ang="0">
                    <a:pos x="50" y="60"/>
                  </a:cxn>
                  <a:cxn ang="0">
                    <a:pos x="50" y="99"/>
                  </a:cxn>
                  <a:cxn ang="0">
                    <a:pos x="78" y="99"/>
                  </a:cxn>
                  <a:cxn ang="0">
                    <a:pos x="59" y="99"/>
                  </a:cxn>
                  <a:cxn ang="0">
                    <a:pos x="59" y="19"/>
                  </a:cxn>
                  <a:cxn ang="0">
                    <a:pos x="78" y="19"/>
                  </a:cxn>
                  <a:cxn ang="0">
                    <a:pos x="78" y="99"/>
                  </a:cxn>
                  <a:cxn ang="0">
                    <a:pos x="109" y="99"/>
                  </a:cxn>
                  <a:cxn ang="0">
                    <a:pos x="89" y="99"/>
                  </a:cxn>
                  <a:cxn ang="0">
                    <a:pos x="89" y="39"/>
                  </a:cxn>
                  <a:cxn ang="0">
                    <a:pos x="109" y="39"/>
                  </a:cxn>
                  <a:cxn ang="0">
                    <a:pos x="109" y="99"/>
                  </a:cxn>
                  <a:cxn ang="0">
                    <a:pos x="139" y="99"/>
                  </a:cxn>
                  <a:cxn ang="0">
                    <a:pos x="119" y="99"/>
                  </a:cxn>
                  <a:cxn ang="0">
                    <a:pos x="119" y="11"/>
                  </a:cxn>
                  <a:cxn ang="0">
                    <a:pos x="139" y="11"/>
                  </a:cxn>
                  <a:cxn ang="0">
                    <a:pos x="139" y="99"/>
                  </a:cxn>
                </a:cxnLst>
                <a:rect l="0" t="0" r="r" b="b"/>
                <a:pathLst>
                  <a:path w="158" h="119">
                    <a:moveTo>
                      <a:pt x="158" y="119"/>
                    </a:moveTo>
                    <a:lnTo>
                      <a:pt x="0" y="119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08"/>
                    </a:lnTo>
                    <a:lnTo>
                      <a:pt x="158" y="108"/>
                    </a:lnTo>
                    <a:lnTo>
                      <a:pt x="158" y="119"/>
                    </a:lnTo>
                    <a:close/>
                    <a:moveTo>
                      <a:pt x="50" y="99"/>
                    </a:moveTo>
                    <a:lnTo>
                      <a:pt x="29" y="99"/>
                    </a:lnTo>
                    <a:lnTo>
                      <a:pt x="29" y="60"/>
                    </a:lnTo>
                    <a:lnTo>
                      <a:pt x="50" y="60"/>
                    </a:lnTo>
                    <a:lnTo>
                      <a:pt x="50" y="99"/>
                    </a:lnTo>
                    <a:close/>
                    <a:moveTo>
                      <a:pt x="78" y="99"/>
                    </a:moveTo>
                    <a:lnTo>
                      <a:pt x="59" y="99"/>
                    </a:lnTo>
                    <a:lnTo>
                      <a:pt x="59" y="19"/>
                    </a:lnTo>
                    <a:lnTo>
                      <a:pt x="78" y="19"/>
                    </a:lnTo>
                    <a:lnTo>
                      <a:pt x="78" y="99"/>
                    </a:lnTo>
                    <a:close/>
                    <a:moveTo>
                      <a:pt x="109" y="99"/>
                    </a:moveTo>
                    <a:lnTo>
                      <a:pt x="89" y="99"/>
                    </a:lnTo>
                    <a:lnTo>
                      <a:pt x="89" y="39"/>
                    </a:lnTo>
                    <a:lnTo>
                      <a:pt x="109" y="39"/>
                    </a:lnTo>
                    <a:lnTo>
                      <a:pt x="109" y="99"/>
                    </a:lnTo>
                    <a:close/>
                    <a:moveTo>
                      <a:pt x="139" y="99"/>
                    </a:moveTo>
                    <a:lnTo>
                      <a:pt x="119" y="99"/>
                    </a:lnTo>
                    <a:lnTo>
                      <a:pt x="119" y="11"/>
                    </a:lnTo>
                    <a:lnTo>
                      <a:pt x="139" y="11"/>
                    </a:lnTo>
                    <a:lnTo>
                      <a:pt x="139" y="99"/>
                    </a:lnTo>
                    <a:close/>
                  </a:path>
                </a:pathLst>
              </a:custGeom>
              <a:solidFill>
                <a:srgbClr val="17375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67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41" name="Freeform 105">
                <a:extLst>
                  <a:ext uri="{FF2B5EF4-FFF2-40B4-BE49-F238E27FC236}">
                    <a16:creationId xmlns:a16="http://schemas.microsoft.com/office/drawing/2014/main" id="{C890DC02-75A7-419B-A26D-628EA2F2D6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4130" y="2634120"/>
                <a:ext cx="433281" cy="427002"/>
              </a:xfrm>
              <a:custGeom>
                <a:avLst/>
                <a:gdLst/>
                <a:ahLst/>
                <a:cxnLst>
                  <a:cxn ang="0">
                    <a:pos x="59" y="63"/>
                  </a:cxn>
                  <a:cxn ang="0">
                    <a:pos x="55" y="61"/>
                  </a:cxn>
                  <a:cxn ang="0">
                    <a:pos x="42" y="48"/>
                  </a:cxn>
                  <a:cxn ang="0">
                    <a:pos x="27" y="53"/>
                  </a:cxn>
                  <a:cxn ang="0">
                    <a:pos x="0" y="26"/>
                  </a:cxn>
                  <a:cxn ang="0">
                    <a:pos x="27" y="0"/>
                  </a:cxn>
                  <a:cxn ang="0">
                    <a:pos x="54" y="26"/>
                  </a:cxn>
                  <a:cxn ang="0">
                    <a:pos x="49" y="41"/>
                  </a:cxn>
                  <a:cxn ang="0">
                    <a:pos x="62" y="54"/>
                  </a:cxn>
                  <a:cxn ang="0">
                    <a:pos x="64" y="58"/>
                  </a:cxn>
                  <a:cxn ang="0">
                    <a:pos x="59" y="63"/>
                  </a:cxn>
                  <a:cxn ang="0">
                    <a:pos x="27" y="9"/>
                  </a:cxn>
                  <a:cxn ang="0">
                    <a:pos x="10" y="26"/>
                  </a:cxn>
                  <a:cxn ang="0">
                    <a:pos x="27" y="43"/>
                  </a:cxn>
                  <a:cxn ang="0">
                    <a:pos x="44" y="26"/>
                  </a:cxn>
                  <a:cxn ang="0">
                    <a:pos x="27" y="9"/>
                  </a:cxn>
                </a:cxnLst>
                <a:rect l="0" t="0" r="r" b="b"/>
                <a:pathLst>
                  <a:path w="64" h="63">
                    <a:moveTo>
                      <a:pt x="59" y="63"/>
                    </a:moveTo>
                    <a:cubicBezTo>
                      <a:pt x="57" y="63"/>
                      <a:pt x="56" y="62"/>
                      <a:pt x="55" y="61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38" y="51"/>
                      <a:pt x="33" y="53"/>
                      <a:pt x="27" y="53"/>
                    </a:cubicBezTo>
                    <a:cubicBezTo>
                      <a:pt x="12" y="53"/>
                      <a:pt x="0" y="41"/>
                      <a:pt x="0" y="26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4" y="12"/>
                      <a:pt x="54" y="26"/>
                    </a:cubicBezTo>
                    <a:cubicBezTo>
                      <a:pt x="54" y="32"/>
                      <a:pt x="52" y="37"/>
                      <a:pt x="49" y="41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3" y="55"/>
                      <a:pt x="64" y="57"/>
                      <a:pt x="64" y="58"/>
                    </a:cubicBezTo>
                    <a:cubicBezTo>
                      <a:pt x="64" y="61"/>
                      <a:pt x="61" y="63"/>
                      <a:pt x="59" y="63"/>
                    </a:cubicBezTo>
                    <a:close/>
                    <a:moveTo>
                      <a:pt x="27" y="9"/>
                    </a:moveTo>
                    <a:cubicBezTo>
                      <a:pt x="18" y="9"/>
                      <a:pt x="10" y="17"/>
                      <a:pt x="10" y="26"/>
                    </a:cubicBezTo>
                    <a:cubicBezTo>
                      <a:pt x="10" y="36"/>
                      <a:pt x="18" y="43"/>
                      <a:pt x="27" y="43"/>
                    </a:cubicBezTo>
                    <a:cubicBezTo>
                      <a:pt x="37" y="43"/>
                      <a:pt x="44" y="36"/>
                      <a:pt x="44" y="26"/>
                    </a:cubicBezTo>
                    <a:cubicBezTo>
                      <a:pt x="44" y="17"/>
                      <a:pt x="37" y="9"/>
                      <a:pt x="27" y="9"/>
                    </a:cubicBezTo>
                    <a:close/>
                  </a:path>
                </a:pathLst>
              </a:custGeom>
              <a:solidFill>
                <a:srgbClr val="17375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67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42" name="Freeform 62">
                <a:extLst>
                  <a:ext uri="{FF2B5EF4-FFF2-40B4-BE49-F238E27FC236}">
                    <a16:creationId xmlns:a16="http://schemas.microsoft.com/office/drawing/2014/main" id="{EDEA7856-7D51-4F03-A0C3-BAD5B5B8E09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778993" y="2634120"/>
                <a:ext cx="423615" cy="427002"/>
              </a:xfrm>
              <a:custGeom>
                <a:avLst/>
                <a:gdLst/>
                <a:ahLst/>
                <a:cxnLst>
                  <a:cxn ang="0">
                    <a:pos x="58" y="33"/>
                  </a:cxn>
                  <a:cxn ang="0">
                    <a:pos x="57" y="34"/>
                  </a:cxn>
                  <a:cxn ang="0">
                    <a:pos x="50" y="35"/>
                  </a:cxn>
                  <a:cxn ang="0">
                    <a:pos x="49" y="39"/>
                  </a:cxn>
                  <a:cxn ang="0">
                    <a:pos x="53" y="44"/>
                  </a:cxn>
                  <a:cxn ang="0">
                    <a:pos x="53" y="45"/>
                  </a:cxn>
                  <a:cxn ang="0">
                    <a:pos x="53" y="46"/>
                  </a:cxn>
                  <a:cxn ang="0">
                    <a:pos x="45" y="53"/>
                  </a:cxn>
                  <a:cxn ang="0">
                    <a:pos x="44" y="52"/>
                  </a:cxn>
                  <a:cxn ang="0">
                    <a:pos x="39" y="48"/>
                  </a:cxn>
                  <a:cxn ang="0">
                    <a:pos x="36" y="50"/>
                  </a:cxn>
                  <a:cxn ang="0">
                    <a:pos x="34" y="57"/>
                  </a:cxn>
                  <a:cxn ang="0">
                    <a:pos x="33" y="58"/>
                  </a:cxn>
                  <a:cxn ang="0">
                    <a:pos x="25" y="58"/>
                  </a:cxn>
                  <a:cxn ang="0">
                    <a:pos x="23" y="57"/>
                  </a:cxn>
                  <a:cxn ang="0">
                    <a:pos x="22" y="50"/>
                  </a:cxn>
                  <a:cxn ang="0">
                    <a:pos x="19" y="48"/>
                  </a:cxn>
                  <a:cxn ang="0">
                    <a:pos x="14" y="52"/>
                  </a:cxn>
                  <a:cxn ang="0">
                    <a:pos x="13" y="53"/>
                  </a:cxn>
                  <a:cxn ang="0">
                    <a:pos x="12" y="52"/>
                  </a:cxn>
                  <a:cxn ang="0">
                    <a:pos x="5" y="46"/>
                  </a:cxn>
                  <a:cxn ang="0">
                    <a:pos x="5" y="45"/>
                  </a:cxn>
                  <a:cxn ang="0">
                    <a:pos x="5" y="44"/>
                  </a:cxn>
                  <a:cxn ang="0">
                    <a:pos x="9" y="39"/>
                  </a:cxn>
                  <a:cxn ang="0">
                    <a:pos x="8" y="35"/>
                  </a:cxn>
                  <a:cxn ang="0">
                    <a:pos x="1" y="34"/>
                  </a:cxn>
                  <a:cxn ang="0">
                    <a:pos x="0" y="33"/>
                  </a:cxn>
                  <a:cxn ang="0">
                    <a:pos x="0" y="24"/>
                  </a:cxn>
                  <a:cxn ang="0">
                    <a:pos x="1" y="23"/>
                  </a:cxn>
                  <a:cxn ang="0">
                    <a:pos x="8" y="22"/>
                  </a:cxn>
                  <a:cxn ang="0">
                    <a:pos x="9" y="18"/>
                  </a:cxn>
                  <a:cxn ang="0">
                    <a:pos x="5" y="13"/>
                  </a:cxn>
                  <a:cxn ang="0">
                    <a:pos x="5" y="12"/>
                  </a:cxn>
                  <a:cxn ang="0">
                    <a:pos x="5" y="11"/>
                  </a:cxn>
                  <a:cxn ang="0">
                    <a:pos x="13" y="5"/>
                  </a:cxn>
                  <a:cxn ang="0">
                    <a:pos x="14" y="5"/>
                  </a:cxn>
                  <a:cxn ang="0">
                    <a:pos x="19" y="9"/>
                  </a:cxn>
                  <a:cxn ang="0">
                    <a:pos x="22" y="8"/>
                  </a:cxn>
                  <a:cxn ang="0">
                    <a:pos x="23" y="1"/>
                  </a:cxn>
                  <a:cxn ang="0">
                    <a:pos x="25" y="0"/>
                  </a:cxn>
                  <a:cxn ang="0">
                    <a:pos x="33" y="0"/>
                  </a:cxn>
                  <a:cxn ang="0">
                    <a:pos x="34" y="1"/>
                  </a:cxn>
                  <a:cxn ang="0">
                    <a:pos x="36" y="8"/>
                  </a:cxn>
                  <a:cxn ang="0">
                    <a:pos x="39" y="9"/>
                  </a:cxn>
                  <a:cxn ang="0">
                    <a:pos x="44" y="5"/>
                  </a:cxn>
                  <a:cxn ang="0">
                    <a:pos x="45" y="5"/>
                  </a:cxn>
                  <a:cxn ang="0">
                    <a:pos x="46" y="5"/>
                  </a:cxn>
                  <a:cxn ang="0">
                    <a:pos x="52" y="12"/>
                  </a:cxn>
                  <a:cxn ang="0">
                    <a:pos x="53" y="12"/>
                  </a:cxn>
                  <a:cxn ang="0">
                    <a:pos x="52" y="13"/>
                  </a:cxn>
                  <a:cxn ang="0">
                    <a:pos x="48" y="18"/>
                  </a:cxn>
                  <a:cxn ang="0">
                    <a:pos x="50" y="22"/>
                  </a:cxn>
                  <a:cxn ang="0">
                    <a:pos x="57" y="23"/>
                  </a:cxn>
                  <a:cxn ang="0">
                    <a:pos x="58" y="25"/>
                  </a:cxn>
                  <a:cxn ang="0">
                    <a:pos x="58" y="33"/>
                  </a:cxn>
                  <a:cxn ang="0">
                    <a:pos x="29" y="19"/>
                  </a:cxn>
                  <a:cxn ang="0">
                    <a:pos x="19" y="29"/>
                  </a:cxn>
                  <a:cxn ang="0">
                    <a:pos x="29" y="38"/>
                  </a:cxn>
                  <a:cxn ang="0">
                    <a:pos x="39" y="29"/>
                  </a:cxn>
                  <a:cxn ang="0">
                    <a:pos x="29" y="19"/>
                  </a:cxn>
                </a:cxnLst>
                <a:rect l="0" t="0" r="r" b="b"/>
                <a:pathLst>
                  <a:path w="58" h="58">
                    <a:moveTo>
                      <a:pt x="58" y="33"/>
                    </a:moveTo>
                    <a:cubicBezTo>
                      <a:pt x="58" y="34"/>
                      <a:pt x="58" y="34"/>
                      <a:pt x="57" y="34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50" y="37"/>
                      <a:pt x="49" y="38"/>
                      <a:pt x="49" y="39"/>
                    </a:cubicBezTo>
                    <a:cubicBezTo>
                      <a:pt x="50" y="41"/>
                      <a:pt x="51" y="42"/>
                      <a:pt x="53" y="44"/>
                    </a:cubicBezTo>
                    <a:cubicBezTo>
                      <a:pt x="53" y="44"/>
                      <a:pt x="53" y="45"/>
                      <a:pt x="53" y="45"/>
                    </a:cubicBezTo>
                    <a:cubicBezTo>
                      <a:pt x="53" y="45"/>
                      <a:pt x="53" y="46"/>
                      <a:pt x="53" y="46"/>
                    </a:cubicBezTo>
                    <a:cubicBezTo>
                      <a:pt x="52" y="47"/>
                      <a:pt x="47" y="53"/>
                      <a:pt x="45" y="53"/>
                    </a:cubicBezTo>
                    <a:cubicBezTo>
                      <a:pt x="45" y="53"/>
                      <a:pt x="45" y="53"/>
                      <a:pt x="44" y="52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8" y="49"/>
                      <a:pt x="37" y="49"/>
                      <a:pt x="36" y="50"/>
                    </a:cubicBezTo>
                    <a:cubicBezTo>
                      <a:pt x="35" y="52"/>
                      <a:pt x="35" y="55"/>
                      <a:pt x="34" y="57"/>
                    </a:cubicBezTo>
                    <a:cubicBezTo>
                      <a:pt x="34" y="57"/>
                      <a:pt x="34" y="58"/>
                      <a:pt x="33" y="58"/>
                    </a:cubicBezTo>
                    <a:cubicBezTo>
                      <a:pt x="25" y="58"/>
                      <a:pt x="25" y="58"/>
                      <a:pt x="25" y="58"/>
                    </a:cubicBezTo>
                    <a:cubicBezTo>
                      <a:pt x="24" y="58"/>
                      <a:pt x="23" y="57"/>
                      <a:pt x="23" y="57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21" y="49"/>
                      <a:pt x="20" y="49"/>
                      <a:pt x="19" y="48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2" y="53"/>
                      <a:pt x="12" y="53"/>
                      <a:pt x="12" y="52"/>
                    </a:cubicBezTo>
                    <a:cubicBezTo>
                      <a:pt x="10" y="50"/>
                      <a:pt x="7" y="48"/>
                      <a:pt x="5" y="46"/>
                    </a:cubicBezTo>
                    <a:cubicBezTo>
                      <a:pt x="5" y="46"/>
                      <a:pt x="5" y="45"/>
                      <a:pt x="5" y="45"/>
                    </a:cubicBezTo>
                    <a:cubicBezTo>
                      <a:pt x="5" y="45"/>
                      <a:pt x="5" y="44"/>
                      <a:pt x="5" y="44"/>
                    </a:cubicBezTo>
                    <a:cubicBezTo>
                      <a:pt x="7" y="42"/>
                      <a:pt x="8" y="41"/>
                      <a:pt x="9" y="39"/>
                    </a:cubicBezTo>
                    <a:cubicBezTo>
                      <a:pt x="9" y="38"/>
                      <a:pt x="8" y="37"/>
                      <a:pt x="8" y="35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0" y="34"/>
                      <a:pt x="0" y="33"/>
                      <a:pt x="0" y="33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8" y="21"/>
                      <a:pt x="9" y="20"/>
                      <a:pt x="9" y="18"/>
                    </a:cubicBezTo>
                    <a:cubicBezTo>
                      <a:pt x="8" y="17"/>
                      <a:pt x="7" y="15"/>
                      <a:pt x="5" y="13"/>
                    </a:cubicBezTo>
                    <a:cubicBezTo>
                      <a:pt x="5" y="13"/>
                      <a:pt x="5" y="13"/>
                      <a:pt x="5" y="12"/>
                    </a:cubicBezTo>
                    <a:cubicBezTo>
                      <a:pt x="5" y="12"/>
                      <a:pt x="5" y="12"/>
                      <a:pt x="5" y="11"/>
                    </a:cubicBezTo>
                    <a:cubicBezTo>
                      <a:pt x="6" y="10"/>
                      <a:pt x="11" y="5"/>
                      <a:pt x="13" y="5"/>
                    </a:cubicBezTo>
                    <a:cubicBezTo>
                      <a:pt x="13" y="5"/>
                      <a:pt x="13" y="5"/>
                      <a:pt x="14" y="5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20" y="9"/>
                      <a:pt x="21" y="8"/>
                      <a:pt x="22" y="8"/>
                    </a:cubicBezTo>
                    <a:cubicBezTo>
                      <a:pt x="22" y="5"/>
                      <a:pt x="23" y="3"/>
                      <a:pt x="23" y="1"/>
                    </a:cubicBezTo>
                    <a:cubicBezTo>
                      <a:pt x="23" y="0"/>
                      <a:pt x="24" y="0"/>
                      <a:pt x="25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4" y="0"/>
                      <a:pt x="34" y="0"/>
                      <a:pt x="34" y="1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7" y="8"/>
                      <a:pt x="38" y="9"/>
                      <a:pt x="39" y="9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48" y="7"/>
                      <a:pt x="51" y="9"/>
                      <a:pt x="52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3"/>
                      <a:pt x="53" y="13"/>
                      <a:pt x="52" y="13"/>
                    </a:cubicBezTo>
                    <a:cubicBezTo>
                      <a:pt x="51" y="15"/>
                      <a:pt x="50" y="17"/>
                      <a:pt x="48" y="18"/>
                    </a:cubicBezTo>
                    <a:cubicBezTo>
                      <a:pt x="49" y="20"/>
                      <a:pt x="50" y="21"/>
                      <a:pt x="50" y="22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8" y="23"/>
                      <a:pt x="58" y="24"/>
                      <a:pt x="58" y="25"/>
                    </a:cubicBezTo>
                    <a:lnTo>
                      <a:pt x="58" y="33"/>
                    </a:lnTo>
                    <a:close/>
                    <a:moveTo>
                      <a:pt x="29" y="19"/>
                    </a:moveTo>
                    <a:cubicBezTo>
                      <a:pt x="24" y="19"/>
                      <a:pt x="19" y="23"/>
                      <a:pt x="19" y="29"/>
                    </a:cubicBezTo>
                    <a:cubicBezTo>
                      <a:pt x="19" y="34"/>
                      <a:pt x="24" y="38"/>
                      <a:pt x="29" y="38"/>
                    </a:cubicBezTo>
                    <a:cubicBezTo>
                      <a:pt x="34" y="38"/>
                      <a:pt x="39" y="34"/>
                      <a:pt x="39" y="29"/>
                    </a:cubicBezTo>
                    <a:cubicBezTo>
                      <a:pt x="39" y="23"/>
                      <a:pt x="34" y="19"/>
                      <a:pt x="29" y="19"/>
                    </a:cubicBezTo>
                    <a:close/>
                  </a:path>
                </a:pathLst>
              </a:custGeom>
              <a:solidFill>
                <a:srgbClr val="17375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67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43" name="Freeform 45">
                <a:extLst>
                  <a:ext uri="{FF2B5EF4-FFF2-40B4-BE49-F238E27FC236}">
                    <a16:creationId xmlns:a16="http://schemas.microsoft.com/office/drawing/2014/main" id="{834A564D-F126-4E58-B85E-261820B6E1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06189" y="2652994"/>
                <a:ext cx="389255" cy="389255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solidFill>
                <a:srgbClr val="17375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67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字魂35号-经典雅黑" panose="00000500000000000000" pitchFamily="2" charset="-122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1ADCCD7-0A8C-489C-A60E-1758DFF42069}"/>
                </a:ext>
              </a:extLst>
            </p:cNvPr>
            <p:cNvGrpSpPr/>
            <p:nvPr/>
          </p:nvGrpSpPr>
          <p:grpSpPr>
            <a:xfrm>
              <a:off x="3132361" y="2119864"/>
              <a:ext cx="2292641" cy="3678555"/>
              <a:chOff x="3132361" y="1763390"/>
              <a:chExt cx="2292641" cy="3678555"/>
            </a:xfrm>
          </p:grpSpPr>
          <p:sp>
            <p:nvSpPr>
              <p:cNvPr id="18" name="文本框 54">
                <a:extLst>
                  <a:ext uri="{FF2B5EF4-FFF2-40B4-BE49-F238E27FC236}">
                    <a16:creationId xmlns:a16="http://schemas.microsoft.com/office/drawing/2014/main" id="{E7C7FB74-722E-41AB-9419-76160ADB9659}"/>
                  </a:ext>
                </a:extLst>
              </p:cNvPr>
              <p:cNvSpPr txBox="1"/>
              <p:nvPr/>
            </p:nvSpPr>
            <p:spPr>
              <a:xfrm>
                <a:off x="3405546" y="1763390"/>
                <a:ext cx="1500839" cy="369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Collecting data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19" name="文本框 55">
                <a:extLst>
                  <a:ext uri="{FF2B5EF4-FFF2-40B4-BE49-F238E27FC236}">
                    <a16:creationId xmlns:a16="http://schemas.microsoft.com/office/drawing/2014/main" id="{8CE86068-61F9-493D-A8E8-E3A424AB53F8}"/>
                  </a:ext>
                </a:extLst>
              </p:cNvPr>
              <p:cNvSpPr txBox="1"/>
              <p:nvPr/>
            </p:nvSpPr>
            <p:spPr>
              <a:xfrm>
                <a:off x="3132361" y="4737440"/>
                <a:ext cx="2292641" cy="70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150-200 papers</a:t>
                </a:r>
              </a:p>
              <a:p>
                <a:pPr algn="ctr">
                  <a:lnSpc>
                    <a:spcPts val="1650"/>
                  </a:lnSpc>
                </a:pPr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NC, NG, EPSL, </a:t>
                </a:r>
                <a:r>
                  <a:rPr lang="en-US" altLang="zh-CN" sz="12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etc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endParaRPr>
              </a:p>
            </p:txBody>
          </p:sp>
        </p:grpSp>
        <p:sp>
          <p:nvSpPr>
            <p:cNvPr id="17" name="文本框 57">
              <a:extLst>
                <a:ext uri="{FF2B5EF4-FFF2-40B4-BE49-F238E27FC236}">
                  <a16:creationId xmlns:a16="http://schemas.microsoft.com/office/drawing/2014/main" id="{F17F54AC-8A30-4D0A-A829-DCAA5A233C23}"/>
                </a:ext>
              </a:extLst>
            </p:cNvPr>
            <p:cNvSpPr txBox="1"/>
            <p:nvPr/>
          </p:nvSpPr>
          <p:spPr>
            <a:xfrm>
              <a:off x="5079925" y="2066342"/>
              <a:ext cx="2028341" cy="3891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rPr>
                <a:t>Cleaning data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字魂35号-经典雅黑" panose="00000500000000000000" pitchFamily="2" charset="-122"/>
                <a:cs typeface="Times New Roman" panose="02020603050405020304" pitchFamily="18" charset="0"/>
                <a:sym typeface="字魂35号-经典雅黑" panose="00000500000000000000" pitchFamily="2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B319B3C-6B86-418F-BFBC-833CDE9569A9}"/>
                </a:ext>
              </a:extLst>
            </p:cNvPr>
            <p:cNvGrpSpPr/>
            <p:nvPr/>
          </p:nvGrpSpPr>
          <p:grpSpPr>
            <a:xfrm>
              <a:off x="7029376" y="2119864"/>
              <a:ext cx="2028341" cy="3678555"/>
              <a:chOff x="7029376" y="1763390"/>
              <a:chExt cx="2028341" cy="3678555"/>
            </a:xfrm>
          </p:grpSpPr>
          <p:sp>
            <p:nvSpPr>
              <p:cNvPr id="14" name="文本框 59">
                <a:extLst>
                  <a:ext uri="{FF2B5EF4-FFF2-40B4-BE49-F238E27FC236}">
                    <a16:creationId xmlns:a16="http://schemas.microsoft.com/office/drawing/2014/main" id="{B82AFE34-B98A-4E36-8C6E-8BF4F3214C03}"/>
                  </a:ext>
                </a:extLst>
              </p:cNvPr>
              <p:cNvSpPr txBox="1"/>
              <p:nvPr/>
            </p:nvSpPr>
            <p:spPr>
              <a:xfrm>
                <a:off x="7029376" y="4737440"/>
                <a:ext cx="2028341" cy="70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Training </a:t>
                </a:r>
              </a:p>
              <a:p>
                <a:pPr algn="ctr">
                  <a:lnSpc>
                    <a:spcPts val="1650"/>
                  </a:lnSpc>
                </a:pPr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Predict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15" name="文本框 60">
                <a:extLst>
                  <a:ext uri="{FF2B5EF4-FFF2-40B4-BE49-F238E27FC236}">
                    <a16:creationId xmlns:a16="http://schemas.microsoft.com/office/drawing/2014/main" id="{A74FF491-2F21-4C49-A123-C988A0025597}"/>
                  </a:ext>
                </a:extLst>
              </p:cNvPr>
              <p:cNvSpPr txBox="1"/>
              <p:nvPr/>
            </p:nvSpPr>
            <p:spPr>
              <a:xfrm>
                <a:off x="7143723" y="1763390"/>
                <a:ext cx="1761594" cy="369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Machine Learning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9A1407D-DA66-496E-891B-DC53A9819AC9}"/>
                </a:ext>
              </a:extLst>
            </p:cNvPr>
            <p:cNvGrpSpPr/>
            <p:nvPr/>
          </p:nvGrpSpPr>
          <p:grpSpPr>
            <a:xfrm>
              <a:off x="8998402" y="2092930"/>
              <a:ext cx="2028341" cy="3397620"/>
              <a:chOff x="8998402" y="1736456"/>
              <a:chExt cx="2028341" cy="3397620"/>
            </a:xfrm>
          </p:grpSpPr>
          <p:sp>
            <p:nvSpPr>
              <p:cNvPr id="12" name="文本框 58">
                <a:extLst>
                  <a:ext uri="{FF2B5EF4-FFF2-40B4-BE49-F238E27FC236}">
                    <a16:creationId xmlns:a16="http://schemas.microsoft.com/office/drawing/2014/main" id="{FD147B34-ADE7-4216-8FAA-46D129645141}"/>
                  </a:ext>
                </a:extLst>
              </p:cNvPr>
              <p:cNvSpPr txBox="1"/>
              <p:nvPr/>
            </p:nvSpPr>
            <p:spPr>
              <a:xfrm>
                <a:off x="8998402" y="1736456"/>
                <a:ext cx="2028341" cy="389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Results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endParaRPr>
              </a:p>
            </p:txBody>
          </p:sp>
          <p:sp>
            <p:nvSpPr>
              <p:cNvPr id="13" name="文本框 61">
                <a:extLst>
                  <a:ext uri="{FF2B5EF4-FFF2-40B4-BE49-F238E27FC236}">
                    <a16:creationId xmlns:a16="http://schemas.microsoft.com/office/drawing/2014/main" id="{75CB386F-E810-41B5-A66A-94BEE4C0C1BE}"/>
                  </a:ext>
                </a:extLst>
              </p:cNvPr>
              <p:cNvSpPr txBox="1"/>
              <p:nvPr/>
            </p:nvSpPr>
            <p:spPr>
              <a:xfrm>
                <a:off x="9581686" y="4764724"/>
                <a:ext cx="861775" cy="369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字魂35号-经典雅黑" panose="00000500000000000000" pitchFamily="2" charset="-122"/>
                    <a:cs typeface="Times New Roman" panose="02020603050405020304" pitchFamily="18" charset="0"/>
                    <a:sym typeface="字魂35号-经典雅黑" panose="00000500000000000000" pitchFamily="2" charset="-122"/>
                  </a:rPr>
                  <a:t>Models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字魂35号-经典雅黑" panose="00000500000000000000" pitchFamily="2" charset="-122"/>
                  <a:cs typeface="Times New Roman" panose="02020603050405020304" pitchFamily="18" charset="0"/>
                  <a:sym typeface="字魂35号-经典雅黑" panose="00000500000000000000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17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4"/>
          <p:cNvGrpSpPr/>
          <p:nvPr/>
        </p:nvGrpSpPr>
        <p:grpSpPr>
          <a:xfrm>
            <a:off x="3637870" y="1275436"/>
            <a:ext cx="1654061" cy="2592458"/>
            <a:chOff x="3005386" y="1954212"/>
            <a:chExt cx="1438275" cy="2254250"/>
          </a:xfrm>
          <a:solidFill>
            <a:srgbClr val="0070C0"/>
          </a:solidFill>
        </p:grpSpPr>
        <p:sp>
          <p:nvSpPr>
            <p:cNvPr id="2" name="五边形 1"/>
            <p:cNvSpPr/>
            <p:nvPr/>
          </p:nvSpPr>
          <p:spPr>
            <a:xfrm>
              <a:off x="3005386" y="2098674"/>
              <a:ext cx="1438275" cy="333375"/>
            </a:xfrm>
            <a:prstGeom prst="homePlate">
              <a:avLst/>
            </a:prstGeom>
            <a:solidFill>
              <a:schemeClr val="accent2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dirty="0" smtClean="0">
                  <a:solidFill>
                    <a:srgbClr val="FFFFFF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Publications</a:t>
              </a:r>
              <a:endParaRPr lang="zh-CN" alt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3005386" y="1954212"/>
              <a:ext cx="0" cy="225425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headEnd type="diamond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3637870" y="1952140"/>
            <a:ext cx="165406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7E28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ID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7E28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Authors (First two)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7E28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Date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7E28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Ref. name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7E28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DOI</a:t>
            </a:r>
          </a:p>
        </p:txBody>
      </p:sp>
      <p:grpSp>
        <p:nvGrpSpPr>
          <p:cNvPr id="15" name="组合 15"/>
          <p:cNvGrpSpPr/>
          <p:nvPr/>
        </p:nvGrpSpPr>
        <p:grpSpPr>
          <a:xfrm>
            <a:off x="5798259" y="1275436"/>
            <a:ext cx="1654061" cy="2592458"/>
            <a:chOff x="4780211" y="1466849"/>
            <a:chExt cx="1438275" cy="2254250"/>
          </a:xfrm>
          <a:solidFill>
            <a:srgbClr val="0070C0"/>
          </a:solidFill>
        </p:grpSpPr>
        <p:sp>
          <p:nvSpPr>
            <p:cNvPr id="5" name="五边形 4"/>
            <p:cNvSpPr/>
            <p:nvPr/>
          </p:nvSpPr>
          <p:spPr>
            <a:xfrm>
              <a:off x="4780211" y="1611312"/>
              <a:ext cx="1438275" cy="333375"/>
            </a:xfrm>
            <a:prstGeom prst="homePlate">
              <a:avLst/>
            </a:prstGeom>
            <a:solidFill>
              <a:schemeClr val="accent3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dirty="0" smtClean="0">
                  <a:solidFill>
                    <a:srgbClr val="FFFFFF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Minerals</a:t>
              </a:r>
              <a:endParaRPr lang="zh-CN" alt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780211" y="1466849"/>
              <a:ext cx="0" cy="225425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headEnd type="diamond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9"/>
          <p:cNvSpPr txBox="1"/>
          <p:nvPr/>
        </p:nvSpPr>
        <p:spPr>
          <a:xfrm>
            <a:off x="5798259" y="1946284"/>
            <a:ext cx="1654061" cy="1772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A00F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ID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A00F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Locations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A00F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Rock Type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A00F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Hosted Rock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A00F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Mineralogy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A00F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Major Elements</a:t>
            </a:r>
          </a:p>
        </p:txBody>
      </p:sp>
      <p:grpSp>
        <p:nvGrpSpPr>
          <p:cNvPr id="17" name="组合 13"/>
          <p:cNvGrpSpPr/>
          <p:nvPr/>
        </p:nvGrpSpPr>
        <p:grpSpPr>
          <a:xfrm>
            <a:off x="1475656" y="1275437"/>
            <a:ext cx="1655886" cy="2592457"/>
            <a:chOff x="1230561" y="2459037"/>
            <a:chExt cx="1439862" cy="2254250"/>
          </a:xfrm>
          <a:solidFill>
            <a:srgbClr val="0070C0"/>
          </a:solidFill>
        </p:grpSpPr>
        <p:sp>
          <p:nvSpPr>
            <p:cNvPr id="11" name="五边形 10"/>
            <p:cNvSpPr/>
            <p:nvPr/>
          </p:nvSpPr>
          <p:spPr>
            <a:xfrm>
              <a:off x="1230561" y="2603499"/>
              <a:ext cx="1439862" cy="333375"/>
            </a:xfrm>
            <a:prstGeom prst="homePlate">
              <a:avLst/>
            </a:prstGeom>
            <a:solidFill>
              <a:schemeClr val="accent1"/>
            </a:solidFill>
            <a:ln w="6350">
              <a:solidFill>
                <a:srgbClr val="17375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dirty="0" smtClean="0">
                  <a:solidFill>
                    <a:srgbClr val="FFFFFF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Keywords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230561" y="2459037"/>
              <a:ext cx="0" cy="225425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headEnd type="diamond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9"/>
          <p:cNvSpPr txBox="1"/>
          <p:nvPr/>
        </p:nvSpPr>
        <p:spPr>
          <a:xfrm>
            <a:off x="1475656" y="2020575"/>
            <a:ext cx="1655886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DAB0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Chrysotile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DAB0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Lizardite</a:t>
            </a: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DAB0"/>
              </a:buClr>
              <a:buSzPct val="50000"/>
              <a:defRPr/>
            </a:pP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Antigorite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5576" y="4155926"/>
            <a:ext cx="7740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 – I mean the specific mineral. Not a bulk chemistry.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Compositional analysis for the single minerals, not a mixture which contain other minerals.</a:t>
            </a:r>
          </a:p>
        </p:txBody>
      </p:sp>
    </p:spTree>
    <p:extLst>
      <p:ext uri="{BB962C8B-B14F-4D97-AF65-F5344CB8AC3E}">
        <p14:creationId xmlns:p14="http://schemas.microsoft.com/office/powerpoint/2010/main" val="386295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787774"/>
            <a:ext cx="3886400" cy="113670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08" y="4083918"/>
            <a:ext cx="3867349" cy="9779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02558" y="2514489"/>
            <a:ext cx="352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– (Ref ID 159)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39552" y="2931790"/>
            <a:ext cx="1584176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圆角矩形 19"/>
          <p:cNvSpPr/>
          <p:nvPr/>
        </p:nvSpPr>
        <p:spPr>
          <a:xfrm>
            <a:off x="683568" y="4083918"/>
            <a:ext cx="1800200" cy="216024"/>
          </a:xfrm>
          <a:prstGeom prst="roundRect">
            <a:avLst/>
          </a:prstGeom>
          <a:noFill/>
          <a:ln>
            <a:solidFill>
              <a:srgbClr val="034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787774"/>
            <a:ext cx="4573026" cy="8301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984" y="3620344"/>
            <a:ext cx="3867349" cy="144152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84" y="707782"/>
            <a:ext cx="7745486" cy="164377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4932040" y="3723878"/>
            <a:ext cx="2016224" cy="200604"/>
          </a:xfrm>
          <a:prstGeom prst="roundRect">
            <a:avLst/>
          </a:prstGeom>
          <a:noFill/>
          <a:ln>
            <a:solidFill>
              <a:srgbClr val="034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圆角矩形 24"/>
          <p:cNvSpPr/>
          <p:nvPr/>
        </p:nvSpPr>
        <p:spPr>
          <a:xfrm>
            <a:off x="4427984" y="2787774"/>
            <a:ext cx="223224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0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702119"/>
            <a:ext cx="8102987" cy="83504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99101" y="4494921"/>
            <a:ext cx="8444502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IDs in publications and mineral information should be identical!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5" y="1645970"/>
            <a:ext cx="8102987" cy="286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0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582626"/>
              </p:ext>
            </p:extLst>
          </p:nvPr>
        </p:nvGraphicFramePr>
        <p:xfrm>
          <a:off x="1187624" y="843558"/>
          <a:ext cx="684076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380">
                  <a:extLst>
                    <a:ext uri="{9D8B030D-6E8A-4147-A177-3AD203B41FA5}">
                      <a16:colId xmlns:a16="http://schemas.microsoft.com/office/drawing/2014/main" val="3375328210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96930127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Journals,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56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Lithos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5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Publications by AGU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19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Geoscience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Petrology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08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Communication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Chemical Geology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36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Mineralogy and Petrology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30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American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Mineralogist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Minerals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76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Canadian Mineralogist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Clay minerals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21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Earth and Planetary Science Letter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Clay and Clay minerals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24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Geochimica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Cosmochimica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Acta</a:t>
                      </a:r>
                      <a:endParaRPr lang="en-US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EarthScience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47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67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15566"/>
            <a:ext cx="8255989" cy="295232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544" y="4218642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IODP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https://www.iodp.org/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3252653"/>
            <a:ext cx="5143764" cy="158123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80312" y="4587974"/>
            <a:ext cx="1343221" cy="24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10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3528" y="983799"/>
            <a:ext cx="84969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IODP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Sources - https://mlp.ldeo.columbia.edu/logdb/scientific_ocean_drilling/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22836" y="1851670"/>
            <a:ext cx="4105148" cy="2392404"/>
            <a:chOff x="395536" y="1894038"/>
            <a:chExt cx="4032448" cy="235003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1894038"/>
              <a:ext cx="4032448" cy="2350036"/>
            </a:xfrm>
            <a:prstGeom prst="rect">
              <a:avLst/>
            </a:prstGeom>
          </p:spPr>
        </p:pic>
        <p:sp>
          <p:nvSpPr>
            <p:cNvPr id="5" name="椭圆 4"/>
            <p:cNvSpPr/>
            <p:nvPr/>
          </p:nvSpPr>
          <p:spPr>
            <a:xfrm>
              <a:off x="2411760" y="4122511"/>
              <a:ext cx="432048" cy="121563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下箭头 5"/>
            <p:cNvSpPr/>
            <p:nvPr/>
          </p:nvSpPr>
          <p:spPr>
            <a:xfrm>
              <a:off x="2555776" y="3834479"/>
              <a:ext cx="144016" cy="216024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499992" y="1886488"/>
            <a:ext cx="4104456" cy="1261326"/>
            <a:chOff x="4499992" y="2034279"/>
            <a:chExt cx="4104456" cy="126132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992" y="2034279"/>
              <a:ext cx="4104456" cy="1261326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6084168" y="2106287"/>
              <a:ext cx="216024" cy="1189318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87" y="3291830"/>
            <a:ext cx="4169474" cy="100811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44008" y="3939902"/>
            <a:ext cx="1512168" cy="14401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/>
          <p:cNvSpPr/>
          <p:nvPr/>
        </p:nvSpPr>
        <p:spPr>
          <a:xfrm>
            <a:off x="322836" y="1851670"/>
            <a:ext cx="504748" cy="360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53636" y="1886488"/>
            <a:ext cx="504748" cy="360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28384" y="3219822"/>
            <a:ext cx="504748" cy="360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45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329802"/>
            <a:ext cx="3944994" cy="295232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1329802"/>
            <a:ext cx="4154188" cy="1944216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49507" y="843558"/>
            <a:ext cx="135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XRD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44008" y="84355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element compositions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44008" y="3390930"/>
            <a:ext cx="3816424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minerals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appropriate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1560" y="3075806"/>
            <a:ext cx="3816424" cy="14401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矩形 21"/>
          <p:cNvSpPr/>
          <p:nvPr/>
        </p:nvSpPr>
        <p:spPr>
          <a:xfrm>
            <a:off x="4716016" y="2427734"/>
            <a:ext cx="3816424" cy="14401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4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059582"/>
            <a:ext cx="5486682" cy="170823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3528" y="69025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 the files that we need to 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nutstore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6" y="3219822"/>
            <a:ext cx="5256584" cy="177155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51906" y="2767820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 for naming the papers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152" y="1131590"/>
            <a:ext cx="1435174" cy="36196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40152" y="77155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data file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40152" y="2075323"/>
            <a:ext cx="30899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materials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 information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as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Information_JSC.xlsx</a:t>
            </a:r>
          </a:p>
        </p:txBody>
      </p:sp>
    </p:spTree>
    <p:extLst>
      <p:ext uri="{BB962C8B-B14F-4D97-AF65-F5344CB8AC3E}">
        <p14:creationId xmlns:p14="http://schemas.microsoft.com/office/powerpoint/2010/main" val="262141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3528" y="699542"/>
            <a:ext cx="792199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doc -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https://docs.google.com/spreadsheets/d/1od1xmp8FeNdqjkwk53PElSfQ-2oFtEpkO7ikguDvIzU/edit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139702"/>
            <a:ext cx="8712968" cy="3798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786734"/>
            <a:ext cx="8062059" cy="38390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51520" y="3537178"/>
            <a:ext cx="882047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for python lessons and presentations</a:t>
            </a:r>
          </a:p>
          <a:p>
            <a:pPr algn="just">
              <a:lnSpc>
                <a:spcPct val="150000"/>
              </a:lnSpc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Bilibili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space.bilibili.com/616904352?spm_id_from=333.788.b_765f7570696e666f.1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https://www.youtube.com/channel/UCu0R4jq3DPlAhtWcYcjxkLQ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16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23528" y="843558"/>
            <a:ext cx="8444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Collecting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Keywords: Chrysotile, Lizardite, Antigorite</a:t>
            </a:r>
          </a:p>
        </p:txBody>
      </p:sp>
    </p:spTree>
    <p:extLst>
      <p:ext uri="{BB962C8B-B14F-4D97-AF65-F5344CB8AC3E}">
        <p14:creationId xmlns:p14="http://schemas.microsoft.com/office/powerpoint/2010/main" val="232126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Freeform 5">
            <a:extLst>
              <a:ext uri="{FF2B5EF4-FFF2-40B4-BE49-F238E27FC236}">
                <a16:creationId xmlns:a16="http://schemas.microsoft.com/office/drawing/2014/main" id="{49CBD24D-286C-4134-85F5-4CF29D068DA6}"/>
              </a:ext>
            </a:extLst>
          </p:cNvPr>
          <p:cNvSpPr>
            <a:spLocks/>
          </p:cNvSpPr>
          <p:nvPr/>
        </p:nvSpPr>
        <p:spPr bwMode="auto">
          <a:xfrm>
            <a:off x="-2382" y="448685"/>
            <a:ext cx="2302139" cy="3281489"/>
          </a:xfrm>
          <a:custGeom>
            <a:avLst/>
            <a:gdLst>
              <a:gd name="T0" fmla="*/ 0 w 2078"/>
              <a:gd name="T1" fmla="*/ 1732 h 2962"/>
              <a:gd name="T2" fmla="*/ 1211 w 2078"/>
              <a:gd name="T3" fmla="*/ 2962 h 2962"/>
              <a:gd name="T4" fmla="*/ 2078 w 2078"/>
              <a:gd name="T5" fmla="*/ 2097 h 2962"/>
              <a:gd name="T6" fmla="*/ 0 w 2078"/>
              <a:gd name="T7" fmla="*/ 0 h 2962"/>
              <a:gd name="T8" fmla="*/ 0 w 2078"/>
              <a:gd name="T9" fmla="*/ 1732 h 29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8" h="2962">
                <a:moveTo>
                  <a:pt x="0" y="1732"/>
                </a:moveTo>
                <a:lnTo>
                  <a:pt x="1211" y="2962"/>
                </a:lnTo>
                <a:lnTo>
                  <a:pt x="2078" y="2097"/>
                </a:lnTo>
                <a:lnTo>
                  <a:pt x="0" y="0"/>
                </a:lnTo>
                <a:lnTo>
                  <a:pt x="0" y="17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75" name="Freeform 6">
            <a:extLst>
              <a:ext uri="{FF2B5EF4-FFF2-40B4-BE49-F238E27FC236}">
                <a16:creationId xmlns:a16="http://schemas.microsoft.com/office/drawing/2014/main" id="{A477EF26-4606-4B5A-A290-7CA302CC8E52}"/>
              </a:ext>
            </a:extLst>
          </p:cNvPr>
          <p:cNvSpPr>
            <a:spLocks/>
          </p:cNvSpPr>
          <p:nvPr/>
        </p:nvSpPr>
        <p:spPr bwMode="auto">
          <a:xfrm>
            <a:off x="-36512" y="123478"/>
            <a:ext cx="3634370" cy="3480400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3" name="Freeform 8">
            <a:extLst>
              <a:ext uri="{FF2B5EF4-FFF2-40B4-BE49-F238E27FC236}">
                <a16:creationId xmlns:a16="http://schemas.microsoft.com/office/drawing/2014/main" id="{1E85359D-B52F-4CA0-99C8-A7A8B288C432}"/>
              </a:ext>
            </a:extLst>
          </p:cNvPr>
          <p:cNvSpPr>
            <a:spLocks/>
          </p:cNvSpPr>
          <p:nvPr/>
        </p:nvSpPr>
        <p:spPr bwMode="auto">
          <a:xfrm>
            <a:off x="1022392" y="1"/>
            <a:ext cx="3361255" cy="2395199"/>
          </a:xfrm>
          <a:custGeom>
            <a:avLst/>
            <a:gdLst>
              <a:gd name="T0" fmla="*/ 2165 w 3034"/>
              <a:gd name="T1" fmla="*/ 2162 h 2162"/>
              <a:gd name="T2" fmla="*/ 3034 w 3034"/>
              <a:gd name="T3" fmla="*/ 1297 h 2162"/>
              <a:gd name="T4" fmla="*/ 1737 w 3034"/>
              <a:gd name="T5" fmla="*/ 0 h 2162"/>
              <a:gd name="T6" fmla="*/ 0 w 3034"/>
              <a:gd name="T7" fmla="*/ 0 h 2162"/>
              <a:gd name="T8" fmla="*/ 2165 w 3034"/>
              <a:gd name="T9" fmla="*/ 2162 h 2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4" h="2162">
                <a:moveTo>
                  <a:pt x="2165" y="2162"/>
                </a:moveTo>
                <a:lnTo>
                  <a:pt x="3034" y="1297"/>
                </a:lnTo>
                <a:lnTo>
                  <a:pt x="1737" y="0"/>
                </a:lnTo>
                <a:lnTo>
                  <a:pt x="0" y="0"/>
                </a:lnTo>
                <a:lnTo>
                  <a:pt x="2165" y="21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72" name="Freeform 6">
            <a:extLst>
              <a:ext uri="{FF2B5EF4-FFF2-40B4-BE49-F238E27FC236}">
                <a16:creationId xmlns:a16="http://schemas.microsoft.com/office/drawing/2014/main" id="{A477EF26-4606-4B5A-A290-7CA302CC8E52}"/>
              </a:ext>
            </a:extLst>
          </p:cNvPr>
          <p:cNvSpPr>
            <a:spLocks/>
          </p:cNvSpPr>
          <p:nvPr/>
        </p:nvSpPr>
        <p:spPr bwMode="auto">
          <a:xfrm>
            <a:off x="35496" y="-164554"/>
            <a:ext cx="3509247" cy="3367942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2" name="Freeform 7">
            <a:extLst>
              <a:ext uri="{FF2B5EF4-FFF2-40B4-BE49-F238E27FC236}">
                <a16:creationId xmlns:a16="http://schemas.microsoft.com/office/drawing/2014/main" id="{BF566B7F-126D-4FCC-BD10-B38A90E3A439}"/>
              </a:ext>
            </a:extLst>
          </p:cNvPr>
          <p:cNvSpPr>
            <a:spLocks/>
          </p:cNvSpPr>
          <p:nvPr/>
        </p:nvSpPr>
        <p:spPr bwMode="auto">
          <a:xfrm>
            <a:off x="-2382" y="0"/>
            <a:ext cx="3824342" cy="3670349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8" name="Freeform 13">
            <a:extLst>
              <a:ext uri="{FF2B5EF4-FFF2-40B4-BE49-F238E27FC236}">
                <a16:creationId xmlns:a16="http://schemas.microsoft.com/office/drawing/2014/main" id="{02B9587B-6BE5-4792-86AE-63B9898F0E2B}"/>
              </a:ext>
            </a:extLst>
          </p:cNvPr>
          <p:cNvSpPr>
            <a:spLocks/>
          </p:cNvSpPr>
          <p:nvPr/>
        </p:nvSpPr>
        <p:spPr bwMode="auto">
          <a:xfrm>
            <a:off x="2737363" y="2592399"/>
            <a:ext cx="1157717" cy="1156608"/>
          </a:xfrm>
          <a:custGeom>
            <a:avLst/>
            <a:gdLst>
              <a:gd name="T0" fmla="*/ 426 w 503"/>
              <a:gd name="T1" fmla="*/ 9 h 503"/>
              <a:gd name="T2" fmla="*/ 495 w 503"/>
              <a:gd name="T3" fmla="*/ 77 h 503"/>
              <a:gd name="T4" fmla="*/ 495 w 503"/>
              <a:gd name="T5" fmla="*/ 109 h 503"/>
              <a:gd name="T6" fmla="*/ 109 w 503"/>
              <a:gd name="T7" fmla="*/ 495 h 503"/>
              <a:gd name="T8" fmla="*/ 77 w 503"/>
              <a:gd name="T9" fmla="*/ 495 h 503"/>
              <a:gd name="T10" fmla="*/ 9 w 503"/>
              <a:gd name="T11" fmla="*/ 426 h 503"/>
              <a:gd name="T12" fmla="*/ 9 w 503"/>
              <a:gd name="T13" fmla="*/ 394 h 503"/>
              <a:gd name="T14" fmla="*/ 394 w 503"/>
              <a:gd name="T15" fmla="*/ 9 h 503"/>
              <a:gd name="T16" fmla="*/ 426 w 503"/>
              <a:gd name="T17" fmla="*/ 9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3" h="503">
                <a:moveTo>
                  <a:pt x="426" y="9"/>
                </a:moveTo>
                <a:cubicBezTo>
                  <a:pt x="495" y="77"/>
                  <a:pt x="495" y="77"/>
                  <a:pt x="495" y="77"/>
                </a:cubicBezTo>
                <a:cubicBezTo>
                  <a:pt x="503" y="86"/>
                  <a:pt x="503" y="100"/>
                  <a:pt x="495" y="109"/>
                </a:cubicBezTo>
                <a:cubicBezTo>
                  <a:pt x="109" y="495"/>
                  <a:pt x="109" y="495"/>
                  <a:pt x="109" y="495"/>
                </a:cubicBezTo>
                <a:cubicBezTo>
                  <a:pt x="100" y="503"/>
                  <a:pt x="86" y="503"/>
                  <a:pt x="77" y="495"/>
                </a:cubicBezTo>
                <a:cubicBezTo>
                  <a:pt x="9" y="426"/>
                  <a:pt x="9" y="426"/>
                  <a:pt x="9" y="426"/>
                </a:cubicBezTo>
                <a:cubicBezTo>
                  <a:pt x="0" y="418"/>
                  <a:pt x="0" y="403"/>
                  <a:pt x="9" y="394"/>
                </a:cubicBezTo>
                <a:cubicBezTo>
                  <a:pt x="394" y="9"/>
                  <a:pt x="394" y="9"/>
                  <a:pt x="394" y="9"/>
                </a:cubicBezTo>
                <a:cubicBezTo>
                  <a:pt x="403" y="0"/>
                  <a:pt x="418" y="0"/>
                  <a:pt x="426" y="9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9" name="Freeform 14">
            <a:extLst>
              <a:ext uri="{FF2B5EF4-FFF2-40B4-BE49-F238E27FC236}">
                <a16:creationId xmlns:a16="http://schemas.microsoft.com/office/drawing/2014/main" id="{17651BCA-9F55-4E11-93D8-1FBF6BFC7949}"/>
              </a:ext>
            </a:extLst>
          </p:cNvPr>
          <p:cNvSpPr>
            <a:spLocks/>
          </p:cNvSpPr>
          <p:nvPr/>
        </p:nvSpPr>
        <p:spPr bwMode="auto">
          <a:xfrm>
            <a:off x="2739579" y="3578397"/>
            <a:ext cx="172826" cy="172826"/>
          </a:xfrm>
          <a:custGeom>
            <a:avLst/>
            <a:gdLst>
              <a:gd name="T0" fmla="*/ 11 w 75"/>
              <a:gd name="T1" fmla="*/ 0 h 75"/>
              <a:gd name="T2" fmla="*/ 75 w 75"/>
              <a:gd name="T3" fmla="*/ 64 h 75"/>
              <a:gd name="T4" fmla="*/ 67 w 75"/>
              <a:gd name="T5" fmla="*/ 72 h 75"/>
              <a:gd name="T6" fmla="*/ 56 w 75"/>
              <a:gd name="T7" fmla="*/ 72 h 75"/>
              <a:gd name="T8" fmla="*/ 3 w 75"/>
              <a:gd name="T9" fmla="*/ 19 h 75"/>
              <a:gd name="T10" fmla="*/ 3 w 75"/>
              <a:gd name="T11" fmla="*/ 8 h 75"/>
              <a:gd name="T12" fmla="*/ 11 w 75"/>
              <a:gd name="T13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75">
                <a:moveTo>
                  <a:pt x="11" y="0"/>
                </a:moveTo>
                <a:cubicBezTo>
                  <a:pt x="75" y="64"/>
                  <a:pt x="75" y="64"/>
                  <a:pt x="75" y="64"/>
                </a:cubicBezTo>
                <a:cubicBezTo>
                  <a:pt x="67" y="72"/>
                  <a:pt x="67" y="72"/>
                  <a:pt x="67" y="72"/>
                </a:cubicBezTo>
                <a:cubicBezTo>
                  <a:pt x="64" y="75"/>
                  <a:pt x="59" y="75"/>
                  <a:pt x="56" y="72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6"/>
                  <a:pt x="0" y="11"/>
                  <a:pt x="3" y="8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7E52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0" name="Freeform 15">
            <a:extLst>
              <a:ext uri="{FF2B5EF4-FFF2-40B4-BE49-F238E27FC236}">
                <a16:creationId xmlns:a16="http://schemas.microsoft.com/office/drawing/2014/main" id="{673F0EED-5D56-43D8-86B9-7338B352CD35}"/>
              </a:ext>
            </a:extLst>
          </p:cNvPr>
          <p:cNvSpPr>
            <a:spLocks/>
          </p:cNvSpPr>
          <p:nvPr/>
        </p:nvSpPr>
        <p:spPr bwMode="auto">
          <a:xfrm>
            <a:off x="2739579" y="3578397"/>
            <a:ext cx="43207" cy="50962"/>
          </a:xfrm>
          <a:custGeom>
            <a:avLst/>
            <a:gdLst>
              <a:gd name="T0" fmla="*/ 11 w 19"/>
              <a:gd name="T1" fmla="*/ 0 h 22"/>
              <a:gd name="T2" fmla="*/ 19 w 19"/>
              <a:gd name="T3" fmla="*/ 9 h 22"/>
              <a:gd name="T4" fmla="*/ 6 w 19"/>
              <a:gd name="T5" fmla="*/ 22 h 22"/>
              <a:gd name="T6" fmla="*/ 3 w 19"/>
              <a:gd name="T7" fmla="*/ 19 h 22"/>
              <a:gd name="T8" fmla="*/ 3 w 19"/>
              <a:gd name="T9" fmla="*/ 8 h 22"/>
              <a:gd name="T10" fmla="*/ 11 w 19"/>
              <a:gd name="T11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22">
                <a:moveTo>
                  <a:pt x="11" y="0"/>
                </a:moveTo>
                <a:cubicBezTo>
                  <a:pt x="19" y="9"/>
                  <a:pt x="19" y="9"/>
                  <a:pt x="19" y="9"/>
                </a:cubicBezTo>
                <a:cubicBezTo>
                  <a:pt x="6" y="22"/>
                  <a:pt x="6" y="22"/>
                  <a:pt x="6" y="22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6"/>
                  <a:pt x="0" y="11"/>
                  <a:pt x="3" y="8"/>
                </a:cubicBezTo>
                <a:lnTo>
                  <a:pt x="11" y="0"/>
                </a:lnTo>
                <a:close/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1" name="Freeform 16">
            <a:extLst>
              <a:ext uri="{FF2B5EF4-FFF2-40B4-BE49-F238E27FC236}">
                <a16:creationId xmlns:a16="http://schemas.microsoft.com/office/drawing/2014/main" id="{0EB39F6F-FB96-430B-95B0-05A402AE38CE}"/>
              </a:ext>
            </a:extLst>
          </p:cNvPr>
          <p:cNvSpPr>
            <a:spLocks/>
          </p:cNvSpPr>
          <p:nvPr/>
        </p:nvSpPr>
        <p:spPr bwMode="auto">
          <a:xfrm>
            <a:off x="2818237" y="3661486"/>
            <a:ext cx="94169" cy="89737"/>
          </a:xfrm>
          <a:custGeom>
            <a:avLst/>
            <a:gdLst>
              <a:gd name="T0" fmla="*/ 13 w 41"/>
              <a:gd name="T1" fmla="*/ 0 h 39"/>
              <a:gd name="T2" fmla="*/ 41 w 41"/>
              <a:gd name="T3" fmla="*/ 28 h 39"/>
              <a:gd name="T4" fmla="*/ 33 w 41"/>
              <a:gd name="T5" fmla="*/ 36 h 39"/>
              <a:gd name="T6" fmla="*/ 22 w 41"/>
              <a:gd name="T7" fmla="*/ 36 h 39"/>
              <a:gd name="T8" fmla="*/ 0 w 41"/>
              <a:gd name="T9" fmla="*/ 13 h 39"/>
              <a:gd name="T10" fmla="*/ 13 w 41"/>
              <a:gd name="T11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39">
                <a:moveTo>
                  <a:pt x="13" y="0"/>
                </a:moveTo>
                <a:cubicBezTo>
                  <a:pt x="41" y="28"/>
                  <a:pt x="41" y="28"/>
                  <a:pt x="41" y="28"/>
                </a:cubicBezTo>
                <a:cubicBezTo>
                  <a:pt x="33" y="36"/>
                  <a:pt x="33" y="36"/>
                  <a:pt x="33" y="36"/>
                </a:cubicBezTo>
                <a:cubicBezTo>
                  <a:pt x="30" y="39"/>
                  <a:pt x="25" y="39"/>
                  <a:pt x="22" y="36"/>
                </a:cubicBezTo>
                <a:cubicBezTo>
                  <a:pt x="0" y="13"/>
                  <a:pt x="0" y="13"/>
                  <a:pt x="0" y="13"/>
                </a:cubicBezTo>
                <a:cubicBezTo>
                  <a:pt x="13" y="0"/>
                  <a:pt x="13" y="0"/>
                  <a:pt x="13" y="0"/>
                </a:cubicBezTo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2" name="Freeform 17">
            <a:extLst>
              <a:ext uri="{FF2B5EF4-FFF2-40B4-BE49-F238E27FC236}">
                <a16:creationId xmlns:a16="http://schemas.microsoft.com/office/drawing/2014/main" id="{81DC054C-528C-48A2-B163-2022798C7F4E}"/>
              </a:ext>
            </a:extLst>
          </p:cNvPr>
          <p:cNvSpPr>
            <a:spLocks/>
          </p:cNvSpPr>
          <p:nvPr/>
        </p:nvSpPr>
        <p:spPr bwMode="auto">
          <a:xfrm>
            <a:off x="3724469" y="2594615"/>
            <a:ext cx="172826" cy="170611"/>
          </a:xfrm>
          <a:custGeom>
            <a:avLst/>
            <a:gdLst>
              <a:gd name="T0" fmla="*/ 0 w 75"/>
              <a:gd name="T1" fmla="*/ 10 h 74"/>
              <a:gd name="T2" fmla="*/ 64 w 75"/>
              <a:gd name="T3" fmla="*/ 74 h 74"/>
              <a:gd name="T4" fmla="*/ 72 w 75"/>
              <a:gd name="T5" fmla="*/ 67 h 74"/>
              <a:gd name="T6" fmla="*/ 72 w 75"/>
              <a:gd name="T7" fmla="*/ 56 h 74"/>
              <a:gd name="T8" fmla="*/ 19 w 75"/>
              <a:gd name="T9" fmla="*/ 3 h 74"/>
              <a:gd name="T10" fmla="*/ 8 w 75"/>
              <a:gd name="T11" fmla="*/ 3 h 74"/>
              <a:gd name="T12" fmla="*/ 0 w 75"/>
              <a:gd name="T13" fmla="*/ 1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74">
                <a:moveTo>
                  <a:pt x="0" y="10"/>
                </a:moveTo>
                <a:cubicBezTo>
                  <a:pt x="64" y="74"/>
                  <a:pt x="64" y="74"/>
                  <a:pt x="64" y="74"/>
                </a:cubicBezTo>
                <a:cubicBezTo>
                  <a:pt x="72" y="67"/>
                  <a:pt x="72" y="67"/>
                  <a:pt x="72" y="67"/>
                </a:cubicBezTo>
                <a:cubicBezTo>
                  <a:pt x="75" y="64"/>
                  <a:pt x="75" y="59"/>
                  <a:pt x="72" y="56"/>
                </a:cubicBezTo>
                <a:cubicBezTo>
                  <a:pt x="19" y="3"/>
                  <a:pt x="19" y="3"/>
                  <a:pt x="19" y="3"/>
                </a:cubicBezTo>
                <a:cubicBezTo>
                  <a:pt x="16" y="0"/>
                  <a:pt x="11" y="0"/>
                  <a:pt x="8" y="3"/>
                </a:cubicBezTo>
                <a:cubicBezTo>
                  <a:pt x="0" y="10"/>
                  <a:pt x="0" y="10"/>
                  <a:pt x="0" y="10"/>
                </a:cubicBezTo>
              </a:path>
            </a:pathLst>
          </a:custGeom>
          <a:solidFill>
            <a:srgbClr val="7E52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3" name="Freeform 18">
            <a:extLst>
              <a:ext uri="{FF2B5EF4-FFF2-40B4-BE49-F238E27FC236}">
                <a16:creationId xmlns:a16="http://schemas.microsoft.com/office/drawing/2014/main" id="{45CCE2BE-4508-4255-9DEA-3C432700F98F}"/>
              </a:ext>
            </a:extLst>
          </p:cNvPr>
          <p:cNvSpPr>
            <a:spLocks/>
          </p:cNvSpPr>
          <p:nvPr/>
        </p:nvSpPr>
        <p:spPr bwMode="auto">
          <a:xfrm>
            <a:off x="3724469" y="2594614"/>
            <a:ext cx="48746" cy="44315"/>
          </a:xfrm>
          <a:custGeom>
            <a:avLst/>
            <a:gdLst>
              <a:gd name="T0" fmla="*/ 0 w 21"/>
              <a:gd name="T1" fmla="*/ 10 h 19"/>
              <a:gd name="T2" fmla="*/ 9 w 21"/>
              <a:gd name="T3" fmla="*/ 19 h 19"/>
              <a:gd name="T4" fmla="*/ 21 w 21"/>
              <a:gd name="T5" fmla="*/ 6 h 19"/>
              <a:gd name="T6" fmla="*/ 19 w 21"/>
              <a:gd name="T7" fmla="*/ 3 h 19"/>
              <a:gd name="T8" fmla="*/ 8 w 21"/>
              <a:gd name="T9" fmla="*/ 3 h 19"/>
              <a:gd name="T10" fmla="*/ 0 w 21"/>
              <a:gd name="T11" fmla="*/ 1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19">
                <a:moveTo>
                  <a:pt x="0" y="10"/>
                </a:moveTo>
                <a:cubicBezTo>
                  <a:pt x="9" y="19"/>
                  <a:pt x="9" y="19"/>
                  <a:pt x="9" y="19"/>
                </a:cubicBezTo>
                <a:cubicBezTo>
                  <a:pt x="21" y="6"/>
                  <a:pt x="21" y="6"/>
                  <a:pt x="21" y="6"/>
                </a:cubicBezTo>
                <a:cubicBezTo>
                  <a:pt x="19" y="3"/>
                  <a:pt x="19" y="3"/>
                  <a:pt x="19" y="3"/>
                </a:cubicBezTo>
                <a:cubicBezTo>
                  <a:pt x="16" y="0"/>
                  <a:pt x="11" y="0"/>
                  <a:pt x="8" y="3"/>
                </a:cubicBezTo>
                <a:cubicBezTo>
                  <a:pt x="0" y="10"/>
                  <a:pt x="0" y="10"/>
                  <a:pt x="0" y="10"/>
                </a:cubicBezTo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4" name="Freeform 19">
            <a:extLst>
              <a:ext uri="{FF2B5EF4-FFF2-40B4-BE49-F238E27FC236}">
                <a16:creationId xmlns:a16="http://schemas.microsoft.com/office/drawing/2014/main" id="{52068A66-A7C3-49F7-A20F-AC3968105A6B}"/>
              </a:ext>
            </a:extLst>
          </p:cNvPr>
          <p:cNvSpPr>
            <a:spLocks/>
          </p:cNvSpPr>
          <p:nvPr/>
        </p:nvSpPr>
        <p:spPr bwMode="auto">
          <a:xfrm>
            <a:off x="3807558" y="2671057"/>
            <a:ext cx="89737" cy="94169"/>
          </a:xfrm>
          <a:custGeom>
            <a:avLst/>
            <a:gdLst>
              <a:gd name="T0" fmla="*/ 0 w 39"/>
              <a:gd name="T1" fmla="*/ 13 h 41"/>
              <a:gd name="T2" fmla="*/ 28 w 39"/>
              <a:gd name="T3" fmla="*/ 41 h 41"/>
              <a:gd name="T4" fmla="*/ 36 w 39"/>
              <a:gd name="T5" fmla="*/ 34 h 41"/>
              <a:gd name="T6" fmla="*/ 36 w 39"/>
              <a:gd name="T7" fmla="*/ 23 h 41"/>
              <a:gd name="T8" fmla="*/ 13 w 39"/>
              <a:gd name="T9" fmla="*/ 0 h 41"/>
              <a:gd name="T10" fmla="*/ 0 w 39"/>
              <a:gd name="T11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" h="41">
                <a:moveTo>
                  <a:pt x="0" y="13"/>
                </a:moveTo>
                <a:cubicBezTo>
                  <a:pt x="28" y="41"/>
                  <a:pt x="28" y="41"/>
                  <a:pt x="28" y="41"/>
                </a:cubicBezTo>
                <a:cubicBezTo>
                  <a:pt x="36" y="34"/>
                  <a:pt x="36" y="34"/>
                  <a:pt x="36" y="34"/>
                </a:cubicBezTo>
                <a:cubicBezTo>
                  <a:pt x="39" y="31"/>
                  <a:pt x="39" y="26"/>
                  <a:pt x="36" y="23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13"/>
                  <a:pt x="0" y="13"/>
                  <a:pt x="0" y="13"/>
                </a:cubicBezTo>
              </a:path>
            </a:pathLst>
          </a:custGeom>
          <a:solidFill>
            <a:srgbClr val="5A3D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1" name="Freeform 26">
            <a:extLst>
              <a:ext uri="{FF2B5EF4-FFF2-40B4-BE49-F238E27FC236}">
                <a16:creationId xmlns:a16="http://schemas.microsoft.com/office/drawing/2014/main" id="{1D74B24D-897E-450A-834C-57CD29D72A67}"/>
              </a:ext>
            </a:extLst>
          </p:cNvPr>
          <p:cNvSpPr>
            <a:spLocks/>
          </p:cNvSpPr>
          <p:nvPr/>
        </p:nvSpPr>
        <p:spPr bwMode="auto">
          <a:xfrm>
            <a:off x="1413468" y="2857179"/>
            <a:ext cx="854162" cy="848623"/>
          </a:xfrm>
          <a:custGeom>
            <a:avLst/>
            <a:gdLst>
              <a:gd name="T0" fmla="*/ 0 w 771"/>
              <a:gd name="T1" fmla="*/ 766 h 766"/>
              <a:gd name="T2" fmla="*/ 771 w 771"/>
              <a:gd name="T3" fmla="*/ 0 h 766"/>
              <a:gd name="T4" fmla="*/ 0 w 771"/>
              <a:gd name="T5" fmla="*/ 766 h 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1" h="766">
                <a:moveTo>
                  <a:pt x="0" y="766"/>
                </a:moveTo>
                <a:lnTo>
                  <a:pt x="771" y="0"/>
                </a:lnTo>
                <a:lnTo>
                  <a:pt x="0" y="7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2" name="Line 27">
            <a:extLst>
              <a:ext uri="{FF2B5EF4-FFF2-40B4-BE49-F238E27FC236}">
                <a16:creationId xmlns:a16="http://schemas.microsoft.com/office/drawing/2014/main" id="{99289D7D-20F7-451E-B010-A7409C16CA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3468" y="2857179"/>
            <a:ext cx="854162" cy="84862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3" name="Freeform 28">
            <a:extLst>
              <a:ext uri="{FF2B5EF4-FFF2-40B4-BE49-F238E27FC236}">
                <a16:creationId xmlns:a16="http://schemas.microsoft.com/office/drawing/2014/main" id="{D3FA4DF2-929C-4BA3-B842-28FD5C47E228}"/>
              </a:ext>
            </a:extLst>
          </p:cNvPr>
          <p:cNvSpPr>
            <a:spLocks/>
          </p:cNvSpPr>
          <p:nvPr/>
        </p:nvSpPr>
        <p:spPr bwMode="auto">
          <a:xfrm>
            <a:off x="2221099" y="2836129"/>
            <a:ext cx="27697" cy="27697"/>
          </a:xfrm>
          <a:custGeom>
            <a:avLst/>
            <a:gdLst>
              <a:gd name="T0" fmla="*/ 4 w 12"/>
              <a:gd name="T1" fmla="*/ 11 h 12"/>
              <a:gd name="T2" fmla="*/ 6 w 12"/>
              <a:gd name="T3" fmla="*/ 11 h 12"/>
              <a:gd name="T4" fmla="*/ 6 w 12"/>
              <a:gd name="T5" fmla="*/ 7 h 12"/>
              <a:gd name="T6" fmla="*/ 9 w 12"/>
              <a:gd name="T7" fmla="*/ 8 h 12"/>
              <a:gd name="T8" fmla="*/ 11 w 12"/>
              <a:gd name="T9" fmla="*/ 3 h 12"/>
              <a:gd name="T10" fmla="*/ 8 w 12"/>
              <a:gd name="T11" fmla="*/ 5 h 12"/>
              <a:gd name="T12" fmla="*/ 11 w 12"/>
              <a:gd name="T13" fmla="*/ 0 h 12"/>
              <a:gd name="T14" fmla="*/ 7 w 12"/>
              <a:gd name="T15" fmla="*/ 3 h 12"/>
              <a:gd name="T16" fmla="*/ 7 w 12"/>
              <a:gd name="T17" fmla="*/ 2 h 12"/>
              <a:gd name="T18" fmla="*/ 4 w 12"/>
              <a:gd name="T19" fmla="*/ 5 h 12"/>
              <a:gd name="T20" fmla="*/ 4 w 12"/>
              <a:gd name="T21" fmla="*/ 4 h 12"/>
              <a:gd name="T22" fmla="*/ 3 w 12"/>
              <a:gd name="T23" fmla="*/ 12 h 12"/>
              <a:gd name="T24" fmla="*/ 4 w 12"/>
              <a:gd name="T25" fmla="*/ 11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" h="12">
                <a:moveTo>
                  <a:pt x="4" y="11"/>
                </a:moveTo>
                <a:cubicBezTo>
                  <a:pt x="5" y="10"/>
                  <a:pt x="6" y="11"/>
                  <a:pt x="6" y="11"/>
                </a:cubicBezTo>
                <a:cubicBezTo>
                  <a:pt x="7" y="8"/>
                  <a:pt x="8" y="10"/>
                  <a:pt x="6" y="7"/>
                </a:cubicBezTo>
                <a:cubicBezTo>
                  <a:pt x="7" y="5"/>
                  <a:pt x="9" y="5"/>
                  <a:pt x="9" y="8"/>
                </a:cubicBezTo>
                <a:cubicBezTo>
                  <a:pt x="11" y="3"/>
                  <a:pt x="11" y="3"/>
                  <a:pt x="11" y="3"/>
                </a:cubicBezTo>
                <a:cubicBezTo>
                  <a:pt x="8" y="5"/>
                  <a:pt x="8" y="5"/>
                  <a:pt x="8" y="5"/>
                </a:cubicBezTo>
                <a:cubicBezTo>
                  <a:pt x="7" y="2"/>
                  <a:pt x="12" y="2"/>
                  <a:pt x="11" y="0"/>
                </a:cubicBezTo>
                <a:cubicBezTo>
                  <a:pt x="7" y="3"/>
                  <a:pt x="7" y="3"/>
                  <a:pt x="7" y="3"/>
                </a:cubicBezTo>
                <a:cubicBezTo>
                  <a:pt x="7" y="2"/>
                  <a:pt x="7" y="2"/>
                  <a:pt x="7" y="2"/>
                </a:cubicBezTo>
                <a:cubicBezTo>
                  <a:pt x="7" y="4"/>
                  <a:pt x="5" y="5"/>
                  <a:pt x="4" y="5"/>
                </a:cubicBezTo>
                <a:cubicBezTo>
                  <a:pt x="4" y="5"/>
                  <a:pt x="3" y="5"/>
                  <a:pt x="4" y="4"/>
                </a:cubicBezTo>
                <a:cubicBezTo>
                  <a:pt x="0" y="8"/>
                  <a:pt x="6" y="8"/>
                  <a:pt x="3" y="12"/>
                </a:cubicBezTo>
                <a:cubicBezTo>
                  <a:pt x="3" y="12"/>
                  <a:pt x="3" y="12"/>
                  <a:pt x="4" y="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4" name="Freeform 29">
            <a:extLst>
              <a:ext uri="{FF2B5EF4-FFF2-40B4-BE49-F238E27FC236}">
                <a16:creationId xmlns:a16="http://schemas.microsoft.com/office/drawing/2014/main" id="{4E987054-7631-48F6-B3E4-D1E8D483C7AE}"/>
              </a:ext>
            </a:extLst>
          </p:cNvPr>
          <p:cNvSpPr>
            <a:spLocks/>
          </p:cNvSpPr>
          <p:nvPr/>
        </p:nvSpPr>
        <p:spPr bwMode="auto">
          <a:xfrm>
            <a:off x="2203373" y="2848315"/>
            <a:ext cx="25481" cy="38775"/>
          </a:xfrm>
          <a:custGeom>
            <a:avLst/>
            <a:gdLst>
              <a:gd name="T0" fmla="*/ 4 w 11"/>
              <a:gd name="T1" fmla="*/ 6 h 17"/>
              <a:gd name="T2" fmla="*/ 5 w 11"/>
              <a:gd name="T3" fmla="*/ 9 h 17"/>
              <a:gd name="T4" fmla="*/ 2 w 11"/>
              <a:gd name="T5" fmla="*/ 11 h 17"/>
              <a:gd name="T6" fmla="*/ 3 w 11"/>
              <a:gd name="T7" fmla="*/ 14 h 17"/>
              <a:gd name="T8" fmla="*/ 4 w 11"/>
              <a:gd name="T9" fmla="*/ 12 h 17"/>
              <a:gd name="T10" fmla="*/ 4 w 11"/>
              <a:gd name="T11" fmla="*/ 17 h 17"/>
              <a:gd name="T12" fmla="*/ 6 w 11"/>
              <a:gd name="T13" fmla="*/ 13 h 17"/>
              <a:gd name="T14" fmla="*/ 11 w 11"/>
              <a:gd name="T15" fmla="*/ 10 h 17"/>
              <a:gd name="T16" fmla="*/ 11 w 11"/>
              <a:gd name="T17" fmla="*/ 7 h 17"/>
              <a:gd name="T18" fmla="*/ 11 w 11"/>
              <a:gd name="T19" fmla="*/ 8 h 17"/>
              <a:gd name="T20" fmla="*/ 8 w 11"/>
              <a:gd name="T21" fmla="*/ 5 h 17"/>
              <a:gd name="T22" fmla="*/ 7 w 11"/>
              <a:gd name="T23" fmla="*/ 7 h 17"/>
              <a:gd name="T24" fmla="*/ 7 w 11"/>
              <a:gd name="T25" fmla="*/ 2 h 17"/>
              <a:gd name="T26" fmla="*/ 0 w 11"/>
              <a:gd name="T27" fmla="*/ 5 h 17"/>
              <a:gd name="T28" fmla="*/ 4 w 11"/>
              <a:gd name="T29" fmla="*/ 6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" h="17">
                <a:moveTo>
                  <a:pt x="4" y="6"/>
                </a:moveTo>
                <a:cubicBezTo>
                  <a:pt x="5" y="9"/>
                  <a:pt x="5" y="9"/>
                  <a:pt x="5" y="9"/>
                </a:cubicBezTo>
                <a:cubicBezTo>
                  <a:pt x="2" y="11"/>
                  <a:pt x="2" y="11"/>
                  <a:pt x="2" y="11"/>
                </a:cubicBezTo>
                <a:cubicBezTo>
                  <a:pt x="3" y="12"/>
                  <a:pt x="2" y="14"/>
                  <a:pt x="3" y="14"/>
                </a:cubicBezTo>
                <a:cubicBezTo>
                  <a:pt x="4" y="13"/>
                  <a:pt x="4" y="13"/>
                  <a:pt x="4" y="12"/>
                </a:cubicBezTo>
                <a:cubicBezTo>
                  <a:pt x="6" y="14"/>
                  <a:pt x="2" y="16"/>
                  <a:pt x="4" y="17"/>
                </a:cubicBezTo>
                <a:cubicBezTo>
                  <a:pt x="6" y="15"/>
                  <a:pt x="6" y="15"/>
                  <a:pt x="6" y="13"/>
                </a:cubicBezTo>
                <a:cubicBezTo>
                  <a:pt x="8" y="11"/>
                  <a:pt x="10" y="10"/>
                  <a:pt x="11" y="10"/>
                </a:cubicBezTo>
                <a:cubicBezTo>
                  <a:pt x="11" y="9"/>
                  <a:pt x="10" y="8"/>
                  <a:pt x="11" y="7"/>
                </a:cubicBezTo>
                <a:cubicBezTo>
                  <a:pt x="11" y="8"/>
                  <a:pt x="11" y="8"/>
                  <a:pt x="11" y="8"/>
                </a:cubicBezTo>
                <a:cubicBezTo>
                  <a:pt x="8" y="5"/>
                  <a:pt x="8" y="5"/>
                  <a:pt x="8" y="5"/>
                </a:cubicBezTo>
                <a:cubicBezTo>
                  <a:pt x="8" y="6"/>
                  <a:pt x="7" y="7"/>
                  <a:pt x="7" y="7"/>
                </a:cubicBezTo>
                <a:cubicBezTo>
                  <a:pt x="7" y="2"/>
                  <a:pt x="7" y="2"/>
                  <a:pt x="7" y="2"/>
                </a:cubicBezTo>
                <a:cubicBezTo>
                  <a:pt x="4" y="0"/>
                  <a:pt x="2" y="4"/>
                  <a:pt x="0" y="5"/>
                </a:cubicBezTo>
                <a:cubicBezTo>
                  <a:pt x="3" y="5"/>
                  <a:pt x="0" y="7"/>
                  <a:pt x="4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5" name="Freeform 30">
            <a:extLst>
              <a:ext uri="{FF2B5EF4-FFF2-40B4-BE49-F238E27FC236}">
                <a16:creationId xmlns:a16="http://schemas.microsoft.com/office/drawing/2014/main" id="{649E3730-72C0-49D0-82E7-A1DDCBBDF114}"/>
              </a:ext>
            </a:extLst>
          </p:cNvPr>
          <p:cNvSpPr>
            <a:spLocks/>
          </p:cNvSpPr>
          <p:nvPr/>
        </p:nvSpPr>
        <p:spPr bwMode="auto">
          <a:xfrm>
            <a:off x="2228854" y="28638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6" name="Freeform 31">
            <a:extLst>
              <a:ext uri="{FF2B5EF4-FFF2-40B4-BE49-F238E27FC236}">
                <a16:creationId xmlns:a16="http://schemas.microsoft.com/office/drawing/2014/main" id="{25517D3C-754D-410C-A2E1-09E91823B704}"/>
              </a:ext>
            </a:extLst>
          </p:cNvPr>
          <p:cNvSpPr>
            <a:spLocks/>
          </p:cNvSpPr>
          <p:nvPr/>
        </p:nvSpPr>
        <p:spPr bwMode="auto">
          <a:xfrm>
            <a:off x="1767983" y="3365687"/>
            <a:ext cx="21050" cy="24373"/>
          </a:xfrm>
          <a:custGeom>
            <a:avLst/>
            <a:gdLst>
              <a:gd name="T0" fmla="*/ 2 w 9"/>
              <a:gd name="T1" fmla="*/ 7 h 11"/>
              <a:gd name="T2" fmla="*/ 2 w 9"/>
              <a:gd name="T3" fmla="*/ 8 h 11"/>
              <a:gd name="T4" fmla="*/ 9 w 9"/>
              <a:gd name="T5" fmla="*/ 2 h 11"/>
              <a:gd name="T6" fmla="*/ 6 w 9"/>
              <a:gd name="T7" fmla="*/ 1 h 11"/>
              <a:gd name="T8" fmla="*/ 4 w 9"/>
              <a:gd name="T9" fmla="*/ 4 h 11"/>
              <a:gd name="T10" fmla="*/ 4 w 9"/>
              <a:gd name="T11" fmla="*/ 2 h 11"/>
              <a:gd name="T12" fmla="*/ 0 w 9"/>
              <a:gd name="T13" fmla="*/ 2 h 11"/>
              <a:gd name="T14" fmla="*/ 0 w 9"/>
              <a:gd name="T15" fmla="*/ 2 h 11"/>
              <a:gd name="T16" fmla="*/ 1 w 9"/>
              <a:gd name="T17" fmla="*/ 11 h 11"/>
              <a:gd name="T18" fmla="*/ 2 w 9"/>
              <a:gd name="T19" fmla="*/ 7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11">
                <a:moveTo>
                  <a:pt x="2" y="7"/>
                </a:moveTo>
                <a:cubicBezTo>
                  <a:pt x="2" y="7"/>
                  <a:pt x="2" y="8"/>
                  <a:pt x="2" y="8"/>
                </a:cubicBezTo>
                <a:cubicBezTo>
                  <a:pt x="9" y="2"/>
                  <a:pt x="9" y="2"/>
                  <a:pt x="9" y="2"/>
                </a:cubicBezTo>
                <a:cubicBezTo>
                  <a:pt x="8" y="1"/>
                  <a:pt x="5" y="2"/>
                  <a:pt x="6" y="1"/>
                </a:cubicBezTo>
                <a:cubicBezTo>
                  <a:pt x="5" y="0"/>
                  <a:pt x="4" y="3"/>
                  <a:pt x="4" y="4"/>
                </a:cubicBezTo>
                <a:cubicBezTo>
                  <a:pt x="4" y="2"/>
                  <a:pt x="4" y="2"/>
                  <a:pt x="4" y="2"/>
                </a:cubicBezTo>
                <a:cubicBezTo>
                  <a:pt x="4" y="5"/>
                  <a:pt x="0" y="4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" y="11"/>
                  <a:pt x="1" y="11"/>
                  <a:pt x="1" y="11"/>
                </a:cubicBezTo>
                <a:cubicBezTo>
                  <a:pt x="3" y="10"/>
                  <a:pt x="0" y="9"/>
                  <a:pt x="2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7" name="Freeform 32">
            <a:extLst>
              <a:ext uri="{FF2B5EF4-FFF2-40B4-BE49-F238E27FC236}">
                <a16:creationId xmlns:a16="http://schemas.microsoft.com/office/drawing/2014/main" id="{1337501A-94B0-4F2F-87A7-F3630E2160F0}"/>
              </a:ext>
            </a:extLst>
          </p:cNvPr>
          <p:cNvSpPr>
            <a:spLocks/>
          </p:cNvSpPr>
          <p:nvPr/>
        </p:nvSpPr>
        <p:spPr bwMode="auto">
          <a:xfrm>
            <a:off x="1445595" y="3689183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8" name="Freeform 33">
            <a:extLst>
              <a:ext uri="{FF2B5EF4-FFF2-40B4-BE49-F238E27FC236}">
                <a16:creationId xmlns:a16="http://schemas.microsoft.com/office/drawing/2014/main" id="{87168F6C-9BF4-40D4-BF8A-6451648AA3EA}"/>
              </a:ext>
            </a:extLst>
          </p:cNvPr>
          <p:cNvSpPr>
            <a:spLocks/>
          </p:cNvSpPr>
          <p:nvPr/>
        </p:nvSpPr>
        <p:spPr bwMode="auto">
          <a:xfrm>
            <a:off x="1770199" y="3397815"/>
            <a:ext cx="0" cy="4432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9" name="Freeform 34">
            <a:extLst>
              <a:ext uri="{FF2B5EF4-FFF2-40B4-BE49-F238E27FC236}">
                <a16:creationId xmlns:a16="http://schemas.microsoft.com/office/drawing/2014/main" id="{0B40CC2F-5784-448D-A459-92934E8EC55D}"/>
              </a:ext>
            </a:extLst>
          </p:cNvPr>
          <p:cNvSpPr>
            <a:spLocks/>
          </p:cNvSpPr>
          <p:nvPr/>
        </p:nvSpPr>
        <p:spPr bwMode="auto">
          <a:xfrm>
            <a:off x="1738071" y="3321372"/>
            <a:ext cx="2216" cy="4432"/>
          </a:xfrm>
          <a:custGeom>
            <a:avLst/>
            <a:gdLst>
              <a:gd name="T0" fmla="*/ 1 w 1"/>
              <a:gd name="T1" fmla="*/ 0 h 2"/>
              <a:gd name="T2" fmla="*/ 0 w 1"/>
              <a:gd name="T3" fmla="*/ 0 h 2"/>
              <a:gd name="T4" fmla="*/ 0 w 1"/>
              <a:gd name="T5" fmla="*/ 2 h 2"/>
              <a:gd name="T6" fmla="*/ 1 w 1"/>
              <a:gd name="T7" fmla="*/ 2 h 2"/>
              <a:gd name="T8" fmla="*/ 1 w 1"/>
              <a:gd name="T9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0" name="Freeform 35">
            <a:extLst>
              <a:ext uri="{FF2B5EF4-FFF2-40B4-BE49-F238E27FC236}">
                <a16:creationId xmlns:a16="http://schemas.microsoft.com/office/drawing/2014/main" id="{042FECD3-37AB-44E4-8480-A562CBFAB85C}"/>
              </a:ext>
            </a:extLst>
          </p:cNvPr>
          <p:cNvSpPr>
            <a:spLocks/>
          </p:cNvSpPr>
          <p:nvPr/>
        </p:nvSpPr>
        <p:spPr bwMode="auto">
          <a:xfrm>
            <a:off x="1710374" y="3479797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1" name="Freeform 36">
            <a:extLst>
              <a:ext uri="{FF2B5EF4-FFF2-40B4-BE49-F238E27FC236}">
                <a16:creationId xmlns:a16="http://schemas.microsoft.com/office/drawing/2014/main" id="{75EE70D4-4183-475D-8507-2CC0FAB42EC4}"/>
              </a:ext>
            </a:extLst>
          </p:cNvPr>
          <p:cNvSpPr>
            <a:spLocks/>
          </p:cNvSpPr>
          <p:nvPr/>
        </p:nvSpPr>
        <p:spPr bwMode="auto">
          <a:xfrm>
            <a:off x="1751366" y="3261548"/>
            <a:ext cx="12187" cy="27697"/>
          </a:xfrm>
          <a:custGeom>
            <a:avLst/>
            <a:gdLst>
              <a:gd name="T0" fmla="*/ 5 w 5"/>
              <a:gd name="T1" fmla="*/ 0 h 12"/>
              <a:gd name="T2" fmla="*/ 3 w 5"/>
              <a:gd name="T3" fmla="*/ 4 h 12"/>
              <a:gd name="T4" fmla="*/ 1 w 5"/>
              <a:gd name="T5" fmla="*/ 3 h 12"/>
              <a:gd name="T6" fmla="*/ 1 w 5"/>
              <a:gd name="T7" fmla="*/ 5 h 12"/>
              <a:gd name="T8" fmla="*/ 2 w 5"/>
              <a:gd name="T9" fmla="*/ 4 h 12"/>
              <a:gd name="T10" fmla="*/ 2 w 5"/>
              <a:gd name="T11" fmla="*/ 12 h 12"/>
              <a:gd name="T12" fmla="*/ 5 w 5"/>
              <a:gd name="T13" fmla="*/ 8 h 12"/>
              <a:gd name="T14" fmla="*/ 5 w 5"/>
              <a:gd name="T15" fmla="*/ 7 h 12"/>
              <a:gd name="T16" fmla="*/ 5 w 5"/>
              <a:gd name="T17" fmla="*/ 1 h 12"/>
              <a:gd name="T18" fmla="*/ 5 w 5"/>
              <a:gd name="T1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" h="12">
                <a:moveTo>
                  <a:pt x="5" y="0"/>
                </a:moveTo>
                <a:cubicBezTo>
                  <a:pt x="3" y="4"/>
                  <a:pt x="3" y="4"/>
                  <a:pt x="3" y="4"/>
                </a:cubicBezTo>
                <a:cubicBezTo>
                  <a:pt x="3" y="3"/>
                  <a:pt x="1" y="5"/>
                  <a:pt x="1" y="3"/>
                </a:cubicBezTo>
                <a:cubicBezTo>
                  <a:pt x="1" y="4"/>
                  <a:pt x="0" y="5"/>
                  <a:pt x="1" y="5"/>
                </a:cubicBezTo>
                <a:cubicBezTo>
                  <a:pt x="2" y="4"/>
                  <a:pt x="2" y="4"/>
                  <a:pt x="2" y="4"/>
                </a:cubicBezTo>
                <a:cubicBezTo>
                  <a:pt x="2" y="8"/>
                  <a:pt x="4" y="8"/>
                  <a:pt x="2" y="12"/>
                </a:cubicBezTo>
                <a:cubicBezTo>
                  <a:pt x="5" y="11"/>
                  <a:pt x="5" y="10"/>
                  <a:pt x="5" y="8"/>
                </a:cubicBezTo>
                <a:cubicBezTo>
                  <a:pt x="5" y="7"/>
                  <a:pt x="5" y="7"/>
                  <a:pt x="5" y="7"/>
                </a:cubicBezTo>
                <a:cubicBezTo>
                  <a:pt x="5" y="1"/>
                  <a:pt x="5" y="1"/>
                  <a:pt x="5" y="1"/>
                </a:cubicBezTo>
                <a:lnTo>
                  <a:pt x="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2" name="Freeform 37">
            <a:extLst>
              <a:ext uri="{FF2B5EF4-FFF2-40B4-BE49-F238E27FC236}">
                <a16:creationId xmlns:a16="http://schemas.microsoft.com/office/drawing/2014/main" id="{84B94F6C-47D4-422E-A907-B821ABC67B20}"/>
              </a:ext>
            </a:extLst>
          </p:cNvPr>
          <p:cNvSpPr>
            <a:spLocks/>
          </p:cNvSpPr>
          <p:nvPr/>
        </p:nvSpPr>
        <p:spPr bwMode="auto">
          <a:xfrm>
            <a:off x="1516499" y="3569533"/>
            <a:ext cx="0" cy="2216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3" name="Freeform 38">
            <a:extLst>
              <a:ext uri="{FF2B5EF4-FFF2-40B4-BE49-F238E27FC236}">
                <a16:creationId xmlns:a16="http://schemas.microsoft.com/office/drawing/2014/main" id="{8117A727-9BD7-4131-AD7D-4162CAD6BE08}"/>
              </a:ext>
            </a:extLst>
          </p:cNvPr>
          <p:cNvSpPr>
            <a:spLocks/>
          </p:cNvSpPr>
          <p:nvPr/>
        </p:nvSpPr>
        <p:spPr bwMode="auto">
          <a:xfrm>
            <a:off x="1516499" y="3567318"/>
            <a:ext cx="0" cy="2216"/>
          </a:xfrm>
          <a:custGeom>
            <a:avLst/>
            <a:gdLst>
              <a:gd name="T0" fmla="*/ 1 h 1"/>
              <a:gd name="T1" fmla="*/ 1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4" name="Freeform 39">
            <a:extLst>
              <a:ext uri="{FF2B5EF4-FFF2-40B4-BE49-F238E27FC236}">
                <a16:creationId xmlns:a16="http://schemas.microsoft.com/office/drawing/2014/main" id="{60464CF6-0FAA-431F-8E8A-18EDD007FBEF}"/>
              </a:ext>
            </a:extLst>
          </p:cNvPr>
          <p:cNvSpPr>
            <a:spLocks/>
          </p:cNvSpPr>
          <p:nvPr/>
        </p:nvSpPr>
        <p:spPr bwMode="auto">
          <a:xfrm>
            <a:off x="1767983" y="3390060"/>
            <a:ext cx="2216" cy="7755"/>
          </a:xfrm>
          <a:custGeom>
            <a:avLst/>
            <a:gdLst>
              <a:gd name="T0" fmla="*/ 0 w 1"/>
              <a:gd name="T1" fmla="*/ 1 h 3"/>
              <a:gd name="T2" fmla="*/ 1 w 1"/>
              <a:gd name="T3" fmla="*/ 3 h 3"/>
              <a:gd name="T4" fmla="*/ 1 w 1"/>
              <a:gd name="T5" fmla="*/ 0 h 3"/>
              <a:gd name="T6" fmla="*/ 0 w 1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3">
                <a:moveTo>
                  <a:pt x="0" y="1"/>
                </a:moveTo>
                <a:cubicBezTo>
                  <a:pt x="0" y="1"/>
                  <a:pt x="1" y="2"/>
                  <a:pt x="1" y="3"/>
                </a:cubicBezTo>
                <a:cubicBezTo>
                  <a:pt x="1" y="0"/>
                  <a:pt x="1" y="0"/>
                  <a:pt x="1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5" name="Freeform 40">
            <a:extLst>
              <a:ext uri="{FF2B5EF4-FFF2-40B4-BE49-F238E27FC236}">
                <a16:creationId xmlns:a16="http://schemas.microsoft.com/office/drawing/2014/main" id="{5FE8B025-7384-47E2-8836-6D0CCCD5E946}"/>
              </a:ext>
            </a:extLst>
          </p:cNvPr>
          <p:cNvSpPr>
            <a:spLocks/>
          </p:cNvSpPr>
          <p:nvPr/>
        </p:nvSpPr>
        <p:spPr bwMode="auto">
          <a:xfrm>
            <a:off x="1763552" y="3365687"/>
            <a:ext cx="4432" cy="11078"/>
          </a:xfrm>
          <a:custGeom>
            <a:avLst/>
            <a:gdLst>
              <a:gd name="T0" fmla="*/ 0 w 2"/>
              <a:gd name="T1" fmla="*/ 5 h 5"/>
              <a:gd name="T2" fmla="*/ 2 w 2"/>
              <a:gd name="T3" fmla="*/ 2 h 5"/>
              <a:gd name="T4" fmla="*/ 2 w 2"/>
              <a:gd name="T5" fmla="*/ 0 h 5"/>
              <a:gd name="T6" fmla="*/ 0 w 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5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2" y="2"/>
                  <a:pt x="1" y="3"/>
                  <a:pt x="0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6" name="Freeform 41">
            <a:extLst>
              <a:ext uri="{FF2B5EF4-FFF2-40B4-BE49-F238E27FC236}">
                <a16:creationId xmlns:a16="http://schemas.microsoft.com/office/drawing/2014/main" id="{DE580474-E89C-431F-9A22-48E9193F479F}"/>
              </a:ext>
            </a:extLst>
          </p:cNvPr>
          <p:cNvSpPr>
            <a:spLocks/>
          </p:cNvSpPr>
          <p:nvPr/>
        </p:nvSpPr>
        <p:spPr bwMode="auto">
          <a:xfrm>
            <a:off x="1697080" y="3400030"/>
            <a:ext cx="75335" cy="121865"/>
          </a:xfrm>
          <a:custGeom>
            <a:avLst/>
            <a:gdLst>
              <a:gd name="T0" fmla="*/ 12 w 33"/>
              <a:gd name="T1" fmla="*/ 32 h 53"/>
              <a:gd name="T2" fmla="*/ 8 w 33"/>
              <a:gd name="T3" fmla="*/ 30 h 53"/>
              <a:gd name="T4" fmla="*/ 7 w 33"/>
              <a:gd name="T5" fmla="*/ 35 h 53"/>
              <a:gd name="T6" fmla="*/ 13 w 33"/>
              <a:gd name="T7" fmla="*/ 34 h 53"/>
              <a:gd name="T8" fmla="*/ 10 w 33"/>
              <a:gd name="T9" fmla="*/ 40 h 53"/>
              <a:gd name="T10" fmla="*/ 9 w 33"/>
              <a:gd name="T11" fmla="*/ 35 h 53"/>
              <a:gd name="T12" fmla="*/ 9 w 33"/>
              <a:gd name="T13" fmla="*/ 39 h 53"/>
              <a:gd name="T14" fmla="*/ 1 w 33"/>
              <a:gd name="T15" fmla="*/ 46 h 53"/>
              <a:gd name="T16" fmla="*/ 1 w 33"/>
              <a:gd name="T17" fmla="*/ 51 h 53"/>
              <a:gd name="T18" fmla="*/ 7 w 33"/>
              <a:gd name="T19" fmla="*/ 50 h 53"/>
              <a:gd name="T20" fmla="*/ 6 w 33"/>
              <a:gd name="T21" fmla="*/ 50 h 53"/>
              <a:gd name="T22" fmla="*/ 8 w 33"/>
              <a:gd name="T23" fmla="*/ 48 h 53"/>
              <a:gd name="T24" fmla="*/ 7 w 33"/>
              <a:gd name="T25" fmla="*/ 45 h 53"/>
              <a:gd name="T26" fmla="*/ 9 w 33"/>
              <a:gd name="T27" fmla="*/ 44 h 53"/>
              <a:gd name="T28" fmla="*/ 8 w 33"/>
              <a:gd name="T29" fmla="*/ 45 h 53"/>
              <a:gd name="T30" fmla="*/ 12 w 33"/>
              <a:gd name="T31" fmla="*/ 41 h 53"/>
              <a:gd name="T32" fmla="*/ 12 w 33"/>
              <a:gd name="T33" fmla="*/ 43 h 53"/>
              <a:gd name="T34" fmla="*/ 15 w 33"/>
              <a:gd name="T35" fmla="*/ 35 h 53"/>
              <a:gd name="T36" fmla="*/ 16 w 33"/>
              <a:gd name="T37" fmla="*/ 39 h 53"/>
              <a:gd name="T38" fmla="*/ 23 w 33"/>
              <a:gd name="T39" fmla="*/ 30 h 53"/>
              <a:gd name="T40" fmla="*/ 22 w 33"/>
              <a:gd name="T41" fmla="*/ 30 h 53"/>
              <a:gd name="T42" fmla="*/ 26 w 33"/>
              <a:gd name="T43" fmla="*/ 30 h 53"/>
              <a:gd name="T44" fmla="*/ 33 w 33"/>
              <a:gd name="T45" fmla="*/ 21 h 53"/>
              <a:gd name="T46" fmla="*/ 32 w 33"/>
              <a:gd name="T47" fmla="*/ 1 h 53"/>
              <a:gd name="T48" fmla="*/ 31 w 33"/>
              <a:gd name="T49" fmla="*/ 3 h 53"/>
              <a:gd name="T50" fmla="*/ 28 w 33"/>
              <a:gd name="T51" fmla="*/ 0 h 53"/>
              <a:gd name="T52" fmla="*/ 28 w 33"/>
              <a:gd name="T53" fmla="*/ 5 h 53"/>
              <a:gd name="T54" fmla="*/ 23 w 33"/>
              <a:gd name="T55" fmla="*/ 3 h 53"/>
              <a:gd name="T56" fmla="*/ 19 w 33"/>
              <a:gd name="T57" fmla="*/ 26 h 53"/>
              <a:gd name="T58" fmla="*/ 12 w 33"/>
              <a:gd name="T59" fmla="*/ 31 h 53"/>
              <a:gd name="T60" fmla="*/ 13 w 33"/>
              <a:gd name="T61" fmla="*/ 25 h 53"/>
              <a:gd name="T62" fmla="*/ 9 w 33"/>
              <a:gd name="T63" fmla="*/ 29 h 53"/>
              <a:gd name="T64" fmla="*/ 12 w 33"/>
              <a:gd name="T65" fmla="*/ 3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" h="53">
                <a:moveTo>
                  <a:pt x="12" y="32"/>
                </a:moveTo>
                <a:cubicBezTo>
                  <a:pt x="7" y="37"/>
                  <a:pt x="11" y="28"/>
                  <a:pt x="8" y="30"/>
                </a:cubicBezTo>
                <a:cubicBezTo>
                  <a:pt x="7" y="32"/>
                  <a:pt x="7" y="33"/>
                  <a:pt x="7" y="35"/>
                </a:cubicBezTo>
                <a:cubicBezTo>
                  <a:pt x="10" y="30"/>
                  <a:pt x="10" y="39"/>
                  <a:pt x="13" y="34"/>
                </a:cubicBezTo>
                <a:cubicBezTo>
                  <a:pt x="15" y="37"/>
                  <a:pt x="12" y="39"/>
                  <a:pt x="10" y="40"/>
                </a:cubicBezTo>
                <a:cubicBezTo>
                  <a:pt x="7" y="40"/>
                  <a:pt x="10" y="37"/>
                  <a:pt x="9" y="35"/>
                </a:cubicBezTo>
                <a:cubicBezTo>
                  <a:pt x="8" y="37"/>
                  <a:pt x="8" y="37"/>
                  <a:pt x="9" y="39"/>
                </a:cubicBezTo>
                <a:cubicBezTo>
                  <a:pt x="5" y="41"/>
                  <a:pt x="5" y="47"/>
                  <a:pt x="1" y="46"/>
                </a:cubicBezTo>
                <a:cubicBezTo>
                  <a:pt x="0" y="48"/>
                  <a:pt x="1" y="49"/>
                  <a:pt x="1" y="51"/>
                </a:cubicBezTo>
                <a:cubicBezTo>
                  <a:pt x="3" y="53"/>
                  <a:pt x="5" y="49"/>
                  <a:pt x="7" y="50"/>
                </a:cubicBezTo>
                <a:cubicBezTo>
                  <a:pt x="7" y="50"/>
                  <a:pt x="6" y="50"/>
                  <a:pt x="6" y="50"/>
                </a:cubicBezTo>
                <a:cubicBezTo>
                  <a:pt x="8" y="48"/>
                  <a:pt x="8" y="48"/>
                  <a:pt x="8" y="48"/>
                </a:cubicBezTo>
                <a:cubicBezTo>
                  <a:pt x="6" y="49"/>
                  <a:pt x="6" y="46"/>
                  <a:pt x="7" y="45"/>
                </a:cubicBezTo>
                <a:cubicBezTo>
                  <a:pt x="7" y="45"/>
                  <a:pt x="8" y="43"/>
                  <a:pt x="9" y="44"/>
                </a:cubicBezTo>
                <a:cubicBezTo>
                  <a:pt x="8" y="45"/>
                  <a:pt x="8" y="45"/>
                  <a:pt x="8" y="45"/>
                </a:cubicBezTo>
                <a:cubicBezTo>
                  <a:pt x="10" y="45"/>
                  <a:pt x="9" y="41"/>
                  <a:pt x="12" y="41"/>
                </a:cubicBezTo>
                <a:cubicBezTo>
                  <a:pt x="12" y="41"/>
                  <a:pt x="12" y="42"/>
                  <a:pt x="12" y="43"/>
                </a:cubicBezTo>
                <a:cubicBezTo>
                  <a:pt x="12" y="40"/>
                  <a:pt x="14" y="38"/>
                  <a:pt x="15" y="35"/>
                </a:cubicBezTo>
                <a:cubicBezTo>
                  <a:pt x="16" y="39"/>
                  <a:pt x="16" y="39"/>
                  <a:pt x="16" y="39"/>
                </a:cubicBezTo>
                <a:cubicBezTo>
                  <a:pt x="15" y="35"/>
                  <a:pt x="20" y="32"/>
                  <a:pt x="23" y="30"/>
                </a:cubicBezTo>
                <a:cubicBezTo>
                  <a:pt x="23" y="30"/>
                  <a:pt x="22" y="30"/>
                  <a:pt x="22" y="30"/>
                </a:cubicBezTo>
                <a:cubicBezTo>
                  <a:pt x="23" y="28"/>
                  <a:pt x="25" y="28"/>
                  <a:pt x="26" y="30"/>
                </a:cubicBezTo>
                <a:cubicBezTo>
                  <a:pt x="26" y="26"/>
                  <a:pt x="33" y="25"/>
                  <a:pt x="33" y="21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2"/>
                  <a:pt x="32" y="3"/>
                  <a:pt x="31" y="3"/>
                </a:cubicBezTo>
                <a:cubicBezTo>
                  <a:pt x="29" y="2"/>
                  <a:pt x="29" y="3"/>
                  <a:pt x="28" y="0"/>
                </a:cubicBezTo>
                <a:cubicBezTo>
                  <a:pt x="28" y="2"/>
                  <a:pt x="30" y="3"/>
                  <a:pt x="28" y="5"/>
                </a:cubicBezTo>
                <a:cubicBezTo>
                  <a:pt x="28" y="3"/>
                  <a:pt x="26" y="1"/>
                  <a:pt x="23" y="3"/>
                </a:cubicBezTo>
                <a:cubicBezTo>
                  <a:pt x="20" y="10"/>
                  <a:pt x="21" y="19"/>
                  <a:pt x="19" y="26"/>
                </a:cubicBezTo>
                <a:cubicBezTo>
                  <a:pt x="18" y="25"/>
                  <a:pt x="14" y="29"/>
                  <a:pt x="12" y="31"/>
                </a:cubicBezTo>
                <a:cubicBezTo>
                  <a:pt x="11" y="29"/>
                  <a:pt x="12" y="27"/>
                  <a:pt x="13" y="25"/>
                </a:cubicBezTo>
                <a:cubicBezTo>
                  <a:pt x="12" y="26"/>
                  <a:pt x="11" y="27"/>
                  <a:pt x="9" y="29"/>
                </a:cubicBezTo>
                <a:lnTo>
                  <a:pt x="12" y="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7" name="Freeform 42">
            <a:extLst>
              <a:ext uri="{FF2B5EF4-FFF2-40B4-BE49-F238E27FC236}">
                <a16:creationId xmlns:a16="http://schemas.microsoft.com/office/drawing/2014/main" id="{470B05C9-38F8-4A39-8A5E-7A72C01F997F}"/>
              </a:ext>
            </a:extLst>
          </p:cNvPr>
          <p:cNvSpPr>
            <a:spLocks/>
          </p:cNvSpPr>
          <p:nvPr/>
        </p:nvSpPr>
        <p:spPr bwMode="auto">
          <a:xfrm>
            <a:off x="1740287" y="34343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8" name="Freeform 43">
            <a:extLst>
              <a:ext uri="{FF2B5EF4-FFF2-40B4-BE49-F238E27FC236}">
                <a16:creationId xmlns:a16="http://schemas.microsoft.com/office/drawing/2014/main" id="{EFD2A6F4-6517-4CCD-8B2D-1C4B5F591137}"/>
              </a:ext>
            </a:extLst>
          </p:cNvPr>
          <p:cNvSpPr>
            <a:spLocks/>
          </p:cNvSpPr>
          <p:nvPr/>
        </p:nvSpPr>
        <p:spPr bwMode="auto">
          <a:xfrm>
            <a:off x="1726992" y="3456532"/>
            <a:ext cx="2216" cy="0"/>
          </a:xfrm>
          <a:custGeom>
            <a:avLst/>
            <a:gdLst>
              <a:gd name="T0" fmla="*/ 2 w 2"/>
              <a:gd name="T1" fmla="*/ 2 w 2"/>
              <a:gd name="T2" fmla="*/ 0 w 2"/>
              <a:gd name="T3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9" name="Freeform 44">
            <a:extLst>
              <a:ext uri="{FF2B5EF4-FFF2-40B4-BE49-F238E27FC236}">
                <a16:creationId xmlns:a16="http://schemas.microsoft.com/office/drawing/2014/main" id="{59A96AD6-F8E2-40D1-BDF7-E6864347CED6}"/>
              </a:ext>
            </a:extLst>
          </p:cNvPr>
          <p:cNvSpPr>
            <a:spLocks/>
          </p:cNvSpPr>
          <p:nvPr/>
        </p:nvSpPr>
        <p:spPr bwMode="auto">
          <a:xfrm>
            <a:off x="1756904" y="3383413"/>
            <a:ext cx="2216" cy="4432"/>
          </a:xfrm>
          <a:custGeom>
            <a:avLst/>
            <a:gdLst>
              <a:gd name="T0" fmla="*/ 1 w 1"/>
              <a:gd name="T1" fmla="*/ 2 h 2"/>
              <a:gd name="T2" fmla="*/ 1 w 1"/>
              <a:gd name="T3" fmla="*/ 0 h 2"/>
              <a:gd name="T4" fmla="*/ 0 w 1"/>
              <a:gd name="T5" fmla="*/ 1 h 2"/>
              <a:gd name="T6" fmla="*/ 1 w 1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2"/>
                </a:moveTo>
                <a:cubicBezTo>
                  <a:pt x="1" y="1"/>
                  <a:pt x="1" y="1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2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0" name="Freeform 45">
            <a:extLst>
              <a:ext uri="{FF2B5EF4-FFF2-40B4-BE49-F238E27FC236}">
                <a16:creationId xmlns:a16="http://schemas.microsoft.com/office/drawing/2014/main" id="{1CA07F5F-D0AB-449E-96C3-3386DCF48409}"/>
              </a:ext>
            </a:extLst>
          </p:cNvPr>
          <p:cNvSpPr>
            <a:spLocks/>
          </p:cNvSpPr>
          <p:nvPr/>
        </p:nvSpPr>
        <p:spPr bwMode="auto">
          <a:xfrm>
            <a:off x="1765768" y="3390060"/>
            <a:ext cx="2216" cy="2216"/>
          </a:xfrm>
          <a:custGeom>
            <a:avLst/>
            <a:gdLst>
              <a:gd name="T0" fmla="*/ 0 w 2"/>
              <a:gd name="T1" fmla="*/ 0 h 2"/>
              <a:gd name="T2" fmla="*/ 2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1" name="Freeform 46">
            <a:extLst>
              <a:ext uri="{FF2B5EF4-FFF2-40B4-BE49-F238E27FC236}">
                <a16:creationId xmlns:a16="http://schemas.microsoft.com/office/drawing/2014/main" id="{F4270CDB-6C4A-4BF9-ADA0-F376F11C763C}"/>
              </a:ext>
            </a:extLst>
          </p:cNvPr>
          <p:cNvSpPr>
            <a:spLocks/>
          </p:cNvSpPr>
          <p:nvPr/>
        </p:nvSpPr>
        <p:spPr bwMode="auto">
          <a:xfrm>
            <a:off x="1648334" y="3489767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2" name="Freeform 47">
            <a:extLst>
              <a:ext uri="{FF2B5EF4-FFF2-40B4-BE49-F238E27FC236}">
                <a16:creationId xmlns:a16="http://schemas.microsoft.com/office/drawing/2014/main" id="{5873DAEA-A2B3-4792-B7F7-79538EEB94EA}"/>
              </a:ext>
            </a:extLst>
          </p:cNvPr>
          <p:cNvSpPr>
            <a:spLocks/>
          </p:cNvSpPr>
          <p:nvPr/>
        </p:nvSpPr>
        <p:spPr bwMode="auto">
          <a:xfrm>
            <a:off x="1682678" y="3424403"/>
            <a:ext cx="57609" cy="59825"/>
          </a:xfrm>
          <a:custGeom>
            <a:avLst/>
            <a:gdLst>
              <a:gd name="T0" fmla="*/ 10 w 25"/>
              <a:gd name="T1" fmla="*/ 24 h 26"/>
              <a:gd name="T2" fmla="*/ 10 w 25"/>
              <a:gd name="T3" fmla="*/ 19 h 26"/>
              <a:gd name="T4" fmla="*/ 9 w 25"/>
              <a:gd name="T5" fmla="*/ 20 h 26"/>
              <a:gd name="T6" fmla="*/ 16 w 25"/>
              <a:gd name="T7" fmla="*/ 12 h 26"/>
              <a:gd name="T8" fmla="*/ 20 w 25"/>
              <a:gd name="T9" fmla="*/ 14 h 26"/>
              <a:gd name="T10" fmla="*/ 21 w 25"/>
              <a:gd name="T11" fmla="*/ 8 h 26"/>
              <a:gd name="T12" fmla="*/ 25 w 25"/>
              <a:gd name="T13" fmla="*/ 4 h 26"/>
              <a:gd name="T14" fmla="*/ 22 w 25"/>
              <a:gd name="T15" fmla="*/ 4 h 26"/>
              <a:gd name="T16" fmla="*/ 22 w 25"/>
              <a:gd name="T17" fmla="*/ 3 h 26"/>
              <a:gd name="T18" fmla="*/ 18 w 25"/>
              <a:gd name="T19" fmla="*/ 8 h 26"/>
              <a:gd name="T20" fmla="*/ 18 w 25"/>
              <a:gd name="T21" fmla="*/ 6 h 26"/>
              <a:gd name="T22" fmla="*/ 13 w 25"/>
              <a:gd name="T23" fmla="*/ 14 h 26"/>
              <a:gd name="T24" fmla="*/ 10 w 25"/>
              <a:gd name="T25" fmla="*/ 15 h 26"/>
              <a:gd name="T26" fmla="*/ 4 w 25"/>
              <a:gd name="T27" fmla="*/ 26 h 26"/>
              <a:gd name="T28" fmla="*/ 7 w 25"/>
              <a:gd name="T29" fmla="*/ 22 h 26"/>
              <a:gd name="T30" fmla="*/ 10 w 25"/>
              <a:gd name="T31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" h="26">
                <a:moveTo>
                  <a:pt x="10" y="24"/>
                </a:moveTo>
                <a:cubicBezTo>
                  <a:pt x="11" y="22"/>
                  <a:pt x="8" y="22"/>
                  <a:pt x="10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10" y="17"/>
                  <a:pt x="14" y="15"/>
                  <a:pt x="16" y="12"/>
                </a:cubicBezTo>
                <a:cubicBezTo>
                  <a:pt x="17" y="13"/>
                  <a:pt x="19" y="12"/>
                  <a:pt x="20" y="14"/>
                </a:cubicBezTo>
                <a:cubicBezTo>
                  <a:pt x="21" y="12"/>
                  <a:pt x="22" y="10"/>
                  <a:pt x="21" y="8"/>
                </a:cubicBezTo>
                <a:cubicBezTo>
                  <a:pt x="23" y="7"/>
                  <a:pt x="23" y="5"/>
                  <a:pt x="25" y="4"/>
                </a:cubicBezTo>
                <a:cubicBezTo>
                  <a:pt x="24" y="4"/>
                  <a:pt x="24" y="0"/>
                  <a:pt x="22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19" y="4"/>
                  <a:pt x="20" y="6"/>
                  <a:pt x="18" y="8"/>
                </a:cubicBezTo>
                <a:cubicBezTo>
                  <a:pt x="17" y="8"/>
                  <a:pt x="19" y="5"/>
                  <a:pt x="18" y="6"/>
                </a:cubicBezTo>
                <a:cubicBezTo>
                  <a:pt x="16" y="8"/>
                  <a:pt x="10" y="11"/>
                  <a:pt x="13" y="14"/>
                </a:cubicBezTo>
                <a:cubicBezTo>
                  <a:pt x="12" y="15"/>
                  <a:pt x="11" y="15"/>
                  <a:pt x="10" y="15"/>
                </a:cubicBezTo>
                <a:cubicBezTo>
                  <a:pt x="11" y="20"/>
                  <a:pt x="0" y="22"/>
                  <a:pt x="4" y="26"/>
                </a:cubicBezTo>
                <a:cubicBezTo>
                  <a:pt x="5" y="25"/>
                  <a:pt x="7" y="24"/>
                  <a:pt x="7" y="22"/>
                </a:cubicBezTo>
                <a:lnTo>
                  <a:pt x="10" y="2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3" name="Freeform 48">
            <a:extLst>
              <a:ext uri="{FF2B5EF4-FFF2-40B4-BE49-F238E27FC236}">
                <a16:creationId xmlns:a16="http://schemas.microsoft.com/office/drawing/2014/main" id="{AF49E348-0F9B-4C5A-9A27-05023A537551}"/>
              </a:ext>
            </a:extLst>
          </p:cNvPr>
          <p:cNvSpPr>
            <a:spLocks/>
          </p:cNvSpPr>
          <p:nvPr/>
        </p:nvSpPr>
        <p:spPr bwMode="auto">
          <a:xfrm>
            <a:off x="1749149" y="3394491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4" name="Freeform 49">
            <a:extLst>
              <a:ext uri="{FF2B5EF4-FFF2-40B4-BE49-F238E27FC236}">
                <a16:creationId xmlns:a16="http://schemas.microsoft.com/office/drawing/2014/main" id="{A684C610-A46E-407B-8517-8CE0376DE294}"/>
              </a:ext>
            </a:extLst>
          </p:cNvPr>
          <p:cNvSpPr>
            <a:spLocks noEditPoints="1"/>
          </p:cNvSpPr>
          <p:nvPr/>
        </p:nvSpPr>
        <p:spPr bwMode="auto">
          <a:xfrm>
            <a:off x="1772414" y="3367903"/>
            <a:ext cx="62040" cy="54285"/>
          </a:xfrm>
          <a:custGeom>
            <a:avLst/>
            <a:gdLst>
              <a:gd name="T0" fmla="*/ 25 w 27"/>
              <a:gd name="T1" fmla="*/ 1 h 24"/>
              <a:gd name="T2" fmla="*/ 27 w 27"/>
              <a:gd name="T3" fmla="*/ 4 h 24"/>
              <a:gd name="T4" fmla="*/ 17 w 27"/>
              <a:gd name="T5" fmla="*/ 14 h 24"/>
              <a:gd name="T6" fmla="*/ 17 w 27"/>
              <a:gd name="T7" fmla="*/ 12 h 24"/>
              <a:gd name="T8" fmla="*/ 9 w 27"/>
              <a:gd name="T9" fmla="*/ 22 h 24"/>
              <a:gd name="T10" fmla="*/ 5 w 27"/>
              <a:gd name="T11" fmla="*/ 23 h 24"/>
              <a:gd name="T12" fmla="*/ 4 w 27"/>
              <a:gd name="T13" fmla="*/ 24 h 24"/>
              <a:gd name="T14" fmla="*/ 5 w 27"/>
              <a:gd name="T15" fmla="*/ 22 h 24"/>
              <a:gd name="T16" fmla="*/ 4 w 27"/>
              <a:gd name="T17" fmla="*/ 23 h 24"/>
              <a:gd name="T18" fmla="*/ 3 w 27"/>
              <a:gd name="T19" fmla="*/ 17 h 24"/>
              <a:gd name="T20" fmla="*/ 4 w 27"/>
              <a:gd name="T21" fmla="*/ 21 h 24"/>
              <a:gd name="T22" fmla="*/ 4 w 27"/>
              <a:gd name="T23" fmla="*/ 19 h 24"/>
              <a:gd name="T24" fmla="*/ 7 w 27"/>
              <a:gd name="T25" fmla="*/ 19 h 24"/>
              <a:gd name="T26" fmla="*/ 8 w 27"/>
              <a:gd name="T27" fmla="*/ 16 h 24"/>
              <a:gd name="T28" fmla="*/ 12 w 27"/>
              <a:gd name="T29" fmla="*/ 16 h 24"/>
              <a:gd name="T30" fmla="*/ 10 w 27"/>
              <a:gd name="T31" fmla="*/ 13 h 24"/>
              <a:gd name="T32" fmla="*/ 13 w 27"/>
              <a:gd name="T33" fmla="*/ 11 h 24"/>
              <a:gd name="T34" fmla="*/ 12 w 27"/>
              <a:gd name="T35" fmla="*/ 1 h 24"/>
              <a:gd name="T36" fmla="*/ 19 w 27"/>
              <a:gd name="T37" fmla="*/ 2 h 24"/>
              <a:gd name="T38" fmla="*/ 15 w 27"/>
              <a:gd name="T39" fmla="*/ 8 h 24"/>
              <a:gd name="T40" fmla="*/ 15 w 27"/>
              <a:gd name="T41" fmla="*/ 12 h 24"/>
              <a:gd name="T42" fmla="*/ 19 w 27"/>
              <a:gd name="T43" fmla="*/ 7 h 24"/>
              <a:gd name="T44" fmla="*/ 19 w 27"/>
              <a:gd name="T45" fmla="*/ 8 h 24"/>
              <a:gd name="T46" fmla="*/ 22 w 27"/>
              <a:gd name="T47" fmla="*/ 2 h 24"/>
              <a:gd name="T48" fmla="*/ 24 w 27"/>
              <a:gd name="T49" fmla="*/ 2 h 24"/>
              <a:gd name="T50" fmla="*/ 25 w 27"/>
              <a:gd name="T51" fmla="*/ 1 h 24"/>
              <a:gd name="T52" fmla="*/ 23 w 27"/>
              <a:gd name="T53" fmla="*/ 3 h 24"/>
              <a:gd name="T54" fmla="*/ 22 w 27"/>
              <a:gd name="T55" fmla="*/ 4 h 24"/>
              <a:gd name="T56" fmla="*/ 23 w 27"/>
              <a:gd name="T57" fmla="*/ 3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7" h="24">
                <a:moveTo>
                  <a:pt x="25" y="1"/>
                </a:moveTo>
                <a:cubicBezTo>
                  <a:pt x="27" y="4"/>
                  <a:pt x="27" y="4"/>
                  <a:pt x="27" y="4"/>
                </a:cubicBezTo>
                <a:cubicBezTo>
                  <a:pt x="23" y="9"/>
                  <a:pt x="21" y="10"/>
                  <a:pt x="17" y="14"/>
                </a:cubicBezTo>
                <a:cubicBezTo>
                  <a:pt x="17" y="13"/>
                  <a:pt x="17" y="13"/>
                  <a:pt x="17" y="12"/>
                </a:cubicBezTo>
                <a:cubicBezTo>
                  <a:pt x="15" y="15"/>
                  <a:pt x="10" y="19"/>
                  <a:pt x="9" y="22"/>
                </a:cubicBezTo>
                <a:cubicBezTo>
                  <a:pt x="8" y="23"/>
                  <a:pt x="5" y="24"/>
                  <a:pt x="5" y="23"/>
                </a:cubicBezTo>
                <a:cubicBezTo>
                  <a:pt x="5" y="23"/>
                  <a:pt x="5" y="24"/>
                  <a:pt x="4" y="24"/>
                </a:cubicBezTo>
                <a:cubicBezTo>
                  <a:pt x="3" y="24"/>
                  <a:pt x="5" y="23"/>
                  <a:pt x="5" y="22"/>
                </a:cubicBezTo>
                <a:cubicBezTo>
                  <a:pt x="4" y="23"/>
                  <a:pt x="4" y="22"/>
                  <a:pt x="4" y="23"/>
                </a:cubicBezTo>
                <a:cubicBezTo>
                  <a:pt x="4" y="21"/>
                  <a:pt x="0" y="20"/>
                  <a:pt x="3" y="17"/>
                </a:cubicBezTo>
                <a:cubicBezTo>
                  <a:pt x="6" y="19"/>
                  <a:pt x="1" y="20"/>
                  <a:pt x="4" y="21"/>
                </a:cubicBezTo>
                <a:cubicBezTo>
                  <a:pt x="5" y="21"/>
                  <a:pt x="4" y="20"/>
                  <a:pt x="4" y="19"/>
                </a:cubicBezTo>
                <a:cubicBezTo>
                  <a:pt x="6" y="18"/>
                  <a:pt x="6" y="19"/>
                  <a:pt x="7" y="19"/>
                </a:cubicBezTo>
                <a:cubicBezTo>
                  <a:pt x="6" y="18"/>
                  <a:pt x="9" y="18"/>
                  <a:pt x="8" y="16"/>
                </a:cubicBezTo>
                <a:cubicBezTo>
                  <a:pt x="11" y="13"/>
                  <a:pt x="10" y="18"/>
                  <a:pt x="12" y="16"/>
                </a:cubicBezTo>
                <a:cubicBezTo>
                  <a:pt x="10" y="13"/>
                  <a:pt x="10" y="13"/>
                  <a:pt x="10" y="13"/>
                </a:cubicBezTo>
                <a:cubicBezTo>
                  <a:pt x="13" y="11"/>
                  <a:pt x="13" y="11"/>
                  <a:pt x="13" y="11"/>
                </a:cubicBezTo>
                <a:cubicBezTo>
                  <a:pt x="16" y="6"/>
                  <a:pt x="9" y="7"/>
                  <a:pt x="12" y="1"/>
                </a:cubicBezTo>
                <a:cubicBezTo>
                  <a:pt x="12" y="3"/>
                  <a:pt x="16" y="4"/>
                  <a:pt x="19" y="2"/>
                </a:cubicBezTo>
                <a:cubicBezTo>
                  <a:pt x="18" y="3"/>
                  <a:pt x="17" y="7"/>
                  <a:pt x="15" y="8"/>
                </a:cubicBezTo>
                <a:cubicBezTo>
                  <a:pt x="19" y="8"/>
                  <a:pt x="12" y="11"/>
                  <a:pt x="15" y="12"/>
                </a:cubicBezTo>
                <a:cubicBezTo>
                  <a:pt x="15" y="10"/>
                  <a:pt x="17" y="8"/>
                  <a:pt x="19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7"/>
                  <a:pt x="19" y="3"/>
                  <a:pt x="22" y="2"/>
                </a:cubicBezTo>
                <a:cubicBezTo>
                  <a:pt x="23" y="1"/>
                  <a:pt x="23" y="2"/>
                  <a:pt x="24" y="2"/>
                </a:cubicBezTo>
                <a:cubicBezTo>
                  <a:pt x="24" y="1"/>
                  <a:pt x="25" y="0"/>
                  <a:pt x="25" y="1"/>
                </a:cubicBezTo>
                <a:close/>
                <a:moveTo>
                  <a:pt x="23" y="3"/>
                </a:move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3" y="4"/>
                  <a:pt x="23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5" name="Freeform 50">
            <a:extLst>
              <a:ext uri="{FF2B5EF4-FFF2-40B4-BE49-F238E27FC236}">
                <a16:creationId xmlns:a16="http://schemas.microsoft.com/office/drawing/2014/main" id="{A74A8324-D876-450D-BB77-A349594E69DC}"/>
              </a:ext>
            </a:extLst>
          </p:cNvPr>
          <p:cNvSpPr>
            <a:spLocks/>
          </p:cNvSpPr>
          <p:nvPr/>
        </p:nvSpPr>
        <p:spPr bwMode="auto">
          <a:xfrm>
            <a:off x="2169029" y="2905924"/>
            <a:ext cx="2216" cy="0"/>
          </a:xfrm>
          <a:custGeom>
            <a:avLst/>
            <a:gdLst>
              <a:gd name="T0" fmla="*/ 0 w 2"/>
              <a:gd name="T1" fmla="*/ 2 w 2"/>
              <a:gd name="T2" fmla="*/ 0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6" name="Freeform 51">
            <a:extLst>
              <a:ext uri="{FF2B5EF4-FFF2-40B4-BE49-F238E27FC236}">
                <a16:creationId xmlns:a16="http://schemas.microsoft.com/office/drawing/2014/main" id="{53A9FD75-C3B2-4D90-BD6C-88FC54D7B171}"/>
              </a:ext>
            </a:extLst>
          </p:cNvPr>
          <p:cNvSpPr>
            <a:spLocks/>
          </p:cNvSpPr>
          <p:nvPr/>
        </p:nvSpPr>
        <p:spPr bwMode="auto">
          <a:xfrm>
            <a:off x="1883201" y="3183997"/>
            <a:ext cx="0" cy="2216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7" name="Freeform 52">
            <a:extLst>
              <a:ext uri="{FF2B5EF4-FFF2-40B4-BE49-F238E27FC236}">
                <a16:creationId xmlns:a16="http://schemas.microsoft.com/office/drawing/2014/main" id="{FCA679B6-7C8B-4767-B67C-144D197DD7DF}"/>
              </a:ext>
            </a:extLst>
          </p:cNvPr>
          <p:cNvSpPr>
            <a:spLocks/>
          </p:cNvSpPr>
          <p:nvPr/>
        </p:nvSpPr>
        <p:spPr bwMode="auto">
          <a:xfrm>
            <a:off x="1906466" y="3124173"/>
            <a:ext cx="0" cy="2216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8" name="Rectangle 53">
            <a:extLst>
              <a:ext uri="{FF2B5EF4-FFF2-40B4-BE49-F238E27FC236}">
                <a16:creationId xmlns:a16="http://schemas.microsoft.com/office/drawing/2014/main" id="{8341D550-CD8A-469A-8349-C6610F63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765" y="2928081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39" name="Freeform 54">
            <a:extLst>
              <a:ext uri="{FF2B5EF4-FFF2-40B4-BE49-F238E27FC236}">
                <a16:creationId xmlns:a16="http://schemas.microsoft.com/office/drawing/2014/main" id="{8F256CE8-28EF-4495-8DB3-1CF708FCDDE6}"/>
              </a:ext>
            </a:extLst>
          </p:cNvPr>
          <p:cNvSpPr>
            <a:spLocks/>
          </p:cNvSpPr>
          <p:nvPr/>
        </p:nvSpPr>
        <p:spPr bwMode="auto">
          <a:xfrm>
            <a:off x="2002850" y="3054377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1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0" y="1"/>
                  <a:pt x="1" y="1"/>
                </a:cubicBezTo>
                <a:cubicBezTo>
                  <a:pt x="1" y="0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0" name="Freeform 55">
            <a:extLst>
              <a:ext uri="{FF2B5EF4-FFF2-40B4-BE49-F238E27FC236}">
                <a16:creationId xmlns:a16="http://schemas.microsoft.com/office/drawing/2014/main" id="{7A2527D9-3E08-4E7B-ACDA-FC6CCFE28ADD}"/>
              </a:ext>
            </a:extLst>
          </p:cNvPr>
          <p:cNvSpPr>
            <a:spLocks/>
          </p:cNvSpPr>
          <p:nvPr/>
        </p:nvSpPr>
        <p:spPr bwMode="auto">
          <a:xfrm>
            <a:off x="1906466" y="3126388"/>
            <a:ext cx="0" cy="2216"/>
          </a:xfrm>
          <a:custGeom>
            <a:avLst/>
            <a:gdLst>
              <a:gd name="T0" fmla="*/ 2 h 2"/>
              <a:gd name="T1" fmla="*/ 2 h 2"/>
              <a:gd name="T2" fmla="*/ 0 h 2"/>
              <a:gd name="T3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">
                <a:moveTo>
                  <a:pt x="0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1" name="Freeform 56">
            <a:extLst>
              <a:ext uri="{FF2B5EF4-FFF2-40B4-BE49-F238E27FC236}">
                <a16:creationId xmlns:a16="http://schemas.microsoft.com/office/drawing/2014/main" id="{CC5ED93E-D26D-4DA0-B727-8AE4303156F7}"/>
              </a:ext>
            </a:extLst>
          </p:cNvPr>
          <p:cNvSpPr>
            <a:spLocks/>
          </p:cNvSpPr>
          <p:nvPr/>
        </p:nvSpPr>
        <p:spPr bwMode="auto">
          <a:xfrm>
            <a:off x="1846641" y="3188428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2" name="Freeform 57">
            <a:extLst>
              <a:ext uri="{FF2B5EF4-FFF2-40B4-BE49-F238E27FC236}">
                <a16:creationId xmlns:a16="http://schemas.microsoft.com/office/drawing/2014/main" id="{21DBE9C5-3A5D-4528-8785-E6F51105D334}"/>
              </a:ext>
            </a:extLst>
          </p:cNvPr>
          <p:cNvSpPr>
            <a:spLocks/>
          </p:cNvSpPr>
          <p:nvPr/>
        </p:nvSpPr>
        <p:spPr bwMode="auto">
          <a:xfrm>
            <a:off x="1864367" y="3201723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3" name="Freeform 58">
            <a:extLst>
              <a:ext uri="{FF2B5EF4-FFF2-40B4-BE49-F238E27FC236}">
                <a16:creationId xmlns:a16="http://schemas.microsoft.com/office/drawing/2014/main" id="{A69E2EA9-A3FD-4490-AAFF-58977265D04D}"/>
              </a:ext>
            </a:extLst>
          </p:cNvPr>
          <p:cNvSpPr>
            <a:spLocks/>
          </p:cNvSpPr>
          <p:nvPr/>
        </p:nvSpPr>
        <p:spPr bwMode="auto">
          <a:xfrm>
            <a:off x="1789032" y="3254900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4" name="Freeform 59">
            <a:extLst>
              <a:ext uri="{FF2B5EF4-FFF2-40B4-BE49-F238E27FC236}">
                <a16:creationId xmlns:a16="http://schemas.microsoft.com/office/drawing/2014/main" id="{0AC88D21-03C7-4112-8F3C-783787B617D8}"/>
              </a:ext>
            </a:extLst>
          </p:cNvPr>
          <p:cNvSpPr>
            <a:spLocks/>
          </p:cNvSpPr>
          <p:nvPr/>
        </p:nvSpPr>
        <p:spPr bwMode="auto">
          <a:xfrm>
            <a:off x="1855505" y="3203938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5" name="Rectangle 60">
            <a:extLst>
              <a:ext uri="{FF2B5EF4-FFF2-40B4-BE49-F238E27FC236}">
                <a16:creationId xmlns:a16="http://schemas.microsoft.com/office/drawing/2014/main" id="{A8374848-64A3-4028-A72A-FEA5707D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157" y="2908140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6" name="Freeform 61">
            <a:extLst>
              <a:ext uri="{FF2B5EF4-FFF2-40B4-BE49-F238E27FC236}">
                <a16:creationId xmlns:a16="http://schemas.microsoft.com/office/drawing/2014/main" id="{3533D4CE-A582-4C99-92A2-FF6E468845BC}"/>
              </a:ext>
            </a:extLst>
          </p:cNvPr>
          <p:cNvSpPr>
            <a:spLocks/>
          </p:cNvSpPr>
          <p:nvPr/>
        </p:nvSpPr>
        <p:spPr bwMode="auto">
          <a:xfrm>
            <a:off x="2198941" y="2889306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7" name="Freeform 62">
            <a:extLst>
              <a:ext uri="{FF2B5EF4-FFF2-40B4-BE49-F238E27FC236}">
                <a16:creationId xmlns:a16="http://schemas.microsoft.com/office/drawing/2014/main" id="{EB620771-3452-4036-83B4-0895CE08E884}"/>
              </a:ext>
            </a:extLst>
          </p:cNvPr>
          <p:cNvSpPr>
            <a:spLocks/>
          </p:cNvSpPr>
          <p:nvPr/>
        </p:nvSpPr>
        <p:spPr bwMode="auto">
          <a:xfrm>
            <a:off x="2046056" y="3024465"/>
            <a:ext cx="5540" cy="7755"/>
          </a:xfrm>
          <a:custGeom>
            <a:avLst/>
            <a:gdLst>
              <a:gd name="T0" fmla="*/ 0 w 2"/>
              <a:gd name="T1" fmla="*/ 2 h 3"/>
              <a:gd name="T2" fmla="*/ 2 w 2"/>
              <a:gd name="T3" fmla="*/ 3 h 3"/>
              <a:gd name="T4" fmla="*/ 0 w 2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3">
                <a:moveTo>
                  <a:pt x="0" y="2"/>
                </a:moveTo>
                <a:cubicBezTo>
                  <a:pt x="1" y="2"/>
                  <a:pt x="2" y="2"/>
                  <a:pt x="2" y="3"/>
                </a:cubicBezTo>
                <a:cubicBezTo>
                  <a:pt x="2" y="1"/>
                  <a:pt x="1" y="0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8" name="Freeform 63">
            <a:extLst>
              <a:ext uri="{FF2B5EF4-FFF2-40B4-BE49-F238E27FC236}">
                <a16:creationId xmlns:a16="http://schemas.microsoft.com/office/drawing/2014/main" id="{A85A9829-F551-43F3-90B5-40EFB70FEA2D}"/>
              </a:ext>
            </a:extLst>
          </p:cNvPr>
          <p:cNvSpPr>
            <a:spLocks/>
          </p:cNvSpPr>
          <p:nvPr/>
        </p:nvSpPr>
        <p:spPr bwMode="auto">
          <a:xfrm>
            <a:off x="2221099" y="2951346"/>
            <a:ext cx="2216" cy="2216"/>
          </a:xfrm>
          <a:custGeom>
            <a:avLst/>
            <a:gdLst>
              <a:gd name="T0" fmla="*/ 1 w 1"/>
              <a:gd name="T1" fmla="*/ 1 h 1"/>
              <a:gd name="T2" fmla="*/ 1 w 1"/>
              <a:gd name="T3" fmla="*/ 0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9" name="Freeform 64">
            <a:extLst>
              <a:ext uri="{FF2B5EF4-FFF2-40B4-BE49-F238E27FC236}">
                <a16:creationId xmlns:a16="http://schemas.microsoft.com/office/drawing/2014/main" id="{732CFE42-B51C-4689-B3B9-485B7E435C2A}"/>
              </a:ext>
            </a:extLst>
          </p:cNvPr>
          <p:cNvSpPr>
            <a:spLocks/>
          </p:cNvSpPr>
          <p:nvPr/>
        </p:nvSpPr>
        <p:spPr bwMode="auto">
          <a:xfrm>
            <a:off x="2223314" y="2946915"/>
            <a:ext cx="0" cy="4432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cubicBezTo>
                  <a:pt x="0" y="1"/>
                  <a:pt x="0" y="1"/>
                  <a:pt x="0" y="0"/>
                </a:cubicBezTo>
                <a:cubicBezTo>
                  <a:pt x="0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0" name="Freeform 65">
            <a:extLst>
              <a:ext uri="{FF2B5EF4-FFF2-40B4-BE49-F238E27FC236}">
                <a16:creationId xmlns:a16="http://schemas.microsoft.com/office/drawing/2014/main" id="{3C69A394-AEA9-477C-B2C0-2DCE53B32C06}"/>
              </a:ext>
            </a:extLst>
          </p:cNvPr>
          <p:cNvSpPr>
            <a:spLocks/>
          </p:cNvSpPr>
          <p:nvPr/>
        </p:nvSpPr>
        <p:spPr bwMode="auto">
          <a:xfrm>
            <a:off x="2073753" y="3092044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1" name="Freeform 66">
            <a:extLst>
              <a:ext uri="{FF2B5EF4-FFF2-40B4-BE49-F238E27FC236}">
                <a16:creationId xmlns:a16="http://schemas.microsoft.com/office/drawing/2014/main" id="{FBF3BF09-BBC9-499A-A657-EF9828B8CD43}"/>
              </a:ext>
            </a:extLst>
          </p:cNvPr>
          <p:cNvSpPr>
            <a:spLocks/>
          </p:cNvSpPr>
          <p:nvPr/>
        </p:nvSpPr>
        <p:spPr bwMode="auto">
          <a:xfrm>
            <a:off x="2184539" y="2859394"/>
            <a:ext cx="25481" cy="32128"/>
          </a:xfrm>
          <a:custGeom>
            <a:avLst/>
            <a:gdLst>
              <a:gd name="T0" fmla="*/ 8 w 11"/>
              <a:gd name="T1" fmla="*/ 13 h 14"/>
              <a:gd name="T2" fmla="*/ 7 w 11"/>
              <a:gd name="T3" fmla="*/ 10 h 14"/>
              <a:gd name="T4" fmla="*/ 9 w 11"/>
              <a:gd name="T5" fmla="*/ 6 h 14"/>
              <a:gd name="T6" fmla="*/ 7 w 11"/>
              <a:gd name="T7" fmla="*/ 4 h 14"/>
              <a:gd name="T8" fmla="*/ 6 w 11"/>
              <a:gd name="T9" fmla="*/ 6 h 14"/>
              <a:gd name="T10" fmla="*/ 7 w 11"/>
              <a:gd name="T11" fmla="*/ 3 h 14"/>
              <a:gd name="T12" fmla="*/ 4 w 11"/>
              <a:gd name="T13" fmla="*/ 1 h 14"/>
              <a:gd name="T14" fmla="*/ 0 w 11"/>
              <a:gd name="T15" fmla="*/ 13 h 14"/>
              <a:gd name="T16" fmla="*/ 6 w 11"/>
              <a:gd name="T17" fmla="*/ 7 h 14"/>
              <a:gd name="T18" fmla="*/ 6 w 11"/>
              <a:gd name="T19" fmla="*/ 10 h 14"/>
              <a:gd name="T20" fmla="*/ 1 w 11"/>
              <a:gd name="T21" fmla="*/ 14 h 14"/>
              <a:gd name="T22" fmla="*/ 6 w 11"/>
              <a:gd name="T23" fmla="*/ 11 h 14"/>
              <a:gd name="T24" fmla="*/ 7 w 11"/>
              <a:gd name="T25" fmla="*/ 13 h 14"/>
              <a:gd name="T26" fmla="*/ 8 w 11"/>
              <a:gd name="T27" fmla="*/ 13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" h="14">
                <a:moveTo>
                  <a:pt x="8" y="13"/>
                </a:moveTo>
                <a:cubicBezTo>
                  <a:pt x="8" y="12"/>
                  <a:pt x="11" y="7"/>
                  <a:pt x="7" y="10"/>
                </a:cubicBezTo>
                <a:cubicBezTo>
                  <a:pt x="5" y="8"/>
                  <a:pt x="8" y="7"/>
                  <a:pt x="9" y="6"/>
                </a:cubicBezTo>
                <a:cubicBezTo>
                  <a:pt x="8" y="6"/>
                  <a:pt x="8" y="4"/>
                  <a:pt x="7" y="4"/>
                </a:cubicBezTo>
                <a:cubicBezTo>
                  <a:pt x="7" y="4"/>
                  <a:pt x="7" y="5"/>
                  <a:pt x="6" y="6"/>
                </a:cubicBezTo>
                <a:cubicBezTo>
                  <a:pt x="5" y="6"/>
                  <a:pt x="5" y="4"/>
                  <a:pt x="7" y="3"/>
                </a:cubicBezTo>
                <a:cubicBezTo>
                  <a:pt x="5" y="3"/>
                  <a:pt x="7" y="0"/>
                  <a:pt x="4" y="1"/>
                </a:cubicBezTo>
                <a:cubicBezTo>
                  <a:pt x="2" y="5"/>
                  <a:pt x="0" y="8"/>
                  <a:pt x="0" y="13"/>
                </a:cubicBezTo>
                <a:cubicBezTo>
                  <a:pt x="2" y="11"/>
                  <a:pt x="3" y="8"/>
                  <a:pt x="6" y="7"/>
                </a:cubicBezTo>
                <a:cubicBezTo>
                  <a:pt x="6" y="10"/>
                  <a:pt x="6" y="10"/>
                  <a:pt x="6" y="10"/>
                </a:cubicBezTo>
                <a:cubicBezTo>
                  <a:pt x="3" y="10"/>
                  <a:pt x="3" y="12"/>
                  <a:pt x="1" y="14"/>
                </a:cubicBezTo>
                <a:cubicBezTo>
                  <a:pt x="6" y="11"/>
                  <a:pt x="6" y="11"/>
                  <a:pt x="6" y="11"/>
                </a:cubicBezTo>
                <a:cubicBezTo>
                  <a:pt x="9" y="10"/>
                  <a:pt x="8" y="12"/>
                  <a:pt x="7" y="13"/>
                </a:cubicBezTo>
                <a:cubicBezTo>
                  <a:pt x="7" y="13"/>
                  <a:pt x="8" y="13"/>
                  <a:pt x="8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2" name="Rectangle 67">
            <a:extLst>
              <a:ext uri="{FF2B5EF4-FFF2-40B4-BE49-F238E27FC236}">
                <a16:creationId xmlns:a16="http://schemas.microsoft.com/office/drawing/2014/main" id="{8C23A8FF-A858-4846-8745-B3381BC5E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4" y="2925866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3" name="Freeform 68">
            <a:extLst>
              <a:ext uri="{FF2B5EF4-FFF2-40B4-BE49-F238E27FC236}">
                <a16:creationId xmlns:a16="http://schemas.microsoft.com/office/drawing/2014/main" id="{E041B494-A299-4E32-84CC-693F1B4ED503}"/>
              </a:ext>
            </a:extLst>
          </p:cNvPr>
          <p:cNvSpPr>
            <a:spLocks/>
          </p:cNvSpPr>
          <p:nvPr/>
        </p:nvSpPr>
        <p:spPr bwMode="auto">
          <a:xfrm>
            <a:off x="1862152" y="3325804"/>
            <a:ext cx="2216" cy="2216"/>
          </a:xfrm>
          <a:custGeom>
            <a:avLst/>
            <a:gdLst>
              <a:gd name="T0" fmla="*/ 0 w 1"/>
              <a:gd name="T1" fmla="*/ 0 h 1"/>
              <a:gd name="T2" fmla="*/ 0 w 1"/>
              <a:gd name="T3" fmla="*/ 1 h 1"/>
              <a:gd name="T4" fmla="*/ 0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1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4" name="Freeform 69">
            <a:extLst>
              <a:ext uri="{FF2B5EF4-FFF2-40B4-BE49-F238E27FC236}">
                <a16:creationId xmlns:a16="http://schemas.microsoft.com/office/drawing/2014/main" id="{3E6A47B2-C57F-440A-A785-D30D2AA9EF7E}"/>
              </a:ext>
            </a:extLst>
          </p:cNvPr>
          <p:cNvSpPr>
            <a:spLocks/>
          </p:cNvSpPr>
          <p:nvPr/>
        </p:nvSpPr>
        <p:spPr bwMode="auto">
          <a:xfrm>
            <a:off x="2205589" y="29147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5" name="Freeform 70">
            <a:extLst>
              <a:ext uri="{FF2B5EF4-FFF2-40B4-BE49-F238E27FC236}">
                <a16:creationId xmlns:a16="http://schemas.microsoft.com/office/drawing/2014/main" id="{A9272032-03A5-4547-A599-174B174DC023}"/>
              </a:ext>
            </a:extLst>
          </p:cNvPr>
          <p:cNvSpPr>
            <a:spLocks/>
          </p:cNvSpPr>
          <p:nvPr/>
        </p:nvSpPr>
        <p:spPr bwMode="auto">
          <a:xfrm>
            <a:off x="1883201" y="330807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6" name="Freeform 71">
            <a:extLst>
              <a:ext uri="{FF2B5EF4-FFF2-40B4-BE49-F238E27FC236}">
                <a16:creationId xmlns:a16="http://schemas.microsoft.com/office/drawing/2014/main" id="{B05EE843-2001-443E-B08F-0DB5B41B552C}"/>
              </a:ext>
            </a:extLst>
          </p:cNvPr>
          <p:cNvSpPr>
            <a:spLocks/>
          </p:cNvSpPr>
          <p:nvPr/>
        </p:nvSpPr>
        <p:spPr bwMode="auto">
          <a:xfrm>
            <a:off x="1811190" y="3224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7" name="Freeform 72">
            <a:extLst>
              <a:ext uri="{FF2B5EF4-FFF2-40B4-BE49-F238E27FC236}">
                <a16:creationId xmlns:a16="http://schemas.microsoft.com/office/drawing/2014/main" id="{A19B6EB4-6834-4DF4-9A4C-0236E0287068}"/>
              </a:ext>
            </a:extLst>
          </p:cNvPr>
          <p:cNvSpPr>
            <a:spLocks/>
          </p:cNvSpPr>
          <p:nvPr/>
        </p:nvSpPr>
        <p:spPr bwMode="auto">
          <a:xfrm>
            <a:off x="1883201" y="3305862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8" name="Freeform 73">
            <a:extLst>
              <a:ext uri="{FF2B5EF4-FFF2-40B4-BE49-F238E27FC236}">
                <a16:creationId xmlns:a16="http://schemas.microsoft.com/office/drawing/2014/main" id="{3B333388-8F8A-4B1C-AC1F-D1330BA4F7DA}"/>
              </a:ext>
            </a:extLst>
          </p:cNvPr>
          <p:cNvSpPr>
            <a:spLocks/>
          </p:cNvSpPr>
          <p:nvPr/>
        </p:nvSpPr>
        <p:spPr bwMode="auto">
          <a:xfrm>
            <a:off x="1960752" y="3199508"/>
            <a:ext cx="3323" cy="0"/>
          </a:xfrm>
          <a:custGeom>
            <a:avLst/>
            <a:gdLst>
              <a:gd name="T0" fmla="*/ 1 w 1"/>
              <a:gd name="T1" fmla="*/ 0 w 1"/>
              <a:gd name="T2" fmla="*/ 1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1" y="0"/>
                </a:moveTo>
                <a:cubicBezTo>
                  <a:pt x="1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59" name="Freeform 74">
            <a:extLst>
              <a:ext uri="{FF2B5EF4-FFF2-40B4-BE49-F238E27FC236}">
                <a16:creationId xmlns:a16="http://schemas.microsoft.com/office/drawing/2014/main" id="{DA8D172C-9806-4746-A723-5042AECC7214}"/>
              </a:ext>
            </a:extLst>
          </p:cNvPr>
          <p:cNvSpPr>
            <a:spLocks/>
          </p:cNvSpPr>
          <p:nvPr/>
        </p:nvSpPr>
        <p:spPr bwMode="auto">
          <a:xfrm>
            <a:off x="1938594" y="3213910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0" name="Freeform 75">
            <a:extLst>
              <a:ext uri="{FF2B5EF4-FFF2-40B4-BE49-F238E27FC236}">
                <a16:creationId xmlns:a16="http://schemas.microsoft.com/office/drawing/2014/main" id="{11B62381-A92D-460E-80D2-B8E2597CEF9A}"/>
              </a:ext>
            </a:extLst>
          </p:cNvPr>
          <p:cNvSpPr>
            <a:spLocks/>
          </p:cNvSpPr>
          <p:nvPr/>
        </p:nvSpPr>
        <p:spPr bwMode="auto">
          <a:xfrm>
            <a:off x="2026115" y="3017817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1" name="Freeform 76">
            <a:extLst>
              <a:ext uri="{FF2B5EF4-FFF2-40B4-BE49-F238E27FC236}">
                <a16:creationId xmlns:a16="http://schemas.microsoft.com/office/drawing/2014/main" id="{473CB27D-C19F-4010-AACD-6FE24C5D3719}"/>
              </a:ext>
            </a:extLst>
          </p:cNvPr>
          <p:cNvSpPr>
            <a:spLocks/>
          </p:cNvSpPr>
          <p:nvPr/>
        </p:nvSpPr>
        <p:spPr bwMode="auto">
          <a:xfrm>
            <a:off x="1883201" y="3308078"/>
            <a:ext cx="0" cy="2216"/>
          </a:xfrm>
          <a:custGeom>
            <a:avLst/>
            <a:gdLst>
              <a:gd name="T0" fmla="*/ 0 h 1"/>
              <a:gd name="T1" fmla="*/ 1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0"/>
                  <a:pt x="0" y="0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2" name="Freeform 77">
            <a:extLst>
              <a:ext uri="{FF2B5EF4-FFF2-40B4-BE49-F238E27FC236}">
                <a16:creationId xmlns:a16="http://schemas.microsoft.com/office/drawing/2014/main" id="{D4ADA2D7-8FF7-40CF-974E-2293C14EEC0B}"/>
              </a:ext>
            </a:extLst>
          </p:cNvPr>
          <p:cNvSpPr>
            <a:spLocks/>
          </p:cNvSpPr>
          <p:nvPr/>
        </p:nvSpPr>
        <p:spPr bwMode="auto">
          <a:xfrm>
            <a:off x="1972938" y="3154085"/>
            <a:ext cx="2216" cy="2216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3" name="Freeform 78">
            <a:extLst>
              <a:ext uri="{FF2B5EF4-FFF2-40B4-BE49-F238E27FC236}">
                <a16:creationId xmlns:a16="http://schemas.microsoft.com/office/drawing/2014/main" id="{9D3B67B8-3505-42C4-8F12-24051A00A112}"/>
              </a:ext>
            </a:extLst>
          </p:cNvPr>
          <p:cNvSpPr>
            <a:spLocks/>
          </p:cNvSpPr>
          <p:nvPr/>
        </p:nvSpPr>
        <p:spPr bwMode="auto">
          <a:xfrm>
            <a:off x="1966291" y="3135251"/>
            <a:ext cx="29912" cy="23265"/>
          </a:xfrm>
          <a:custGeom>
            <a:avLst/>
            <a:gdLst>
              <a:gd name="T0" fmla="*/ 9 w 13"/>
              <a:gd name="T1" fmla="*/ 5 h 10"/>
              <a:gd name="T2" fmla="*/ 9 w 13"/>
              <a:gd name="T3" fmla="*/ 6 h 10"/>
              <a:gd name="T4" fmla="*/ 12 w 13"/>
              <a:gd name="T5" fmla="*/ 0 h 10"/>
              <a:gd name="T6" fmla="*/ 7 w 13"/>
              <a:gd name="T7" fmla="*/ 1 h 10"/>
              <a:gd name="T8" fmla="*/ 4 w 13"/>
              <a:gd name="T9" fmla="*/ 3 h 10"/>
              <a:gd name="T10" fmla="*/ 5 w 13"/>
              <a:gd name="T11" fmla="*/ 6 h 10"/>
              <a:gd name="T12" fmla="*/ 2 w 13"/>
              <a:gd name="T13" fmla="*/ 5 h 10"/>
              <a:gd name="T14" fmla="*/ 0 w 13"/>
              <a:gd name="T15" fmla="*/ 8 h 10"/>
              <a:gd name="T16" fmla="*/ 3 w 13"/>
              <a:gd name="T17" fmla="*/ 6 h 10"/>
              <a:gd name="T18" fmla="*/ 3 w 13"/>
              <a:gd name="T19" fmla="*/ 8 h 10"/>
              <a:gd name="T20" fmla="*/ 4 w 13"/>
              <a:gd name="T21" fmla="*/ 8 h 10"/>
              <a:gd name="T22" fmla="*/ 9 w 13"/>
              <a:gd name="T2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" h="10">
                <a:moveTo>
                  <a:pt x="9" y="5"/>
                </a:moveTo>
                <a:cubicBezTo>
                  <a:pt x="9" y="6"/>
                  <a:pt x="9" y="6"/>
                  <a:pt x="9" y="6"/>
                </a:cubicBezTo>
                <a:cubicBezTo>
                  <a:pt x="10" y="4"/>
                  <a:pt x="13" y="2"/>
                  <a:pt x="12" y="0"/>
                </a:cubicBezTo>
                <a:cubicBezTo>
                  <a:pt x="12" y="0"/>
                  <a:pt x="8" y="2"/>
                  <a:pt x="7" y="1"/>
                </a:cubicBezTo>
                <a:cubicBezTo>
                  <a:pt x="7" y="2"/>
                  <a:pt x="4" y="2"/>
                  <a:pt x="4" y="3"/>
                </a:cubicBezTo>
                <a:cubicBezTo>
                  <a:pt x="6" y="2"/>
                  <a:pt x="5" y="4"/>
                  <a:pt x="5" y="6"/>
                </a:cubicBezTo>
                <a:cubicBezTo>
                  <a:pt x="3" y="7"/>
                  <a:pt x="4" y="5"/>
                  <a:pt x="2" y="5"/>
                </a:cubicBezTo>
                <a:cubicBezTo>
                  <a:pt x="0" y="8"/>
                  <a:pt x="0" y="8"/>
                  <a:pt x="0" y="8"/>
                </a:cubicBezTo>
                <a:cubicBezTo>
                  <a:pt x="3" y="6"/>
                  <a:pt x="3" y="6"/>
                  <a:pt x="3" y="6"/>
                </a:cubicBezTo>
                <a:cubicBezTo>
                  <a:pt x="3" y="8"/>
                  <a:pt x="3" y="8"/>
                  <a:pt x="3" y="8"/>
                </a:cubicBezTo>
                <a:cubicBezTo>
                  <a:pt x="4" y="8"/>
                  <a:pt x="4" y="8"/>
                  <a:pt x="4" y="8"/>
                </a:cubicBezTo>
                <a:cubicBezTo>
                  <a:pt x="6" y="4"/>
                  <a:pt x="6" y="10"/>
                  <a:pt x="9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4" name="Freeform 79">
            <a:extLst>
              <a:ext uri="{FF2B5EF4-FFF2-40B4-BE49-F238E27FC236}">
                <a16:creationId xmlns:a16="http://schemas.microsoft.com/office/drawing/2014/main" id="{04982C5A-1004-478E-BE24-3215222697FE}"/>
              </a:ext>
            </a:extLst>
          </p:cNvPr>
          <p:cNvSpPr>
            <a:spLocks/>
          </p:cNvSpPr>
          <p:nvPr/>
        </p:nvSpPr>
        <p:spPr bwMode="auto">
          <a:xfrm>
            <a:off x="1986232" y="3148546"/>
            <a:ext cx="0" cy="3323"/>
          </a:xfrm>
          <a:custGeom>
            <a:avLst/>
            <a:gdLst>
              <a:gd name="T0" fmla="*/ 0 h 3"/>
              <a:gd name="T1" fmla="*/ 3 h 3"/>
              <a:gd name="T2" fmla="*/ 0 h 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">
                <a:moveTo>
                  <a:pt x="0" y="0"/>
                </a:move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5" name="Freeform 80">
            <a:extLst>
              <a:ext uri="{FF2B5EF4-FFF2-40B4-BE49-F238E27FC236}">
                <a16:creationId xmlns:a16="http://schemas.microsoft.com/office/drawing/2014/main" id="{E3501F2E-C86F-40E4-8712-7208DD7E5024}"/>
              </a:ext>
            </a:extLst>
          </p:cNvPr>
          <p:cNvSpPr>
            <a:spLocks/>
          </p:cNvSpPr>
          <p:nvPr/>
        </p:nvSpPr>
        <p:spPr bwMode="auto">
          <a:xfrm>
            <a:off x="2026115" y="3119741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0"/>
                  <a:pt x="1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6" name="Freeform 81">
            <a:extLst>
              <a:ext uri="{FF2B5EF4-FFF2-40B4-BE49-F238E27FC236}">
                <a16:creationId xmlns:a16="http://schemas.microsoft.com/office/drawing/2014/main" id="{B0B4B696-C014-4273-8BB1-935260B39894}"/>
              </a:ext>
            </a:extLst>
          </p:cNvPr>
          <p:cNvSpPr>
            <a:spLocks/>
          </p:cNvSpPr>
          <p:nvPr/>
        </p:nvSpPr>
        <p:spPr bwMode="auto">
          <a:xfrm>
            <a:off x="1772415" y="3357932"/>
            <a:ext cx="8863" cy="4432"/>
          </a:xfrm>
          <a:custGeom>
            <a:avLst/>
            <a:gdLst>
              <a:gd name="T0" fmla="*/ 0 w 4"/>
              <a:gd name="T1" fmla="*/ 2 h 2"/>
              <a:gd name="T2" fmla="*/ 3 w 4"/>
              <a:gd name="T3" fmla="*/ 0 h 2"/>
              <a:gd name="T4" fmla="*/ 0 w 4"/>
              <a:gd name="T5" fmla="*/ 1 h 2"/>
              <a:gd name="T6" fmla="*/ 0 w 4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2">
                <a:moveTo>
                  <a:pt x="0" y="2"/>
                </a:moveTo>
                <a:cubicBezTo>
                  <a:pt x="1" y="2"/>
                  <a:pt x="4" y="1"/>
                  <a:pt x="3" y="0"/>
                </a:cubicBezTo>
                <a:cubicBezTo>
                  <a:pt x="0" y="1"/>
                  <a:pt x="0" y="1"/>
                  <a:pt x="0" y="1"/>
                </a:cubicBez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7" name="Rectangle 82">
            <a:extLst>
              <a:ext uri="{FF2B5EF4-FFF2-40B4-BE49-F238E27FC236}">
                <a16:creationId xmlns:a16="http://schemas.microsoft.com/office/drawing/2014/main" id="{FCD4CB78-ECB9-4079-8FE6-7D8FD988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450" y="3013387"/>
            <a:ext cx="1108" cy="22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8" name="Freeform 83">
            <a:extLst>
              <a:ext uri="{FF2B5EF4-FFF2-40B4-BE49-F238E27FC236}">
                <a16:creationId xmlns:a16="http://schemas.microsoft.com/office/drawing/2014/main" id="{D683988E-B11B-4A1B-BBA6-79D2759719F6}"/>
              </a:ext>
            </a:extLst>
          </p:cNvPr>
          <p:cNvSpPr>
            <a:spLocks/>
          </p:cNvSpPr>
          <p:nvPr/>
        </p:nvSpPr>
        <p:spPr bwMode="auto">
          <a:xfrm>
            <a:off x="1981801" y="3133036"/>
            <a:ext cx="2216" cy="4432"/>
          </a:xfrm>
          <a:custGeom>
            <a:avLst/>
            <a:gdLst>
              <a:gd name="T0" fmla="*/ 1 w 1"/>
              <a:gd name="T1" fmla="*/ 0 h 2"/>
              <a:gd name="T2" fmla="*/ 0 w 1"/>
              <a:gd name="T3" fmla="*/ 2 h 2"/>
              <a:gd name="T4" fmla="*/ 1 w 1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0" y="1"/>
                  <a:pt x="0" y="1"/>
                  <a:pt x="0" y="2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9" name="Freeform 84">
            <a:extLst>
              <a:ext uri="{FF2B5EF4-FFF2-40B4-BE49-F238E27FC236}">
                <a16:creationId xmlns:a16="http://schemas.microsoft.com/office/drawing/2014/main" id="{A6BC0041-AB62-4B64-91F1-578487E23F03}"/>
              </a:ext>
            </a:extLst>
          </p:cNvPr>
          <p:cNvSpPr>
            <a:spLocks/>
          </p:cNvSpPr>
          <p:nvPr/>
        </p:nvSpPr>
        <p:spPr bwMode="auto">
          <a:xfrm>
            <a:off x="2108097" y="3015602"/>
            <a:ext cx="7755" cy="4432"/>
          </a:xfrm>
          <a:custGeom>
            <a:avLst/>
            <a:gdLst>
              <a:gd name="T0" fmla="*/ 0 w 3"/>
              <a:gd name="T1" fmla="*/ 2 h 2"/>
              <a:gd name="T2" fmla="*/ 2 w 3"/>
              <a:gd name="T3" fmla="*/ 2 h 2"/>
              <a:gd name="T4" fmla="*/ 3 w 3"/>
              <a:gd name="T5" fmla="*/ 0 h 2"/>
              <a:gd name="T6" fmla="*/ 0 w 3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0" y="2"/>
                </a:moveTo>
                <a:cubicBezTo>
                  <a:pt x="1" y="2"/>
                  <a:pt x="2" y="2"/>
                  <a:pt x="2" y="2"/>
                </a:cubicBezTo>
                <a:cubicBezTo>
                  <a:pt x="3" y="2"/>
                  <a:pt x="3" y="1"/>
                  <a:pt x="3" y="0"/>
                </a:cubicBezTo>
                <a:cubicBezTo>
                  <a:pt x="3" y="1"/>
                  <a:pt x="2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0" name="Freeform 85">
            <a:extLst>
              <a:ext uri="{FF2B5EF4-FFF2-40B4-BE49-F238E27FC236}">
                <a16:creationId xmlns:a16="http://schemas.microsoft.com/office/drawing/2014/main" id="{3BB5E14B-0A81-42DB-8735-46F036F67727}"/>
              </a:ext>
            </a:extLst>
          </p:cNvPr>
          <p:cNvSpPr>
            <a:spLocks/>
          </p:cNvSpPr>
          <p:nvPr/>
        </p:nvSpPr>
        <p:spPr bwMode="auto">
          <a:xfrm>
            <a:off x="2115852" y="301560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1" name="Freeform 86">
            <a:extLst>
              <a:ext uri="{FF2B5EF4-FFF2-40B4-BE49-F238E27FC236}">
                <a16:creationId xmlns:a16="http://schemas.microsoft.com/office/drawing/2014/main" id="{11BB93E3-A5C0-4C02-932F-B3D5FA961EBD}"/>
              </a:ext>
            </a:extLst>
          </p:cNvPr>
          <p:cNvSpPr>
            <a:spLocks noEditPoints="1"/>
          </p:cNvSpPr>
          <p:nvPr/>
        </p:nvSpPr>
        <p:spPr bwMode="auto">
          <a:xfrm>
            <a:off x="1355859" y="2952454"/>
            <a:ext cx="819818" cy="825358"/>
          </a:xfrm>
          <a:custGeom>
            <a:avLst/>
            <a:gdLst>
              <a:gd name="T0" fmla="*/ 143 w 356"/>
              <a:gd name="T1" fmla="*/ 219 h 359"/>
              <a:gd name="T2" fmla="*/ 114 w 356"/>
              <a:gd name="T3" fmla="*/ 248 h 359"/>
              <a:gd name="T4" fmla="*/ 84 w 356"/>
              <a:gd name="T5" fmla="*/ 279 h 359"/>
              <a:gd name="T6" fmla="*/ 51 w 356"/>
              <a:gd name="T7" fmla="*/ 307 h 359"/>
              <a:gd name="T8" fmla="*/ 5 w 356"/>
              <a:gd name="T9" fmla="*/ 359 h 359"/>
              <a:gd name="T10" fmla="*/ 18 w 356"/>
              <a:gd name="T11" fmla="*/ 328 h 359"/>
              <a:gd name="T12" fmla="*/ 46 w 356"/>
              <a:gd name="T13" fmla="*/ 297 h 359"/>
              <a:gd name="T14" fmla="*/ 64 w 356"/>
              <a:gd name="T15" fmla="*/ 267 h 359"/>
              <a:gd name="T16" fmla="*/ 93 w 356"/>
              <a:gd name="T17" fmla="*/ 243 h 359"/>
              <a:gd name="T18" fmla="*/ 116 w 356"/>
              <a:gd name="T19" fmla="*/ 213 h 359"/>
              <a:gd name="T20" fmla="*/ 143 w 356"/>
              <a:gd name="T21" fmla="*/ 180 h 359"/>
              <a:gd name="T22" fmla="*/ 133 w 356"/>
              <a:gd name="T23" fmla="*/ 191 h 359"/>
              <a:gd name="T24" fmla="*/ 119 w 356"/>
              <a:gd name="T25" fmla="*/ 197 h 359"/>
              <a:gd name="T26" fmla="*/ 144 w 356"/>
              <a:gd name="T27" fmla="*/ 169 h 359"/>
              <a:gd name="T28" fmla="*/ 157 w 356"/>
              <a:gd name="T29" fmla="*/ 163 h 359"/>
              <a:gd name="T30" fmla="*/ 176 w 356"/>
              <a:gd name="T31" fmla="*/ 146 h 359"/>
              <a:gd name="T32" fmla="*/ 159 w 356"/>
              <a:gd name="T33" fmla="*/ 157 h 359"/>
              <a:gd name="T34" fmla="*/ 189 w 356"/>
              <a:gd name="T35" fmla="*/ 125 h 359"/>
              <a:gd name="T36" fmla="*/ 189 w 356"/>
              <a:gd name="T37" fmla="*/ 129 h 359"/>
              <a:gd name="T38" fmla="*/ 204 w 356"/>
              <a:gd name="T39" fmla="*/ 128 h 359"/>
              <a:gd name="T40" fmla="*/ 206 w 356"/>
              <a:gd name="T41" fmla="*/ 123 h 359"/>
              <a:gd name="T42" fmla="*/ 216 w 356"/>
              <a:gd name="T43" fmla="*/ 101 h 359"/>
              <a:gd name="T44" fmla="*/ 222 w 356"/>
              <a:gd name="T45" fmla="*/ 94 h 359"/>
              <a:gd name="T46" fmla="*/ 231 w 356"/>
              <a:gd name="T47" fmla="*/ 92 h 359"/>
              <a:gd name="T48" fmla="*/ 238 w 356"/>
              <a:gd name="T49" fmla="*/ 81 h 359"/>
              <a:gd name="T50" fmla="*/ 250 w 356"/>
              <a:gd name="T51" fmla="*/ 79 h 359"/>
              <a:gd name="T52" fmla="*/ 261 w 356"/>
              <a:gd name="T53" fmla="*/ 66 h 359"/>
              <a:gd name="T54" fmla="*/ 269 w 356"/>
              <a:gd name="T55" fmla="*/ 66 h 359"/>
              <a:gd name="T56" fmla="*/ 301 w 356"/>
              <a:gd name="T57" fmla="*/ 27 h 359"/>
              <a:gd name="T58" fmla="*/ 310 w 356"/>
              <a:gd name="T59" fmla="*/ 28 h 359"/>
              <a:gd name="T60" fmla="*/ 316 w 356"/>
              <a:gd name="T61" fmla="*/ 12 h 359"/>
              <a:gd name="T62" fmla="*/ 332 w 356"/>
              <a:gd name="T63" fmla="*/ 1 h 359"/>
              <a:gd name="T64" fmla="*/ 339 w 356"/>
              <a:gd name="T65" fmla="*/ 16 h 359"/>
              <a:gd name="T66" fmla="*/ 334 w 356"/>
              <a:gd name="T67" fmla="*/ 27 h 359"/>
              <a:gd name="T68" fmla="*/ 350 w 356"/>
              <a:gd name="T69" fmla="*/ 14 h 359"/>
              <a:gd name="T70" fmla="*/ 342 w 356"/>
              <a:gd name="T71" fmla="*/ 33 h 359"/>
              <a:gd name="T72" fmla="*/ 329 w 356"/>
              <a:gd name="T73" fmla="*/ 48 h 359"/>
              <a:gd name="T74" fmla="*/ 315 w 356"/>
              <a:gd name="T75" fmla="*/ 65 h 359"/>
              <a:gd name="T76" fmla="*/ 284 w 356"/>
              <a:gd name="T77" fmla="*/ 92 h 359"/>
              <a:gd name="T78" fmla="*/ 238 w 356"/>
              <a:gd name="T79" fmla="*/ 131 h 359"/>
              <a:gd name="T80" fmla="*/ 229 w 356"/>
              <a:gd name="T81" fmla="*/ 140 h 359"/>
              <a:gd name="T82" fmla="*/ 219 w 356"/>
              <a:gd name="T83" fmla="*/ 162 h 359"/>
              <a:gd name="T84" fmla="*/ 196 w 356"/>
              <a:gd name="T85" fmla="*/ 186 h 359"/>
              <a:gd name="T86" fmla="*/ 188 w 356"/>
              <a:gd name="T87" fmla="*/ 196 h 359"/>
              <a:gd name="T88" fmla="*/ 181 w 356"/>
              <a:gd name="T89" fmla="*/ 208 h 359"/>
              <a:gd name="T90" fmla="*/ 156 w 356"/>
              <a:gd name="T91" fmla="*/ 203 h 359"/>
              <a:gd name="T92" fmla="*/ 191 w 356"/>
              <a:gd name="T93" fmla="*/ 156 h 359"/>
              <a:gd name="T94" fmla="*/ 164 w 356"/>
              <a:gd name="T95" fmla="*/ 190 h 359"/>
              <a:gd name="T96" fmla="*/ 182 w 356"/>
              <a:gd name="T97" fmla="*/ 183 h 359"/>
              <a:gd name="T98" fmla="*/ 289 w 356"/>
              <a:gd name="T99" fmla="*/ 75 h 359"/>
              <a:gd name="T100" fmla="*/ 301 w 356"/>
              <a:gd name="T101" fmla="*/ 59 h 359"/>
              <a:gd name="T102" fmla="*/ 300 w 356"/>
              <a:gd name="T103" fmla="*/ 51 h 359"/>
              <a:gd name="T104" fmla="*/ 249 w 356"/>
              <a:gd name="T105" fmla="*/ 121 h 359"/>
              <a:gd name="T106" fmla="*/ 254 w 356"/>
              <a:gd name="T107" fmla="*/ 124 h 359"/>
              <a:gd name="T108" fmla="*/ 263 w 356"/>
              <a:gd name="T109" fmla="*/ 97 h 359"/>
              <a:gd name="T110" fmla="*/ 278 w 356"/>
              <a:gd name="T111" fmla="*/ 79 h 359"/>
              <a:gd name="T112" fmla="*/ 256 w 356"/>
              <a:gd name="T113" fmla="*/ 101 h 359"/>
              <a:gd name="T114" fmla="*/ 233 w 356"/>
              <a:gd name="T115" fmla="*/ 111 h 359"/>
              <a:gd name="T116" fmla="*/ 212 w 356"/>
              <a:gd name="T117" fmla="*/ 150 h 359"/>
              <a:gd name="T118" fmla="*/ 204 w 356"/>
              <a:gd name="T119" fmla="*/ 162 h 359"/>
              <a:gd name="T120" fmla="*/ 159 w 356"/>
              <a:gd name="T121" fmla="*/ 166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56" h="359">
                <a:moveTo>
                  <a:pt x="155" y="206"/>
                </a:moveTo>
                <a:cubicBezTo>
                  <a:pt x="154" y="206"/>
                  <a:pt x="154" y="206"/>
                  <a:pt x="154" y="206"/>
                </a:cubicBezTo>
                <a:cubicBezTo>
                  <a:pt x="154" y="206"/>
                  <a:pt x="154" y="206"/>
                  <a:pt x="154" y="206"/>
                </a:cubicBezTo>
                <a:cubicBezTo>
                  <a:pt x="152" y="207"/>
                  <a:pt x="152" y="207"/>
                  <a:pt x="152" y="207"/>
                </a:cubicBezTo>
                <a:cubicBezTo>
                  <a:pt x="152" y="208"/>
                  <a:pt x="152" y="208"/>
                  <a:pt x="152" y="208"/>
                </a:cubicBezTo>
                <a:cubicBezTo>
                  <a:pt x="152" y="207"/>
                  <a:pt x="152" y="207"/>
                  <a:pt x="152" y="207"/>
                </a:cubicBezTo>
                <a:cubicBezTo>
                  <a:pt x="151" y="207"/>
                  <a:pt x="151" y="207"/>
                  <a:pt x="151" y="207"/>
                </a:cubicBezTo>
                <a:cubicBezTo>
                  <a:pt x="151" y="210"/>
                  <a:pt x="149" y="214"/>
                  <a:pt x="149" y="215"/>
                </a:cubicBezTo>
                <a:cubicBezTo>
                  <a:pt x="149" y="217"/>
                  <a:pt x="148" y="218"/>
                  <a:pt x="147" y="219"/>
                </a:cubicBezTo>
                <a:cubicBezTo>
                  <a:pt x="148" y="218"/>
                  <a:pt x="148" y="217"/>
                  <a:pt x="147" y="217"/>
                </a:cubicBezTo>
                <a:cubicBezTo>
                  <a:pt x="145" y="218"/>
                  <a:pt x="142" y="216"/>
                  <a:pt x="141" y="221"/>
                </a:cubicBezTo>
                <a:cubicBezTo>
                  <a:pt x="143" y="219"/>
                  <a:pt x="143" y="219"/>
                  <a:pt x="143" y="219"/>
                </a:cubicBezTo>
                <a:cubicBezTo>
                  <a:pt x="142" y="225"/>
                  <a:pt x="142" y="225"/>
                  <a:pt x="142" y="225"/>
                </a:cubicBezTo>
                <a:cubicBezTo>
                  <a:pt x="140" y="225"/>
                  <a:pt x="142" y="222"/>
                  <a:pt x="142" y="221"/>
                </a:cubicBezTo>
                <a:cubicBezTo>
                  <a:pt x="140" y="225"/>
                  <a:pt x="135" y="224"/>
                  <a:pt x="136" y="227"/>
                </a:cubicBezTo>
                <a:cubicBezTo>
                  <a:pt x="134" y="226"/>
                  <a:pt x="132" y="224"/>
                  <a:pt x="130" y="226"/>
                </a:cubicBezTo>
                <a:cubicBezTo>
                  <a:pt x="133" y="226"/>
                  <a:pt x="130" y="228"/>
                  <a:pt x="132" y="229"/>
                </a:cubicBezTo>
                <a:cubicBezTo>
                  <a:pt x="133" y="230"/>
                  <a:pt x="130" y="230"/>
                  <a:pt x="131" y="231"/>
                </a:cubicBezTo>
                <a:cubicBezTo>
                  <a:pt x="130" y="231"/>
                  <a:pt x="130" y="231"/>
                  <a:pt x="130" y="231"/>
                </a:cubicBezTo>
                <a:cubicBezTo>
                  <a:pt x="125" y="232"/>
                  <a:pt x="128" y="236"/>
                  <a:pt x="127" y="238"/>
                </a:cubicBezTo>
                <a:cubicBezTo>
                  <a:pt x="124" y="243"/>
                  <a:pt x="122" y="244"/>
                  <a:pt x="119" y="247"/>
                </a:cubicBezTo>
                <a:cubicBezTo>
                  <a:pt x="118" y="246"/>
                  <a:pt x="114" y="244"/>
                  <a:pt x="113" y="246"/>
                </a:cubicBezTo>
                <a:cubicBezTo>
                  <a:pt x="114" y="247"/>
                  <a:pt x="112" y="251"/>
                  <a:pt x="113" y="253"/>
                </a:cubicBezTo>
                <a:cubicBezTo>
                  <a:pt x="116" y="251"/>
                  <a:pt x="113" y="250"/>
                  <a:pt x="114" y="248"/>
                </a:cubicBezTo>
                <a:cubicBezTo>
                  <a:pt x="117" y="248"/>
                  <a:pt x="116" y="249"/>
                  <a:pt x="119" y="249"/>
                </a:cubicBezTo>
                <a:cubicBezTo>
                  <a:pt x="117" y="249"/>
                  <a:pt x="114" y="255"/>
                  <a:pt x="111" y="255"/>
                </a:cubicBezTo>
                <a:cubicBezTo>
                  <a:pt x="111" y="254"/>
                  <a:pt x="111" y="254"/>
                  <a:pt x="111" y="254"/>
                </a:cubicBezTo>
                <a:cubicBezTo>
                  <a:pt x="108" y="255"/>
                  <a:pt x="104" y="252"/>
                  <a:pt x="103" y="258"/>
                </a:cubicBezTo>
                <a:cubicBezTo>
                  <a:pt x="102" y="260"/>
                  <a:pt x="102" y="260"/>
                  <a:pt x="102" y="260"/>
                </a:cubicBezTo>
                <a:cubicBezTo>
                  <a:pt x="102" y="260"/>
                  <a:pt x="102" y="260"/>
                  <a:pt x="102" y="260"/>
                </a:cubicBezTo>
                <a:cubicBezTo>
                  <a:pt x="99" y="262"/>
                  <a:pt x="98" y="260"/>
                  <a:pt x="96" y="264"/>
                </a:cubicBezTo>
                <a:cubicBezTo>
                  <a:pt x="96" y="263"/>
                  <a:pt x="96" y="263"/>
                  <a:pt x="96" y="263"/>
                </a:cubicBezTo>
                <a:cubicBezTo>
                  <a:pt x="94" y="264"/>
                  <a:pt x="94" y="268"/>
                  <a:pt x="93" y="269"/>
                </a:cubicBezTo>
                <a:cubicBezTo>
                  <a:pt x="91" y="269"/>
                  <a:pt x="92" y="268"/>
                  <a:pt x="91" y="266"/>
                </a:cubicBezTo>
                <a:cubicBezTo>
                  <a:pt x="88" y="269"/>
                  <a:pt x="87" y="275"/>
                  <a:pt x="86" y="278"/>
                </a:cubicBezTo>
                <a:cubicBezTo>
                  <a:pt x="84" y="279"/>
                  <a:pt x="84" y="279"/>
                  <a:pt x="84" y="279"/>
                </a:cubicBezTo>
                <a:cubicBezTo>
                  <a:pt x="84" y="277"/>
                  <a:pt x="84" y="275"/>
                  <a:pt x="83" y="274"/>
                </a:cubicBezTo>
                <a:cubicBezTo>
                  <a:pt x="82" y="276"/>
                  <a:pt x="83" y="276"/>
                  <a:pt x="81" y="277"/>
                </a:cubicBezTo>
                <a:cubicBezTo>
                  <a:pt x="81" y="276"/>
                  <a:pt x="81" y="275"/>
                  <a:pt x="80" y="273"/>
                </a:cubicBezTo>
                <a:cubicBezTo>
                  <a:pt x="76" y="275"/>
                  <a:pt x="83" y="277"/>
                  <a:pt x="78" y="276"/>
                </a:cubicBezTo>
                <a:cubicBezTo>
                  <a:pt x="77" y="277"/>
                  <a:pt x="77" y="279"/>
                  <a:pt x="78" y="280"/>
                </a:cubicBezTo>
                <a:cubicBezTo>
                  <a:pt x="75" y="280"/>
                  <a:pt x="75" y="280"/>
                  <a:pt x="75" y="280"/>
                </a:cubicBezTo>
                <a:cubicBezTo>
                  <a:pt x="76" y="282"/>
                  <a:pt x="74" y="284"/>
                  <a:pt x="73" y="286"/>
                </a:cubicBezTo>
                <a:cubicBezTo>
                  <a:pt x="73" y="287"/>
                  <a:pt x="75" y="286"/>
                  <a:pt x="76" y="285"/>
                </a:cubicBezTo>
                <a:cubicBezTo>
                  <a:pt x="76" y="286"/>
                  <a:pt x="75" y="288"/>
                  <a:pt x="74" y="289"/>
                </a:cubicBezTo>
                <a:cubicBezTo>
                  <a:pt x="71" y="287"/>
                  <a:pt x="68" y="296"/>
                  <a:pt x="66" y="292"/>
                </a:cubicBezTo>
                <a:cubicBezTo>
                  <a:pt x="63" y="297"/>
                  <a:pt x="57" y="303"/>
                  <a:pt x="55" y="308"/>
                </a:cubicBezTo>
                <a:cubicBezTo>
                  <a:pt x="53" y="308"/>
                  <a:pt x="51" y="310"/>
                  <a:pt x="51" y="307"/>
                </a:cubicBezTo>
                <a:cubicBezTo>
                  <a:pt x="47" y="311"/>
                  <a:pt x="48" y="315"/>
                  <a:pt x="44" y="318"/>
                </a:cubicBezTo>
                <a:cubicBezTo>
                  <a:pt x="44" y="318"/>
                  <a:pt x="46" y="317"/>
                  <a:pt x="45" y="316"/>
                </a:cubicBezTo>
                <a:cubicBezTo>
                  <a:pt x="43" y="319"/>
                  <a:pt x="39" y="319"/>
                  <a:pt x="36" y="323"/>
                </a:cubicBezTo>
                <a:cubicBezTo>
                  <a:pt x="37" y="322"/>
                  <a:pt x="37" y="322"/>
                  <a:pt x="36" y="321"/>
                </a:cubicBezTo>
                <a:cubicBezTo>
                  <a:pt x="37" y="322"/>
                  <a:pt x="36" y="324"/>
                  <a:pt x="35" y="325"/>
                </a:cubicBezTo>
                <a:cubicBezTo>
                  <a:pt x="35" y="325"/>
                  <a:pt x="36" y="324"/>
                  <a:pt x="35" y="324"/>
                </a:cubicBezTo>
                <a:cubicBezTo>
                  <a:pt x="27" y="330"/>
                  <a:pt x="25" y="339"/>
                  <a:pt x="18" y="345"/>
                </a:cubicBezTo>
                <a:cubicBezTo>
                  <a:pt x="20" y="343"/>
                  <a:pt x="19" y="341"/>
                  <a:pt x="18" y="340"/>
                </a:cubicBezTo>
                <a:cubicBezTo>
                  <a:pt x="16" y="342"/>
                  <a:pt x="16" y="342"/>
                  <a:pt x="16" y="342"/>
                </a:cubicBezTo>
                <a:cubicBezTo>
                  <a:pt x="17" y="344"/>
                  <a:pt x="15" y="345"/>
                  <a:pt x="15" y="347"/>
                </a:cubicBezTo>
                <a:cubicBezTo>
                  <a:pt x="14" y="347"/>
                  <a:pt x="13" y="347"/>
                  <a:pt x="13" y="346"/>
                </a:cubicBezTo>
                <a:cubicBezTo>
                  <a:pt x="8" y="348"/>
                  <a:pt x="11" y="355"/>
                  <a:pt x="5" y="359"/>
                </a:cubicBezTo>
                <a:cubicBezTo>
                  <a:pt x="7" y="350"/>
                  <a:pt x="7" y="350"/>
                  <a:pt x="7" y="350"/>
                </a:cubicBezTo>
                <a:cubicBezTo>
                  <a:pt x="4" y="350"/>
                  <a:pt x="4" y="350"/>
                  <a:pt x="4" y="350"/>
                </a:cubicBezTo>
                <a:cubicBezTo>
                  <a:pt x="5" y="346"/>
                  <a:pt x="5" y="346"/>
                  <a:pt x="5" y="346"/>
                </a:cubicBezTo>
                <a:cubicBezTo>
                  <a:pt x="3" y="346"/>
                  <a:pt x="4" y="350"/>
                  <a:pt x="2" y="348"/>
                </a:cubicBezTo>
                <a:cubicBezTo>
                  <a:pt x="2" y="348"/>
                  <a:pt x="3" y="347"/>
                  <a:pt x="2" y="346"/>
                </a:cubicBezTo>
                <a:cubicBezTo>
                  <a:pt x="0" y="347"/>
                  <a:pt x="1" y="348"/>
                  <a:pt x="0" y="350"/>
                </a:cubicBezTo>
                <a:cubicBezTo>
                  <a:pt x="0" y="344"/>
                  <a:pt x="6" y="339"/>
                  <a:pt x="8" y="335"/>
                </a:cubicBezTo>
                <a:cubicBezTo>
                  <a:pt x="9" y="334"/>
                  <a:pt x="9" y="336"/>
                  <a:pt x="9" y="336"/>
                </a:cubicBezTo>
                <a:cubicBezTo>
                  <a:pt x="10" y="335"/>
                  <a:pt x="12" y="335"/>
                  <a:pt x="13" y="333"/>
                </a:cubicBezTo>
                <a:cubicBezTo>
                  <a:pt x="12" y="331"/>
                  <a:pt x="11" y="333"/>
                  <a:pt x="10" y="334"/>
                </a:cubicBezTo>
                <a:cubicBezTo>
                  <a:pt x="9" y="333"/>
                  <a:pt x="10" y="332"/>
                  <a:pt x="10" y="331"/>
                </a:cubicBezTo>
                <a:cubicBezTo>
                  <a:pt x="12" y="332"/>
                  <a:pt x="15" y="327"/>
                  <a:pt x="18" y="328"/>
                </a:cubicBezTo>
                <a:cubicBezTo>
                  <a:pt x="22" y="323"/>
                  <a:pt x="14" y="325"/>
                  <a:pt x="19" y="321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23" y="318"/>
                  <a:pt x="25" y="313"/>
                  <a:pt x="29" y="311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28" y="312"/>
                  <a:pt x="29" y="312"/>
                  <a:pt x="30" y="312"/>
                </a:cubicBezTo>
                <a:cubicBezTo>
                  <a:pt x="33" y="311"/>
                  <a:pt x="33" y="307"/>
                  <a:pt x="36" y="307"/>
                </a:cubicBezTo>
                <a:cubicBezTo>
                  <a:pt x="37" y="303"/>
                  <a:pt x="40" y="298"/>
                  <a:pt x="42" y="294"/>
                </a:cubicBezTo>
                <a:cubicBezTo>
                  <a:pt x="44" y="295"/>
                  <a:pt x="40" y="299"/>
                  <a:pt x="40" y="302"/>
                </a:cubicBezTo>
                <a:cubicBezTo>
                  <a:pt x="42" y="299"/>
                  <a:pt x="42" y="299"/>
                  <a:pt x="42" y="299"/>
                </a:cubicBezTo>
                <a:cubicBezTo>
                  <a:pt x="41" y="301"/>
                  <a:pt x="41" y="302"/>
                  <a:pt x="41" y="304"/>
                </a:cubicBezTo>
                <a:cubicBezTo>
                  <a:pt x="44" y="303"/>
                  <a:pt x="43" y="300"/>
                  <a:pt x="44" y="297"/>
                </a:cubicBezTo>
                <a:cubicBezTo>
                  <a:pt x="45" y="298"/>
                  <a:pt x="45" y="298"/>
                  <a:pt x="46" y="297"/>
                </a:cubicBezTo>
                <a:cubicBezTo>
                  <a:pt x="45" y="296"/>
                  <a:pt x="45" y="296"/>
                  <a:pt x="45" y="296"/>
                </a:cubicBezTo>
                <a:cubicBezTo>
                  <a:pt x="45" y="296"/>
                  <a:pt x="46" y="296"/>
                  <a:pt x="46" y="295"/>
                </a:cubicBezTo>
                <a:cubicBezTo>
                  <a:pt x="49" y="291"/>
                  <a:pt x="49" y="291"/>
                  <a:pt x="49" y="291"/>
                </a:cubicBezTo>
                <a:cubicBezTo>
                  <a:pt x="48" y="291"/>
                  <a:pt x="46" y="290"/>
                  <a:pt x="45" y="291"/>
                </a:cubicBezTo>
                <a:cubicBezTo>
                  <a:pt x="46" y="291"/>
                  <a:pt x="46" y="292"/>
                  <a:pt x="45" y="293"/>
                </a:cubicBezTo>
                <a:cubicBezTo>
                  <a:pt x="45" y="291"/>
                  <a:pt x="43" y="293"/>
                  <a:pt x="42" y="293"/>
                </a:cubicBezTo>
                <a:cubicBezTo>
                  <a:pt x="44" y="291"/>
                  <a:pt x="47" y="288"/>
                  <a:pt x="48" y="286"/>
                </a:cubicBezTo>
                <a:cubicBezTo>
                  <a:pt x="49" y="287"/>
                  <a:pt x="49" y="287"/>
                  <a:pt x="49" y="287"/>
                </a:cubicBezTo>
                <a:cubicBezTo>
                  <a:pt x="51" y="286"/>
                  <a:pt x="53" y="283"/>
                  <a:pt x="54" y="282"/>
                </a:cubicBezTo>
                <a:cubicBezTo>
                  <a:pt x="55" y="283"/>
                  <a:pt x="55" y="283"/>
                  <a:pt x="55" y="283"/>
                </a:cubicBezTo>
                <a:cubicBezTo>
                  <a:pt x="57" y="281"/>
                  <a:pt x="59" y="278"/>
                  <a:pt x="62" y="277"/>
                </a:cubicBezTo>
                <a:cubicBezTo>
                  <a:pt x="63" y="274"/>
                  <a:pt x="64" y="270"/>
                  <a:pt x="64" y="267"/>
                </a:cubicBezTo>
                <a:cubicBezTo>
                  <a:pt x="63" y="265"/>
                  <a:pt x="72" y="263"/>
                  <a:pt x="72" y="259"/>
                </a:cubicBezTo>
                <a:cubicBezTo>
                  <a:pt x="72" y="259"/>
                  <a:pt x="72" y="261"/>
                  <a:pt x="72" y="263"/>
                </a:cubicBezTo>
                <a:cubicBezTo>
                  <a:pt x="73" y="262"/>
                  <a:pt x="72" y="258"/>
                  <a:pt x="75" y="260"/>
                </a:cubicBezTo>
                <a:cubicBezTo>
                  <a:pt x="71" y="262"/>
                  <a:pt x="76" y="261"/>
                  <a:pt x="75" y="263"/>
                </a:cubicBezTo>
                <a:cubicBezTo>
                  <a:pt x="77" y="261"/>
                  <a:pt x="78" y="259"/>
                  <a:pt x="78" y="258"/>
                </a:cubicBezTo>
                <a:cubicBezTo>
                  <a:pt x="76" y="260"/>
                  <a:pt x="77" y="255"/>
                  <a:pt x="75" y="258"/>
                </a:cubicBezTo>
                <a:cubicBezTo>
                  <a:pt x="76" y="254"/>
                  <a:pt x="78" y="251"/>
                  <a:pt x="81" y="249"/>
                </a:cubicBezTo>
                <a:cubicBezTo>
                  <a:pt x="81" y="250"/>
                  <a:pt x="82" y="250"/>
                  <a:pt x="83" y="250"/>
                </a:cubicBezTo>
                <a:cubicBezTo>
                  <a:pt x="83" y="248"/>
                  <a:pt x="83" y="248"/>
                  <a:pt x="83" y="248"/>
                </a:cubicBezTo>
                <a:cubicBezTo>
                  <a:pt x="84" y="247"/>
                  <a:pt x="82" y="251"/>
                  <a:pt x="85" y="249"/>
                </a:cubicBezTo>
                <a:cubicBezTo>
                  <a:pt x="85" y="245"/>
                  <a:pt x="93" y="243"/>
                  <a:pt x="90" y="239"/>
                </a:cubicBezTo>
                <a:cubicBezTo>
                  <a:pt x="94" y="238"/>
                  <a:pt x="88" y="244"/>
                  <a:pt x="93" y="243"/>
                </a:cubicBezTo>
                <a:cubicBezTo>
                  <a:pt x="92" y="245"/>
                  <a:pt x="89" y="246"/>
                  <a:pt x="90" y="248"/>
                </a:cubicBezTo>
                <a:cubicBezTo>
                  <a:pt x="91" y="246"/>
                  <a:pt x="92" y="249"/>
                  <a:pt x="93" y="248"/>
                </a:cubicBezTo>
                <a:cubicBezTo>
                  <a:pt x="94" y="246"/>
                  <a:pt x="94" y="246"/>
                  <a:pt x="94" y="246"/>
                </a:cubicBezTo>
                <a:cubicBezTo>
                  <a:pt x="93" y="246"/>
                  <a:pt x="93" y="246"/>
                  <a:pt x="93" y="246"/>
                </a:cubicBezTo>
                <a:cubicBezTo>
                  <a:pt x="94" y="241"/>
                  <a:pt x="100" y="238"/>
                  <a:pt x="103" y="234"/>
                </a:cubicBezTo>
                <a:cubicBezTo>
                  <a:pt x="105" y="229"/>
                  <a:pt x="104" y="224"/>
                  <a:pt x="108" y="221"/>
                </a:cubicBezTo>
                <a:cubicBezTo>
                  <a:pt x="108" y="223"/>
                  <a:pt x="112" y="219"/>
                  <a:pt x="112" y="223"/>
                </a:cubicBezTo>
                <a:cubicBezTo>
                  <a:pt x="114" y="222"/>
                  <a:pt x="115" y="219"/>
                  <a:pt x="114" y="219"/>
                </a:cubicBezTo>
                <a:cubicBezTo>
                  <a:pt x="112" y="220"/>
                  <a:pt x="113" y="219"/>
                  <a:pt x="112" y="220"/>
                </a:cubicBezTo>
                <a:cubicBezTo>
                  <a:pt x="112" y="218"/>
                  <a:pt x="114" y="216"/>
                  <a:pt x="115" y="216"/>
                </a:cubicBezTo>
                <a:cubicBezTo>
                  <a:pt x="115" y="216"/>
                  <a:pt x="115" y="216"/>
                  <a:pt x="115" y="217"/>
                </a:cubicBezTo>
                <a:cubicBezTo>
                  <a:pt x="118" y="215"/>
                  <a:pt x="115" y="215"/>
                  <a:pt x="116" y="213"/>
                </a:cubicBezTo>
                <a:cubicBezTo>
                  <a:pt x="118" y="214"/>
                  <a:pt x="119" y="211"/>
                  <a:pt x="121" y="210"/>
                </a:cubicBezTo>
                <a:cubicBezTo>
                  <a:pt x="121" y="206"/>
                  <a:pt x="121" y="206"/>
                  <a:pt x="121" y="206"/>
                </a:cubicBezTo>
                <a:cubicBezTo>
                  <a:pt x="121" y="209"/>
                  <a:pt x="123" y="205"/>
                  <a:pt x="125" y="206"/>
                </a:cubicBezTo>
                <a:cubicBezTo>
                  <a:pt x="125" y="204"/>
                  <a:pt x="125" y="201"/>
                  <a:pt x="127" y="200"/>
                </a:cubicBezTo>
                <a:cubicBezTo>
                  <a:pt x="127" y="201"/>
                  <a:pt x="129" y="199"/>
                  <a:pt x="131" y="200"/>
                </a:cubicBezTo>
                <a:cubicBezTo>
                  <a:pt x="135" y="198"/>
                  <a:pt x="133" y="192"/>
                  <a:pt x="138" y="190"/>
                </a:cubicBezTo>
                <a:cubicBezTo>
                  <a:pt x="138" y="191"/>
                  <a:pt x="138" y="192"/>
                  <a:pt x="139" y="192"/>
                </a:cubicBezTo>
                <a:cubicBezTo>
                  <a:pt x="139" y="191"/>
                  <a:pt x="141" y="189"/>
                  <a:pt x="141" y="189"/>
                </a:cubicBezTo>
                <a:cubicBezTo>
                  <a:pt x="142" y="189"/>
                  <a:pt x="142" y="189"/>
                  <a:pt x="142" y="189"/>
                </a:cubicBezTo>
                <a:cubicBezTo>
                  <a:pt x="142" y="189"/>
                  <a:pt x="142" y="189"/>
                  <a:pt x="142" y="189"/>
                </a:cubicBezTo>
                <a:cubicBezTo>
                  <a:pt x="142" y="188"/>
                  <a:pt x="142" y="188"/>
                  <a:pt x="142" y="187"/>
                </a:cubicBezTo>
                <a:cubicBezTo>
                  <a:pt x="142" y="185"/>
                  <a:pt x="141" y="183"/>
                  <a:pt x="143" y="180"/>
                </a:cubicBezTo>
                <a:cubicBezTo>
                  <a:pt x="141" y="178"/>
                  <a:pt x="140" y="181"/>
                  <a:pt x="139" y="182"/>
                </a:cubicBezTo>
                <a:cubicBezTo>
                  <a:pt x="140" y="185"/>
                  <a:pt x="140" y="185"/>
                  <a:pt x="140" y="185"/>
                </a:cubicBezTo>
                <a:cubicBezTo>
                  <a:pt x="137" y="183"/>
                  <a:pt x="138" y="187"/>
                  <a:pt x="136" y="187"/>
                </a:cubicBezTo>
                <a:cubicBezTo>
                  <a:pt x="136" y="183"/>
                  <a:pt x="141" y="179"/>
                  <a:pt x="142" y="175"/>
                </a:cubicBezTo>
                <a:cubicBezTo>
                  <a:pt x="138" y="175"/>
                  <a:pt x="134" y="178"/>
                  <a:pt x="132" y="181"/>
                </a:cubicBezTo>
                <a:cubicBezTo>
                  <a:pt x="134" y="181"/>
                  <a:pt x="134" y="181"/>
                  <a:pt x="134" y="181"/>
                </a:cubicBezTo>
                <a:cubicBezTo>
                  <a:pt x="132" y="182"/>
                  <a:pt x="132" y="182"/>
                  <a:pt x="132" y="182"/>
                </a:cubicBezTo>
                <a:cubicBezTo>
                  <a:pt x="135" y="182"/>
                  <a:pt x="135" y="182"/>
                  <a:pt x="135" y="182"/>
                </a:cubicBezTo>
                <a:cubicBezTo>
                  <a:pt x="133" y="184"/>
                  <a:pt x="132" y="185"/>
                  <a:pt x="131" y="187"/>
                </a:cubicBezTo>
                <a:cubicBezTo>
                  <a:pt x="133" y="185"/>
                  <a:pt x="135" y="186"/>
                  <a:pt x="134" y="187"/>
                </a:cubicBezTo>
                <a:cubicBezTo>
                  <a:pt x="131" y="187"/>
                  <a:pt x="133" y="190"/>
                  <a:pt x="131" y="191"/>
                </a:cubicBezTo>
                <a:cubicBezTo>
                  <a:pt x="132" y="190"/>
                  <a:pt x="133" y="189"/>
                  <a:pt x="133" y="191"/>
                </a:cubicBezTo>
                <a:cubicBezTo>
                  <a:pt x="129" y="192"/>
                  <a:pt x="129" y="193"/>
                  <a:pt x="125" y="194"/>
                </a:cubicBezTo>
                <a:cubicBezTo>
                  <a:pt x="128" y="196"/>
                  <a:pt x="122" y="197"/>
                  <a:pt x="124" y="200"/>
                </a:cubicBezTo>
                <a:cubicBezTo>
                  <a:pt x="125" y="199"/>
                  <a:pt x="125" y="199"/>
                  <a:pt x="125" y="199"/>
                </a:cubicBezTo>
                <a:cubicBezTo>
                  <a:pt x="124" y="203"/>
                  <a:pt x="124" y="203"/>
                  <a:pt x="124" y="203"/>
                </a:cubicBezTo>
                <a:cubicBezTo>
                  <a:pt x="120" y="203"/>
                  <a:pt x="124" y="199"/>
                  <a:pt x="120" y="201"/>
                </a:cubicBezTo>
                <a:cubicBezTo>
                  <a:pt x="116" y="204"/>
                  <a:pt x="119" y="206"/>
                  <a:pt x="116" y="209"/>
                </a:cubicBezTo>
                <a:cubicBezTo>
                  <a:pt x="116" y="206"/>
                  <a:pt x="117" y="203"/>
                  <a:pt x="119" y="201"/>
                </a:cubicBezTo>
                <a:cubicBezTo>
                  <a:pt x="117" y="202"/>
                  <a:pt x="117" y="202"/>
                  <a:pt x="117" y="202"/>
                </a:cubicBezTo>
                <a:cubicBezTo>
                  <a:pt x="117" y="200"/>
                  <a:pt x="120" y="198"/>
                  <a:pt x="121" y="197"/>
                </a:cubicBezTo>
                <a:cubicBezTo>
                  <a:pt x="120" y="200"/>
                  <a:pt x="123" y="196"/>
                  <a:pt x="125" y="196"/>
                </a:cubicBezTo>
                <a:cubicBezTo>
                  <a:pt x="124" y="195"/>
                  <a:pt x="122" y="196"/>
                  <a:pt x="123" y="194"/>
                </a:cubicBezTo>
                <a:cubicBezTo>
                  <a:pt x="122" y="195"/>
                  <a:pt x="121" y="196"/>
                  <a:pt x="119" y="197"/>
                </a:cubicBezTo>
                <a:cubicBezTo>
                  <a:pt x="124" y="193"/>
                  <a:pt x="118" y="189"/>
                  <a:pt x="123" y="186"/>
                </a:cubicBezTo>
                <a:cubicBezTo>
                  <a:pt x="122" y="188"/>
                  <a:pt x="126" y="187"/>
                  <a:pt x="127" y="188"/>
                </a:cubicBezTo>
                <a:cubicBezTo>
                  <a:pt x="127" y="187"/>
                  <a:pt x="129" y="185"/>
                  <a:pt x="129" y="184"/>
                </a:cubicBezTo>
                <a:cubicBezTo>
                  <a:pt x="127" y="182"/>
                  <a:pt x="127" y="182"/>
                  <a:pt x="127" y="182"/>
                </a:cubicBezTo>
                <a:cubicBezTo>
                  <a:pt x="128" y="179"/>
                  <a:pt x="133" y="183"/>
                  <a:pt x="133" y="178"/>
                </a:cubicBezTo>
                <a:cubicBezTo>
                  <a:pt x="133" y="176"/>
                  <a:pt x="131" y="180"/>
                  <a:pt x="131" y="179"/>
                </a:cubicBezTo>
                <a:cubicBezTo>
                  <a:pt x="133" y="174"/>
                  <a:pt x="138" y="176"/>
                  <a:pt x="142" y="175"/>
                </a:cubicBezTo>
                <a:cubicBezTo>
                  <a:pt x="142" y="174"/>
                  <a:pt x="141" y="173"/>
                  <a:pt x="141" y="171"/>
                </a:cubicBezTo>
                <a:cubicBezTo>
                  <a:pt x="141" y="172"/>
                  <a:pt x="143" y="172"/>
                  <a:pt x="142" y="174"/>
                </a:cubicBezTo>
                <a:cubicBezTo>
                  <a:pt x="144" y="173"/>
                  <a:pt x="144" y="171"/>
                  <a:pt x="145" y="170"/>
                </a:cubicBezTo>
                <a:cubicBezTo>
                  <a:pt x="142" y="171"/>
                  <a:pt x="144" y="167"/>
                  <a:pt x="144" y="166"/>
                </a:cubicBezTo>
                <a:cubicBezTo>
                  <a:pt x="145" y="165"/>
                  <a:pt x="145" y="168"/>
                  <a:pt x="144" y="169"/>
                </a:cubicBezTo>
                <a:cubicBezTo>
                  <a:pt x="145" y="168"/>
                  <a:pt x="148" y="169"/>
                  <a:pt x="147" y="167"/>
                </a:cubicBezTo>
                <a:cubicBezTo>
                  <a:pt x="148" y="168"/>
                  <a:pt x="148" y="172"/>
                  <a:pt x="146" y="174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7" y="175"/>
                  <a:pt x="147" y="175"/>
                  <a:pt x="146" y="176"/>
                </a:cubicBezTo>
                <a:cubicBezTo>
                  <a:pt x="148" y="175"/>
                  <a:pt x="149" y="177"/>
                  <a:pt x="149" y="178"/>
                </a:cubicBezTo>
                <a:cubicBezTo>
                  <a:pt x="149" y="177"/>
                  <a:pt x="149" y="177"/>
                  <a:pt x="149" y="177"/>
                </a:cubicBezTo>
                <a:cubicBezTo>
                  <a:pt x="148" y="178"/>
                  <a:pt x="147" y="179"/>
                  <a:pt x="148" y="179"/>
                </a:cubicBezTo>
                <a:cubicBezTo>
                  <a:pt x="149" y="182"/>
                  <a:pt x="150" y="179"/>
                  <a:pt x="152" y="179"/>
                </a:cubicBezTo>
                <a:cubicBezTo>
                  <a:pt x="153" y="178"/>
                  <a:pt x="153" y="178"/>
                  <a:pt x="153" y="178"/>
                </a:cubicBezTo>
                <a:cubicBezTo>
                  <a:pt x="152" y="168"/>
                  <a:pt x="152" y="168"/>
                  <a:pt x="152" y="168"/>
                </a:cubicBezTo>
                <a:cubicBezTo>
                  <a:pt x="154" y="165"/>
                  <a:pt x="156" y="165"/>
                  <a:pt x="158" y="165"/>
                </a:cubicBezTo>
                <a:cubicBezTo>
                  <a:pt x="157" y="163"/>
                  <a:pt x="157" y="163"/>
                  <a:pt x="157" y="163"/>
                </a:cubicBezTo>
                <a:cubicBezTo>
                  <a:pt x="159" y="161"/>
                  <a:pt x="161" y="160"/>
                  <a:pt x="162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1" y="164"/>
                  <a:pt x="161" y="164"/>
                  <a:pt x="161" y="164"/>
                </a:cubicBezTo>
                <a:cubicBezTo>
                  <a:pt x="161" y="164"/>
                  <a:pt x="161" y="164"/>
                  <a:pt x="161" y="164"/>
                </a:cubicBezTo>
                <a:cubicBezTo>
                  <a:pt x="163" y="162"/>
                  <a:pt x="163" y="160"/>
                  <a:pt x="164" y="160"/>
                </a:cubicBezTo>
                <a:cubicBezTo>
                  <a:pt x="162" y="166"/>
                  <a:pt x="166" y="163"/>
                  <a:pt x="168" y="166"/>
                </a:cubicBezTo>
                <a:cubicBezTo>
                  <a:pt x="170" y="162"/>
                  <a:pt x="170" y="162"/>
                  <a:pt x="170" y="162"/>
                </a:cubicBezTo>
                <a:cubicBezTo>
                  <a:pt x="168" y="163"/>
                  <a:pt x="169" y="161"/>
                  <a:pt x="169" y="160"/>
                </a:cubicBezTo>
                <a:cubicBezTo>
                  <a:pt x="171" y="161"/>
                  <a:pt x="172" y="157"/>
                  <a:pt x="173" y="156"/>
                </a:cubicBezTo>
                <a:cubicBezTo>
                  <a:pt x="173" y="157"/>
                  <a:pt x="173" y="157"/>
                  <a:pt x="173" y="157"/>
                </a:cubicBezTo>
                <a:cubicBezTo>
                  <a:pt x="175" y="156"/>
                  <a:pt x="177" y="154"/>
                  <a:pt x="178" y="152"/>
                </a:cubicBezTo>
                <a:cubicBezTo>
                  <a:pt x="177" y="152"/>
                  <a:pt x="177" y="148"/>
                  <a:pt x="176" y="146"/>
                </a:cubicBezTo>
                <a:cubicBezTo>
                  <a:pt x="173" y="148"/>
                  <a:pt x="174" y="146"/>
                  <a:pt x="173" y="145"/>
                </a:cubicBezTo>
                <a:cubicBezTo>
                  <a:pt x="174" y="144"/>
                  <a:pt x="174" y="144"/>
                  <a:pt x="174" y="144"/>
                </a:cubicBezTo>
                <a:cubicBezTo>
                  <a:pt x="173" y="144"/>
                  <a:pt x="173" y="144"/>
                  <a:pt x="172" y="144"/>
                </a:cubicBezTo>
                <a:cubicBezTo>
                  <a:pt x="170" y="147"/>
                  <a:pt x="168" y="149"/>
                  <a:pt x="169" y="152"/>
                </a:cubicBezTo>
                <a:cubicBezTo>
                  <a:pt x="171" y="153"/>
                  <a:pt x="169" y="150"/>
                  <a:pt x="171" y="150"/>
                </a:cubicBezTo>
                <a:cubicBezTo>
                  <a:pt x="171" y="153"/>
                  <a:pt x="169" y="154"/>
                  <a:pt x="167" y="156"/>
                </a:cubicBezTo>
                <a:cubicBezTo>
                  <a:pt x="165" y="155"/>
                  <a:pt x="165" y="155"/>
                  <a:pt x="165" y="155"/>
                </a:cubicBezTo>
                <a:cubicBezTo>
                  <a:pt x="164" y="158"/>
                  <a:pt x="164" y="158"/>
                  <a:pt x="164" y="158"/>
                </a:cubicBezTo>
                <a:cubicBezTo>
                  <a:pt x="164" y="156"/>
                  <a:pt x="163" y="156"/>
                  <a:pt x="164" y="153"/>
                </a:cubicBezTo>
                <a:cubicBezTo>
                  <a:pt x="163" y="153"/>
                  <a:pt x="163" y="156"/>
                  <a:pt x="161" y="157"/>
                </a:cubicBezTo>
                <a:cubicBezTo>
                  <a:pt x="162" y="159"/>
                  <a:pt x="162" y="159"/>
                  <a:pt x="162" y="159"/>
                </a:cubicBezTo>
                <a:cubicBezTo>
                  <a:pt x="161" y="158"/>
                  <a:pt x="158" y="160"/>
                  <a:pt x="159" y="157"/>
                </a:cubicBezTo>
                <a:cubicBezTo>
                  <a:pt x="161" y="153"/>
                  <a:pt x="161" y="153"/>
                  <a:pt x="161" y="153"/>
                </a:cubicBezTo>
                <a:cubicBezTo>
                  <a:pt x="159" y="153"/>
                  <a:pt x="159" y="153"/>
                  <a:pt x="159" y="153"/>
                </a:cubicBezTo>
                <a:cubicBezTo>
                  <a:pt x="161" y="150"/>
                  <a:pt x="161" y="150"/>
                  <a:pt x="161" y="150"/>
                </a:cubicBezTo>
                <a:cubicBezTo>
                  <a:pt x="162" y="151"/>
                  <a:pt x="162" y="151"/>
                  <a:pt x="162" y="151"/>
                </a:cubicBezTo>
                <a:cubicBezTo>
                  <a:pt x="165" y="146"/>
                  <a:pt x="166" y="153"/>
                  <a:pt x="168" y="147"/>
                </a:cubicBezTo>
                <a:cubicBezTo>
                  <a:pt x="168" y="143"/>
                  <a:pt x="169" y="142"/>
                  <a:pt x="172" y="140"/>
                </a:cubicBezTo>
                <a:cubicBezTo>
                  <a:pt x="171" y="142"/>
                  <a:pt x="173" y="141"/>
                  <a:pt x="174" y="143"/>
                </a:cubicBezTo>
                <a:cubicBezTo>
                  <a:pt x="176" y="142"/>
                  <a:pt x="176" y="140"/>
                  <a:pt x="176" y="138"/>
                </a:cubicBezTo>
                <a:cubicBezTo>
                  <a:pt x="177" y="138"/>
                  <a:pt x="179" y="139"/>
                  <a:pt x="177" y="140"/>
                </a:cubicBezTo>
                <a:cubicBezTo>
                  <a:pt x="178" y="143"/>
                  <a:pt x="179" y="138"/>
                  <a:pt x="181" y="140"/>
                </a:cubicBezTo>
                <a:cubicBezTo>
                  <a:pt x="187" y="134"/>
                  <a:pt x="179" y="128"/>
                  <a:pt x="188" y="124"/>
                </a:cubicBezTo>
                <a:cubicBezTo>
                  <a:pt x="189" y="125"/>
                  <a:pt x="189" y="125"/>
                  <a:pt x="189" y="125"/>
                </a:cubicBezTo>
                <a:cubicBezTo>
                  <a:pt x="192" y="120"/>
                  <a:pt x="195" y="119"/>
                  <a:pt x="199" y="114"/>
                </a:cubicBezTo>
                <a:cubicBezTo>
                  <a:pt x="204" y="113"/>
                  <a:pt x="204" y="113"/>
                  <a:pt x="204" y="113"/>
                </a:cubicBezTo>
                <a:cubicBezTo>
                  <a:pt x="204" y="114"/>
                  <a:pt x="203" y="117"/>
                  <a:pt x="205" y="118"/>
                </a:cubicBezTo>
                <a:cubicBezTo>
                  <a:pt x="202" y="117"/>
                  <a:pt x="201" y="119"/>
                  <a:pt x="198" y="120"/>
                </a:cubicBezTo>
                <a:cubicBezTo>
                  <a:pt x="198" y="121"/>
                  <a:pt x="199" y="120"/>
                  <a:pt x="200" y="120"/>
                </a:cubicBezTo>
                <a:cubicBezTo>
                  <a:pt x="199" y="121"/>
                  <a:pt x="198" y="121"/>
                  <a:pt x="197" y="123"/>
                </a:cubicBezTo>
                <a:cubicBezTo>
                  <a:pt x="197" y="123"/>
                  <a:pt x="199" y="122"/>
                  <a:pt x="198" y="123"/>
                </a:cubicBezTo>
                <a:cubicBezTo>
                  <a:pt x="195" y="124"/>
                  <a:pt x="195" y="124"/>
                  <a:pt x="195" y="124"/>
                </a:cubicBezTo>
                <a:cubicBezTo>
                  <a:pt x="193" y="127"/>
                  <a:pt x="197" y="128"/>
                  <a:pt x="194" y="130"/>
                </a:cubicBezTo>
                <a:cubicBezTo>
                  <a:pt x="193" y="129"/>
                  <a:pt x="192" y="126"/>
                  <a:pt x="193" y="124"/>
                </a:cubicBezTo>
                <a:cubicBezTo>
                  <a:pt x="192" y="125"/>
                  <a:pt x="194" y="122"/>
                  <a:pt x="192" y="122"/>
                </a:cubicBezTo>
                <a:cubicBezTo>
                  <a:pt x="192" y="126"/>
                  <a:pt x="190" y="126"/>
                  <a:pt x="189" y="129"/>
                </a:cubicBezTo>
                <a:cubicBezTo>
                  <a:pt x="189" y="129"/>
                  <a:pt x="188" y="128"/>
                  <a:pt x="189" y="127"/>
                </a:cubicBezTo>
                <a:cubicBezTo>
                  <a:pt x="185" y="130"/>
                  <a:pt x="185" y="130"/>
                  <a:pt x="185" y="130"/>
                </a:cubicBezTo>
                <a:cubicBezTo>
                  <a:pt x="187" y="130"/>
                  <a:pt x="183" y="134"/>
                  <a:pt x="185" y="135"/>
                </a:cubicBezTo>
                <a:cubicBezTo>
                  <a:pt x="189" y="132"/>
                  <a:pt x="187" y="133"/>
                  <a:pt x="192" y="129"/>
                </a:cubicBezTo>
                <a:cubicBezTo>
                  <a:pt x="191" y="131"/>
                  <a:pt x="191" y="134"/>
                  <a:pt x="192" y="136"/>
                </a:cubicBezTo>
                <a:cubicBezTo>
                  <a:pt x="192" y="136"/>
                  <a:pt x="192" y="136"/>
                  <a:pt x="192" y="136"/>
                </a:cubicBezTo>
                <a:cubicBezTo>
                  <a:pt x="193" y="138"/>
                  <a:pt x="194" y="138"/>
                  <a:pt x="196" y="141"/>
                </a:cubicBezTo>
                <a:cubicBezTo>
                  <a:pt x="196" y="137"/>
                  <a:pt x="199" y="137"/>
                  <a:pt x="201" y="134"/>
                </a:cubicBezTo>
                <a:cubicBezTo>
                  <a:pt x="200" y="132"/>
                  <a:pt x="197" y="133"/>
                  <a:pt x="197" y="135"/>
                </a:cubicBezTo>
                <a:cubicBezTo>
                  <a:pt x="198" y="132"/>
                  <a:pt x="198" y="132"/>
                  <a:pt x="198" y="132"/>
                </a:cubicBezTo>
                <a:cubicBezTo>
                  <a:pt x="198" y="133"/>
                  <a:pt x="198" y="133"/>
                  <a:pt x="198" y="133"/>
                </a:cubicBezTo>
                <a:cubicBezTo>
                  <a:pt x="204" y="128"/>
                  <a:pt x="204" y="128"/>
                  <a:pt x="204" y="128"/>
                </a:cubicBezTo>
                <a:cubicBezTo>
                  <a:pt x="203" y="129"/>
                  <a:pt x="203" y="130"/>
                  <a:pt x="203" y="132"/>
                </a:cubicBezTo>
                <a:cubicBezTo>
                  <a:pt x="204" y="131"/>
                  <a:pt x="205" y="131"/>
                  <a:pt x="206" y="130"/>
                </a:cubicBezTo>
                <a:cubicBezTo>
                  <a:pt x="205" y="129"/>
                  <a:pt x="204" y="128"/>
                  <a:pt x="204" y="127"/>
                </a:cubicBezTo>
                <a:cubicBezTo>
                  <a:pt x="208" y="124"/>
                  <a:pt x="211" y="124"/>
                  <a:pt x="214" y="124"/>
                </a:cubicBezTo>
                <a:cubicBezTo>
                  <a:pt x="214" y="124"/>
                  <a:pt x="214" y="124"/>
                  <a:pt x="214" y="124"/>
                </a:cubicBezTo>
                <a:cubicBezTo>
                  <a:pt x="212" y="123"/>
                  <a:pt x="214" y="119"/>
                  <a:pt x="214" y="116"/>
                </a:cubicBezTo>
                <a:cubicBezTo>
                  <a:pt x="215" y="118"/>
                  <a:pt x="216" y="116"/>
                  <a:pt x="218" y="115"/>
                </a:cubicBezTo>
                <a:cubicBezTo>
                  <a:pt x="217" y="113"/>
                  <a:pt x="214" y="111"/>
                  <a:pt x="211" y="111"/>
                </a:cubicBezTo>
                <a:cubicBezTo>
                  <a:pt x="211" y="115"/>
                  <a:pt x="212" y="114"/>
                  <a:pt x="213" y="117"/>
                </a:cubicBezTo>
                <a:cubicBezTo>
                  <a:pt x="211" y="122"/>
                  <a:pt x="211" y="122"/>
                  <a:pt x="211" y="122"/>
                </a:cubicBezTo>
                <a:cubicBezTo>
                  <a:pt x="210" y="120"/>
                  <a:pt x="210" y="120"/>
                  <a:pt x="210" y="120"/>
                </a:cubicBezTo>
                <a:cubicBezTo>
                  <a:pt x="208" y="121"/>
                  <a:pt x="208" y="125"/>
                  <a:pt x="206" y="123"/>
                </a:cubicBezTo>
                <a:cubicBezTo>
                  <a:pt x="206" y="121"/>
                  <a:pt x="208" y="120"/>
                  <a:pt x="208" y="118"/>
                </a:cubicBezTo>
                <a:cubicBezTo>
                  <a:pt x="206" y="118"/>
                  <a:pt x="206" y="118"/>
                  <a:pt x="206" y="118"/>
                </a:cubicBezTo>
                <a:cubicBezTo>
                  <a:pt x="206" y="115"/>
                  <a:pt x="209" y="119"/>
                  <a:pt x="210" y="115"/>
                </a:cubicBezTo>
                <a:cubicBezTo>
                  <a:pt x="208" y="115"/>
                  <a:pt x="210" y="115"/>
                  <a:pt x="210" y="113"/>
                </a:cubicBezTo>
                <a:cubicBezTo>
                  <a:pt x="208" y="113"/>
                  <a:pt x="206" y="118"/>
                  <a:pt x="204" y="114"/>
                </a:cubicBezTo>
                <a:cubicBezTo>
                  <a:pt x="205" y="112"/>
                  <a:pt x="212" y="113"/>
                  <a:pt x="211" y="109"/>
                </a:cubicBezTo>
                <a:cubicBezTo>
                  <a:pt x="211" y="109"/>
                  <a:pt x="211" y="109"/>
                  <a:pt x="211" y="109"/>
                </a:cubicBezTo>
                <a:cubicBezTo>
                  <a:pt x="214" y="107"/>
                  <a:pt x="214" y="104"/>
                  <a:pt x="214" y="103"/>
                </a:cubicBezTo>
                <a:cubicBezTo>
                  <a:pt x="216" y="102"/>
                  <a:pt x="216" y="100"/>
                  <a:pt x="217" y="98"/>
                </a:cubicBezTo>
                <a:cubicBezTo>
                  <a:pt x="218" y="99"/>
                  <a:pt x="218" y="99"/>
                  <a:pt x="218" y="99"/>
                </a:cubicBezTo>
                <a:cubicBezTo>
                  <a:pt x="219" y="97"/>
                  <a:pt x="219" y="97"/>
                  <a:pt x="219" y="97"/>
                </a:cubicBezTo>
                <a:cubicBezTo>
                  <a:pt x="220" y="99"/>
                  <a:pt x="217" y="99"/>
                  <a:pt x="216" y="101"/>
                </a:cubicBezTo>
                <a:cubicBezTo>
                  <a:pt x="218" y="102"/>
                  <a:pt x="218" y="102"/>
                  <a:pt x="218" y="102"/>
                </a:cubicBezTo>
                <a:cubicBezTo>
                  <a:pt x="214" y="102"/>
                  <a:pt x="216" y="106"/>
                  <a:pt x="216" y="108"/>
                </a:cubicBezTo>
                <a:cubicBezTo>
                  <a:pt x="216" y="105"/>
                  <a:pt x="221" y="103"/>
                  <a:pt x="219" y="100"/>
                </a:cubicBezTo>
                <a:cubicBezTo>
                  <a:pt x="222" y="100"/>
                  <a:pt x="222" y="100"/>
                  <a:pt x="222" y="100"/>
                </a:cubicBezTo>
                <a:cubicBezTo>
                  <a:pt x="222" y="99"/>
                  <a:pt x="222" y="99"/>
                  <a:pt x="222" y="99"/>
                </a:cubicBezTo>
                <a:cubicBezTo>
                  <a:pt x="223" y="99"/>
                  <a:pt x="224" y="102"/>
                  <a:pt x="223" y="104"/>
                </a:cubicBezTo>
                <a:cubicBezTo>
                  <a:pt x="222" y="104"/>
                  <a:pt x="222" y="104"/>
                  <a:pt x="222" y="103"/>
                </a:cubicBezTo>
                <a:cubicBezTo>
                  <a:pt x="222" y="105"/>
                  <a:pt x="222" y="107"/>
                  <a:pt x="220" y="108"/>
                </a:cubicBezTo>
                <a:cubicBezTo>
                  <a:pt x="220" y="106"/>
                  <a:pt x="220" y="106"/>
                  <a:pt x="220" y="106"/>
                </a:cubicBezTo>
                <a:cubicBezTo>
                  <a:pt x="218" y="109"/>
                  <a:pt x="216" y="111"/>
                  <a:pt x="216" y="113"/>
                </a:cubicBezTo>
                <a:cubicBezTo>
                  <a:pt x="220" y="111"/>
                  <a:pt x="224" y="107"/>
                  <a:pt x="227" y="104"/>
                </a:cubicBezTo>
                <a:cubicBezTo>
                  <a:pt x="225" y="100"/>
                  <a:pt x="224" y="97"/>
                  <a:pt x="222" y="94"/>
                </a:cubicBezTo>
                <a:cubicBezTo>
                  <a:pt x="223" y="91"/>
                  <a:pt x="226" y="88"/>
                  <a:pt x="229" y="87"/>
                </a:cubicBezTo>
                <a:cubicBezTo>
                  <a:pt x="229" y="88"/>
                  <a:pt x="229" y="88"/>
                  <a:pt x="229" y="88"/>
                </a:cubicBezTo>
                <a:cubicBezTo>
                  <a:pt x="230" y="87"/>
                  <a:pt x="231" y="86"/>
                  <a:pt x="232" y="85"/>
                </a:cubicBezTo>
                <a:cubicBezTo>
                  <a:pt x="233" y="85"/>
                  <a:pt x="232" y="87"/>
                  <a:pt x="233" y="87"/>
                </a:cubicBezTo>
                <a:cubicBezTo>
                  <a:pt x="236" y="83"/>
                  <a:pt x="236" y="83"/>
                  <a:pt x="236" y="83"/>
                </a:cubicBezTo>
                <a:cubicBezTo>
                  <a:pt x="237" y="85"/>
                  <a:pt x="234" y="87"/>
                  <a:pt x="233" y="89"/>
                </a:cubicBezTo>
                <a:cubicBezTo>
                  <a:pt x="233" y="87"/>
                  <a:pt x="233" y="87"/>
                  <a:pt x="233" y="87"/>
                </a:cubicBezTo>
                <a:cubicBezTo>
                  <a:pt x="231" y="88"/>
                  <a:pt x="231" y="93"/>
                  <a:pt x="228" y="92"/>
                </a:cubicBezTo>
                <a:cubicBezTo>
                  <a:pt x="228" y="93"/>
                  <a:pt x="228" y="89"/>
                  <a:pt x="226" y="91"/>
                </a:cubicBezTo>
                <a:cubicBezTo>
                  <a:pt x="223" y="92"/>
                  <a:pt x="225" y="94"/>
                  <a:pt x="225" y="95"/>
                </a:cubicBezTo>
                <a:cubicBezTo>
                  <a:pt x="226" y="96"/>
                  <a:pt x="228" y="94"/>
                  <a:pt x="228" y="95"/>
                </a:cubicBezTo>
                <a:cubicBezTo>
                  <a:pt x="230" y="94"/>
                  <a:pt x="229" y="93"/>
                  <a:pt x="231" y="92"/>
                </a:cubicBezTo>
                <a:cubicBezTo>
                  <a:pt x="230" y="93"/>
                  <a:pt x="230" y="96"/>
                  <a:pt x="228" y="96"/>
                </a:cubicBezTo>
                <a:cubicBezTo>
                  <a:pt x="227" y="100"/>
                  <a:pt x="231" y="103"/>
                  <a:pt x="233" y="102"/>
                </a:cubicBezTo>
                <a:cubicBezTo>
                  <a:pt x="231" y="101"/>
                  <a:pt x="236" y="96"/>
                  <a:pt x="231" y="98"/>
                </a:cubicBezTo>
                <a:cubicBezTo>
                  <a:pt x="231" y="95"/>
                  <a:pt x="234" y="92"/>
                  <a:pt x="235" y="90"/>
                </a:cubicBezTo>
                <a:cubicBezTo>
                  <a:pt x="235" y="90"/>
                  <a:pt x="235" y="90"/>
                  <a:pt x="235" y="90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37" y="88"/>
                  <a:pt x="236" y="89"/>
                  <a:pt x="237" y="90"/>
                </a:cubicBezTo>
                <a:cubicBezTo>
                  <a:pt x="238" y="85"/>
                  <a:pt x="238" y="85"/>
                  <a:pt x="238" y="85"/>
                </a:cubicBezTo>
                <a:cubicBezTo>
                  <a:pt x="238" y="88"/>
                  <a:pt x="240" y="85"/>
                  <a:pt x="242" y="84"/>
                </a:cubicBezTo>
                <a:cubicBezTo>
                  <a:pt x="241" y="83"/>
                  <a:pt x="241" y="81"/>
                  <a:pt x="240" y="81"/>
                </a:cubicBezTo>
                <a:cubicBezTo>
                  <a:pt x="237" y="82"/>
                  <a:pt x="239" y="83"/>
                  <a:pt x="238" y="84"/>
                </a:cubicBezTo>
                <a:cubicBezTo>
                  <a:pt x="238" y="81"/>
                  <a:pt x="238" y="81"/>
                  <a:pt x="238" y="81"/>
                </a:cubicBezTo>
                <a:cubicBezTo>
                  <a:pt x="238" y="81"/>
                  <a:pt x="238" y="81"/>
                  <a:pt x="238" y="81"/>
                </a:cubicBezTo>
                <a:cubicBezTo>
                  <a:pt x="238" y="78"/>
                  <a:pt x="238" y="78"/>
                  <a:pt x="238" y="78"/>
                </a:cubicBezTo>
                <a:cubicBezTo>
                  <a:pt x="241" y="76"/>
                  <a:pt x="240" y="82"/>
                  <a:pt x="242" y="78"/>
                </a:cubicBezTo>
                <a:cubicBezTo>
                  <a:pt x="240" y="76"/>
                  <a:pt x="240" y="76"/>
                  <a:pt x="240" y="76"/>
                </a:cubicBezTo>
                <a:cubicBezTo>
                  <a:pt x="243" y="73"/>
                  <a:pt x="250" y="71"/>
                  <a:pt x="252" y="68"/>
                </a:cubicBezTo>
                <a:cubicBezTo>
                  <a:pt x="252" y="70"/>
                  <a:pt x="254" y="72"/>
                  <a:pt x="256" y="72"/>
                </a:cubicBezTo>
                <a:cubicBezTo>
                  <a:pt x="254" y="73"/>
                  <a:pt x="252" y="75"/>
                  <a:pt x="251" y="76"/>
                </a:cubicBezTo>
                <a:cubicBezTo>
                  <a:pt x="250" y="76"/>
                  <a:pt x="250" y="72"/>
                  <a:pt x="253" y="71"/>
                </a:cubicBezTo>
                <a:cubicBezTo>
                  <a:pt x="248" y="68"/>
                  <a:pt x="250" y="77"/>
                  <a:pt x="247" y="74"/>
                </a:cubicBezTo>
                <a:cubicBezTo>
                  <a:pt x="241" y="77"/>
                  <a:pt x="247" y="80"/>
                  <a:pt x="241" y="82"/>
                </a:cubicBezTo>
                <a:cubicBezTo>
                  <a:pt x="243" y="83"/>
                  <a:pt x="241" y="84"/>
                  <a:pt x="242" y="85"/>
                </a:cubicBezTo>
                <a:cubicBezTo>
                  <a:pt x="246" y="87"/>
                  <a:pt x="247" y="80"/>
                  <a:pt x="250" y="79"/>
                </a:cubicBezTo>
                <a:cubicBezTo>
                  <a:pt x="250" y="79"/>
                  <a:pt x="250" y="80"/>
                  <a:pt x="250" y="80"/>
                </a:cubicBezTo>
                <a:cubicBezTo>
                  <a:pt x="252" y="79"/>
                  <a:pt x="252" y="78"/>
                  <a:pt x="253" y="76"/>
                </a:cubicBezTo>
                <a:cubicBezTo>
                  <a:pt x="253" y="76"/>
                  <a:pt x="253" y="76"/>
                  <a:pt x="253" y="76"/>
                </a:cubicBezTo>
                <a:cubicBezTo>
                  <a:pt x="253" y="73"/>
                  <a:pt x="255" y="76"/>
                  <a:pt x="257" y="76"/>
                </a:cubicBezTo>
                <a:cubicBezTo>
                  <a:pt x="257" y="75"/>
                  <a:pt x="259" y="74"/>
                  <a:pt x="258" y="73"/>
                </a:cubicBezTo>
                <a:cubicBezTo>
                  <a:pt x="261" y="72"/>
                  <a:pt x="261" y="72"/>
                  <a:pt x="261" y="72"/>
                </a:cubicBezTo>
                <a:cubicBezTo>
                  <a:pt x="260" y="71"/>
                  <a:pt x="260" y="71"/>
                  <a:pt x="260" y="71"/>
                </a:cubicBezTo>
                <a:cubicBezTo>
                  <a:pt x="261" y="69"/>
                  <a:pt x="262" y="70"/>
                  <a:pt x="262" y="68"/>
                </a:cubicBezTo>
                <a:cubicBezTo>
                  <a:pt x="261" y="66"/>
                  <a:pt x="261" y="66"/>
                  <a:pt x="261" y="66"/>
                </a:cubicBezTo>
                <a:cubicBezTo>
                  <a:pt x="257" y="69"/>
                  <a:pt x="257" y="69"/>
                  <a:pt x="257" y="69"/>
                </a:cubicBezTo>
                <a:cubicBezTo>
                  <a:pt x="258" y="67"/>
                  <a:pt x="256" y="67"/>
                  <a:pt x="258" y="65"/>
                </a:cubicBezTo>
                <a:cubicBezTo>
                  <a:pt x="257" y="69"/>
                  <a:pt x="260" y="65"/>
                  <a:pt x="261" y="66"/>
                </a:cubicBezTo>
                <a:cubicBezTo>
                  <a:pt x="262" y="64"/>
                  <a:pt x="262" y="64"/>
                  <a:pt x="262" y="64"/>
                </a:cubicBezTo>
                <a:cubicBezTo>
                  <a:pt x="262" y="64"/>
                  <a:pt x="262" y="64"/>
                  <a:pt x="262" y="64"/>
                </a:cubicBezTo>
                <a:cubicBezTo>
                  <a:pt x="264" y="64"/>
                  <a:pt x="262" y="63"/>
                  <a:pt x="264" y="62"/>
                </a:cubicBezTo>
                <a:cubicBezTo>
                  <a:pt x="262" y="62"/>
                  <a:pt x="260" y="62"/>
                  <a:pt x="259" y="65"/>
                </a:cubicBezTo>
                <a:cubicBezTo>
                  <a:pt x="259" y="63"/>
                  <a:pt x="261" y="59"/>
                  <a:pt x="262" y="59"/>
                </a:cubicBezTo>
                <a:cubicBezTo>
                  <a:pt x="262" y="57"/>
                  <a:pt x="264" y="57"/>
                  <a:pt x="266" y="56"/>
                </a:cubicBezTo>
                <a:cubicBezTo>
                  <a:pt x="264" y="59"/>
                  <a:pt x="271" y="60"/>
                  <a:pt x="265" y="63"/>
                </a:cubicBezTo>
                <a:cubicBezTo>
                  <a:pt x="265" y="63"/>
                  <a:pt x="265" y="63"/>
                  <a:pt x="266" y="63"/>
                </a:cubicBezTo>
                <a:cubicBezTo>
                  <a:pt x="263" y="61"/>
                  <a:pt x="263" y="66"/>
                  <a:pt x="263" y="67"/>
                </a:cubicBezTo>
                <a:cubicBezTo>
                  <a:pt x="264" y="68"/>
                  <a:pt x="263" y="69"/>
                  <a:pt x="266" y="68"/>
                </a:cubicBezTo>
                <a:cubicBezTo>
                  <a:pt x="264" y="68"/>
                  <a:pt x="265" y="64"/>
                  <a:pt x="267" y="64"/>
                </a:cubicBezTo>
                <a:cubicBezTo>
                  <a:pt x="269" y="66"/>
                  <a:pt x="269" y="66"/>
                  <a:pt x="269" y="66"/>
                </a:cubicBezTo>
                <a:cubicBezTo>
                  <a:pt x="272" y="64"/>
                  <a:pt x="272" y="64"/>
                  <a:pt x="272" y="64"/>
                </a:cubicBezTo>
                <a:cubicBezTo>
                  <a:pt x="272" y="64"/>
                  <a:pt x="272" y="64"/>
                  <a:pt x="272" y="64"/>
                </a:cubicBezTo>
                <a:cubicBezTo>
                  <a:pt x="275" y="65"/>
                  <a:pt x="275" y="61"/>
                  <a:pt x="277" y="61"/>
                </a:cubicBezTo>
                <a:cubicBezTo>
                  <a:pt x="278" y="58"/>
                  <a:pt x="283" y="54"/>
                  <a:pt x="278" y="54"/>
                </a:cubicBezTo>
                <a:cubicBezTo>
                  <a:pt x="281" y="54"/>
                  <a:pt x="281" y="51"/>
                  <a:pt x="282" y="49"/>
                </a:cubicBezTo>
                <a:cubicBezTo>
                  <a:pt x="279" y="50"/>
                  <a:pt x="279" y="50"/>
                  <a:pt x="279" y="50"/>
                </a:cubicBezTo>
                <a:cubicBezTo>
                  <a:pt x="280" y="46"/>
                  <a:pt x="280" y="47"/>
                  <a:pt x="280" y="43"/>
                </a:cubicBezTo>
                <a:cubicBezTo>
                  <a:pt x="281" y="43"/>
                  <a:pt x="282" y="43"/>
                  <a:pt x="282" y="44"/>
                </a:cubicBezTo>
                <a:cubicBezTo>
                  <a:pt x="285" y="41"/>
                  <a:pt x="291" y="37"/>
                  <a:pt x="291" y="33"/>
                </a:cubicBezTo>
                <a:cubicBezTo>
                  <a:pt x="293" y="31"/>
                  <a:pt x="296" y="33"/>
                  <a:pt x="299" y="29"/>
                </a:cubicBezTo>
                <a:cubicBezTo>
                  <a:pt x="299" y="28"/>
                  <a:pt x="296" y="27"/>
                  <a:pt x="299" y="26"/>
                </a:cubicBezTo>
                <a:cubicBezTo>
                  <a:pt x="299" y="26"/>
                  <a:pt x="298" y="30"/>
                  <a:pt x="301" y="27"/>
                </a:cubicBezTo>
                <a:cubicBezTo>
                  <a:pt x="301" y="24"/>
                  <a:pt x="306" y="24"/>
                  <a:pt x="306" y="20"/>
                </a:cubicBezTo>
                <a:cubicBezTo>
                  <a:pt x="308" y="20"/>
                  <a:pt x="310" y="17"/>
                  <a:pt x="311" y="19"/>
                </a:cubicBezTo>
                <a:cubicBezTo>
                  <a:pt x="309" y="21"/>
                  <a:pt x="307" y="24"/>
                  <a:pt x="307" y="25"/>
                </a:cubicBezTo>
                <a:cubicBezTo>
                  <a:pt x="306" y="24"/>
                  <a:pt x="305" y="25"/>
                  <a:pt x="305" y="23"/>
                </a:cubicBezTo>
                <a:cubicBezTo>
                  <a:pt x="301" y="25"/>
                  <a:pt x="304" y="26"/>
                  <a:pt x="301" y="28"/>
                </a:cubicBezTo>
                <a:cubicBezTo>
                  <a:pt x="301" y="29"/>
                  <a:pt x="304" y="28"/>
                  <a:pt x="304" y="27"/>
                </a:cubicBezTo>
                <a:cubicBezTo>
                  <a:pt x="306" y="29"/>
                  <a:pt x="300" y="33"/>
                  <a:pt x="305" y="33"/>
                </a:cubicBezTo>
                <a:cubicBezTo>
                  <a:pt x="307" y="31"/>
                  <a:pt x="304" y="26"/>
                  <a:pt x="309" y="25"/>
                </a:cubicBezTo>
                <a:cubicBezTo>
                  <a:pt x="309" y="27"/>
                  <a:pt x="306" y="28"/>
                  <a:pt x="307" y="31"/>
                </a:cubicBezTo>
                <a:cubicBezTo>
                  <a:pt x="310" y="30"/>
                  <a:pt x="310" y="30"/>
                  <a:pt x="310" y="30"/>
                </a:cubicBezTo>
                <a:cubicBezTo>
                  <a:pt x="310" y="27"/>
                  <a:pt x="310" y="27"/>
                  <a:pt x="310" y="27"/>
                </a:cubicBezTo>
                <a:cubicBezTo>
                  <a:pt x="310" y="28"/>
                  <a:pt x="310" y="28"/>
                  <a:pt x="310" y="28"/>
                </a:cubicBezTo>
                <a:cubicBezTo>
                  <a:pt x="315" y="26"/>
                  <a:pt x="311" y="22"/>
                  <a:pt x="313" y="18"/>
                </a:cubicBezTo>
                <a:cubicBezTo>
                  <a:pt x="310" y="19"/>
                  <a:pt x="310" y="15"/>
                  <a:pt x="308" y="15"/>
                </a:cubicBezTo>
                <a:cubicBezTo>
                  <a:pt x="310" y="13"/>
                  <a:pt x="312" y="12"/>
                  <a:pt x="314" y="14"/>
                </a:cubicBezTo>
                <a:cubicBezTo>
                  <a:pt x="312" y="19"/>
                  <a:pt x="316" y="16"/>
                  <a:pt x="314" y="21"/>
                </a:cubicBezTo>
                <a:cubicBezTo>
                  <a:pt x="315" y="21"/>
                  <a:pt x="316" y="25"/>
                  <a:pt x="318" y="23"/>
                </a:cubicBezTo>
                <a:cubicBezTo>
                  <a:pt x="319" y="19"/>
                  <a:pt x="316" y="22"/>
                  <a:pt x="318" y="19"/>
                </a:cubicBezTo>
                <a:cubicBezTo>
                  <a:pt x="318" y="19"/>
                  <a:pt x="318" y="19"/>
                  <a:pt x="319" y="20"/>
                </a:cubicBezTo>
                <a:cubicBezTo>
                  <a:pt x="319" y="17"/>
                  <a:pt x="320" y="19"/>
                  <a:pt x="320" y="16"/>
                </a:cubicBezTo>
                <a:cubicBezTo>
                  <a:pt x="321" y="17"/>
                  <a:pt x="321" y="17"/>
                  <a:pt x="321" y="17"/>
                </a:cubicBezTo>
                <a:cubicBezTo>
                  <a:pt x="323" y="17"/>
                  <a:pt x="321" y="14"/>
                  <a:pt x="324" y="14"/>
                </a:cubicBezTo>
                <a:cubicBezTo>
                  <a:pt x="322" y="13"/>
                  <a:pt x="323" y="12"/>
                  <a:pt x="323" y="10"/>
                </a:cubicBezTo>
                <a:cubicBezTo>
                  <a:pt x="321" y="11"/>
                  <a:pt x="319" y="9"/>
                  <a:pt x="316" y="12"/>
                </a:cubicBezTo>
                <a:cubicBezTo>
                  <a:pt x="317" y="14"/>
                  <a:pt x="318" y="14"/>
                  <a:pt x="317" y="16"/>
                </a:cubicBezTo>
                <a:cubicBezTo>
                  <a:pt x="319" y="14"/>
                  <a:pt x="319" y="14"/>
                  <a:pt x="319" y="14"/>
                </a:cubicBezTo>
                <a:cubicBezTo>
                  <a:pt x="318" y="15"/>
                  <a:pt x="318" y="15"/>
                  <a:pt x="318" y="16"/>
                </a:cubicBezTo>
                <a:cubicBezTo>
                  <a:pt x="316" y="17"/>
                  <a:pt x="316" y="17"/>
                  <a:pt x="316" y="17"/>
                </a:cubicBezTo>
                <a:cubicBezTo>
                  <a:pt x="317" y="14"/>
                  <a:pt x="315" y="14"/>
                  <a:pt x="315" y="11"/>
                </a:cubicBezTo>
                <a:cubicBezTo>
                  <a:pt x="317" y="10"/>
                  <a:pt x="316" y="9"/>
                  <a:pt x="318" y="9"/>
                </a:cubicBezTo>
                <a:cubicBezTo>
                  <a:pt x="319" y="10"/>
                  <a:pt x="325" y="8"/>
                  <a:pt x="328" y="6"/>
                </a:cubicBezTo>
                <a:cubicBezTo>
                  <a:pt x="328" y="7"/>
                  <a:pt x="327" y="7"/>
                  <a:pt x="327" y="7"/>
                </a:cubicBezTo>
                <a:cubicBezTo>
                  <a:pt x="326" y="10"/>
                  <a:pt x="330" y="8"/>
                  <a:pt x="330" y="8"/>
                </a:cubicBezTo>
                <a:cubicBezTo>
                  <a:pt x="330" y="6"/>
                  <a:pt x="330" y="6"/>
                  <a:pt x="330" y="6"/>
                </a:cubicBezTo>
                <a:cubicBezTo>
                  <a:pt x="330" y="6"/>
                  <a:pt x="330" y="7"/>
                  <a:pt x="331" y="7"/>
                </a:cubicBezTo>
                <a:cubicBezTo>
                  <a:pt x="333" y="5"/>
                  <a:pt x="331" y="3"/>
                  <a:pt x="332" y="1"/>
                </a:cubicBezTo>
                <a:cubicBezTo>
                  <a:pt x="333" y="2"/>
                  <a:pt x="333" y="5"/>
                  <a:pt x="335" y="4"/>
                </a:cubicBezTo>
                <a:cubicBezTo>
                  <a:pt x="336" y="5"/>
                  <a:pt x="339" y="6"/>
                  <a:pt x="341" y="3"/>
                </a:cubicBezTo>
                <a:cubicBezTo>
                  <a:pt x="340" y="2"/>
                  <a:pt x="341" y="1"/>
                  <a:pt x="341" y="0"/>
                </a:cubicBezTo>
                <a:cubicBezTo>
                  <a:pt x="341" y="1"/>
                  <a:pt x="341" y="1"/>
                  <a:pt x="341" y="1"/>
                </a:cubicBezTo>
                <a:cubicBezTo>
                  <a:pt x="344" y="0"/>
                  <a:pt x="344" y="0"/>
                  <a:pt x="344" y="0"/>
                </a:cubicBezTo>
                <a:cubicBezTo>
                  <a:pt x="344" y="3"/>
                  <a:pt x="340" y="2"/>
                  <a:pt x="341" y="5"/>
                </a:cubicBezTo>
                <a:cubicBezTo>
                  <a:pt x="342" y="7"/>
                  <a:pt x="342" y="7"/>
                  <a:pt x="342" y="7"/>
                </a:cubicBezTo>
                <a:cubicBezTo>
                  <a:pt x="341" y="8"/>
                  <a:pt x="340" y="10"/>
                  <a:pt x="341" y="11"/>
                </a:cubicBezTo>
                <a:cubicBezTo>
                  <a:pt x="342" y="10"/>
                  <a:pt x="342" y="9"/>
                  <a:pt x="344" y="7"/>
                </a:cubicBezTo>
                <a:cubicBezTo>
                  <a:pt x="345" y="8"/>
                  <a:pt x="344" y="10"/>
                  <a:pt x="344" y="10"/>
                </a:cubicBezTo>
                <a:cubicBezTo>
                  <a:pt x="344" y="9"/>
                  <a:pt x="344" y="9"/>
                  <a:pt x="344" y="9"/>
                </a:cubicBezTo>
                <a:cubicBezTo>
                  <a:pt x="340" y="10"/>
                  <a:pt x="342" y="13"/>
                  <a:pt x="339" y="16"/>
                </a:cubicBezTo>
                <a:cubicBezTo>
                  <a:pt x="339" y="16"/>
                  <a:pt x="339" y="16"/>
                  <a:pt x="339" y="15"/>
                </a:cubicBezTo>
                <a:cubicBezTo>
                  <a:pt x="338" y="19"/>
                  <a:pt x="334" y="19"/>
                  <a:pt x="334" y="22"/>
                </a:cubicBezTo>
                <a:cubicBezTo>
                  <a:pt x="334" y="21"/>
                  <a:pt x="334" y="21"/>
                  <a:pt x="334" y="21"/>
                </a:cubicBezTo>
                <a:cubicBezTo>
                  <a:pt x="333" y="23"/>
                  <a:pt x="332" y="27"/>
                  <a:pt x="331" y="31"/>
                </a:cubicBezTo>
                <a:cubicBezTo>
                  <a:pt x="332" y="32"/>
                  <a:pt x="332" y="32"/>
                  <a:pt x="332" y="32"/>
                </a:cubicBezTo>
                <a:cubicBezTo>
                  <a:pt x="332" y="32"/>
                  <a:pt x="331" y="33"/>
                  <a:pt x="330" y="33"/>
                </a:cubicBezTo>
                <a:cubicBezTo>
                  <a:pt x="330" y="33"/>
                  <a:pt x="330" y="33"/>
                  <a:pt x="330" y="33"/>
                </a:cubicBezTo>
                <a:cubicBezTo>
                  <a:pt x="330" y="35"/>
                  <a:pt x="329" y="37"/>
                  <a:pt x="329" y="38"/>
                </a:cubicBezTo>
                <a:cubicBezTo>
                  <a:pt x="329" y="39"/>
                  <a:pt x="330" y="38"/>
                  <a:pt x="331" y="38"/>
                </a:cubicBezTo>
                <a:cubicBezTo>
                  <a:pt x="330" y="37"/>
                  <a:pt x="333" y="35"/>
                  <a:pt x="331" y="34"/>
                </a:cubicBezTo>
                <a:cubicBezTo>
                  <a:pt x="333" y="34"/>
                  <a:pt x="334" y="31"/>
                  <a:pt x="335" y="30"/>
                </a:cubicBezTo>
                <a:cubicBezTo>
                  <a:pt x="333" y="31"/>
                  <a:pt x="335" y="28"/>
                  <a:pt x="334" y="27"/>
                </a:cubicBezTo>
                <a:cubicBezTo>
                  <a:pt x="336" y="27"/>
                  <a:pt x="336" y="24"/>
                  <a:pt x="338" y="26"/>
                </a:cubicBezTo>
                <a:cubicBezTo>
                  <a:pt x="338" y="26"/>
                  <a:pt x="336" y="26"/>
                  <a:pt x="336" y="27"/>
                </a:cubicBezTo>
                <a:cubicBezTo>
                  <a:pt x="336" y="30"/>
                  <a:pt x="340" y="25"/>
                  <a:pt x="339" y="29"/>
                </a:cubicBezTo>
                <a:cubicBezTo>
                  <a:pt x="341" y="25"/>
                  <a:pt x="344" y="22"/>
                  <a:pt x="346" y="19"/>
                </a:cubicBezTo>
                <a:cubicBezTo>
                  <a:pt x="344" y="19"/>
                  <a:pt x="344" y="19"/>
                  <a:pt x="344" y="19"/>
                </a:cubicBezTo>
                <a:cubicBezTo>
                  <a:pt x="345" y="19"/>
                  <a:pt x="348" y="16"/>
                  <a:pt x="348" y="16"/>
                </a:cubicBezTo>
                <a:cubicBezTo>
                  <a:pt x="348" y="17"/>
                  <a:pt x="347" y="18"/>
                  <a:pt x="346" y="19"/>
                </a:cubicBezTo>
                <a:cubicBezTo>
                  <a:pt x="347" y="21"/>
                  <a:pt x="348" y="17"/>
                  <a:pt x="350" y="18"/>
                </a:cubicBezTo>
                <a:cubicBezTo>
                  <a:pt x="350" y="12"/>
                  <a:pt x="350" y="12"/>
                  <a:pt x="350" y="12"/>
                </a:cubicBezTo>
                <a:cubicBezTo>
                  <a:pt x="349" y="13"/>
                  <a:pt x="349" y="13"/>
                  <a:pt x="349" y="13"/>
                </a:cubicBezTo>
                <a:cubicBezTo>
                  <a:pt x="349" y="11"/>
                  <a:pt x="353" y="10"/>
                  <a:pt x="355" y="8"/>
                </a:cubicBezTo>
                <a:cubicBezTo>
                  <a:pt x="356" y="11"/>
                  <a:pt x="352" y="11"/>
                  <a:pt x="350" y="14"/>
                </a:cubicBezTo>
                <a:cubicBezTo>
                  <a:pt x="350" y="16"/>
                  <a:pt x="353" y="15"/>
                  <a:pt x="352" y="17"/>
                </a:cubicBezTo>
                <a:cubicBezTo>
                  <a:pt x="353" y="17"/>
                  <a:pt x="354" y="16"/>
                  <a:pt x="354" y="15"/>
                </a:cubicBezTo>
                <a:cubicBezTo>
                  <a:pt x="355" y="15"/>
                  <a:pt x="355" y="15"/>
                  <a:pt x="355" y="15"/>
                </a:cubicBezTo>
                <a:cubicBezTo>
                  <a:pt x="356" y="18"/>
                  <a:pt x="352" y="21"/>
                  <a:pt x="352" y="24"/>
                </a:cubicBezTo>
                <a:cubicBezTo>
                  <a:pt x="352" y="24"/>
                  <a:pt x="352" y="24"/>
                  <a:pt x="351" y="23"/>
                </a:cubicBezTo>
                <a:cubicBezTo>
                  <a:pt x="349" y="24"/>
                  <a:pt x="348" y="26"/>
                  <a:pt x="347" y="28"/>
                </a:cubicBezTo>
                <a:cubicBezTo>
                  <a:pt x="348" y="28"/>
                  <a:pt x="348" y="27"/>
                  <a:pt x="348" y="26"/>
                </a:cubicBezTo>
                <a:cubicBezTo>
                  <a:pt x="349" y="27"/>
                  <a:pt x="347" y="28"/>
                  <a:pt x="347" y="29"/>
                </a:cubicBezTo>
                <a:cubicBezTo>
                  <a:pt x="349" y="28"/>
                  <a:pt x="349" y="30"/>
                  <a:pt x="350" y="30"/>
                </a:cubicBezTo>
                <a:cubicBezTo>
                  <a:pt x="349" y="31"/>
                  <a:pt x="349" y="32"/>
                  <a:pt x="347" y="32"/>
                </a:cubicBezTo>
                <a:cubicBezTo>
                  <a:pt x="346" y="32"/>
                  <a:pt x="347" y="31"/>
                  <a:pt x="346" y="30"/>
                </a:cubicBezTo>
                <a:cubicBezTo>
                  <a:pt x="345" y="32"/>
                  <a:pt x="342" y="30"/>
                  <a:pt x="342" y="33"/>
                </a:cubicBezTo>
                <a:cubicBezTo>
                  <a:pt x="344" y="31"/>
                  <a:pt x="343" y="36"/>
                  <a:pt x="343" y="37"/>
                </a:cubicBezTo>
                <a:cubicBezTo>
                  <a:pt x="343" y="37"/>
                  <a:pt x="343" y="37"/>
                  <a:pt x="343" y="37"/>
                </a:cubicBezTo>
                <a:cubicBezTo>
                  <a:pt x="344" y="39"/>
                  <a:pt x="343" y="39"/>
                  <a:pt x="342" y="39"/>
                </a:cubicBezTo>
                <a:cubicBezTo>
                  <a:pt x="342" y="37"/>
                  <a:pt x="343" y="37"/>
                  <a:pt x="342" y="36"/>
                </a:cubicBezTo>
                <a:cubicBezTo>
                  <a:pt x="341" y="37"/>
                  <a:pt x="341" y="37"/>
                  <a:pt x="340" y="38"/>
                </a:cubicBezTo>
                <a:cubicBezTo>
                  <a:pt x="340" y="37"/>
                  <a:pt x="340" y="37"/>
                  <a:pt x="340" y="37"/>
                </a:cubicBezTo>
                <a:cubicBezTo>
                  <a:pt x="338" y="40"/>
                  <a:pt x="338" y="40"/>
                  <a:pt x="338" y="40"/>
                </a:cubicBezTo>
                <a:cubicBezTo>
                  <a:pt x="338" y="42"/>
                  <a:pt x="339" y="44"/>
                  <a:pt x="340" y="46"/>
                </a:cubicBezTo>
                <a:cubicBezTo>
                  <a:pt x="338" y="45"/>
                  <a:pt x="338" y="47"/>
                  <a:pt x="337" y="48"/>
                </a:cubicBezTo>
                <a:cubicBezTo>
                  <a:pt x="337" y="47"/>
                  <a:pt x="337" y="47"/>
                  <a:pt x="337" y="47"/>
                </a:cubicBezTo>
                <a:cubicBezTo>
                  <a:pt x="335" y="48"/>
                  <a:pt x="333" y="52"/>
                  <a:pt x="333" y="53"/>
                </a:cubicBezTo>
                <a:cubicBezTo>
                  <a:pt x="332" y="53"/>
                  <a:pt x="335" y="41"/>
                  <a:pt x="329" y="48"/>
                </a:cubicBezTo>
                <a:cubicBezTo>
                  <a:pt x="326" y="51"/>
                  <a:pt x="330" y="52"/>
                  <a:pt x="329" y="55"/>
                </a:cubicBezTo>
                <a:cubicBezTo>
                  <a:pt x="329" y="54"/>
                  <a:pt x="329" y="54"/>
                  <a:pt x="329" y="54"/>
                </a:cubicBezTo>
                <a:cubicBezTo>
                  <a:pt x="327" y="55"/>
                  <a:pt x="328" y="56"/>
                  <a:pt x="328" y="58"/>
                </a:cubicBezTo>
                <a:cubicBezTo>
                  <a:pt x="329" y="58"/>
                  <a:pt x="330" y="57"/>
                  <a:pt x="330" y="56"/>
                </a:cubicBezTo>
                <a:cubicBezTo>
                  <a:pt x="331" y="57"/>
                  <a:pt x="327" y="58"/>
                  <a:pt x="327" y="60"/>
                </a:cubicBezTo>
                <a:cubicBezTo>
                  <a:pt x="327" y="57"/>
                  <a:pt x="325" y="61"/>
                  <a:pt x="325" y="60"/>
                </a:cubicBezTo>
                <a:cubicBezTo>
                  <a:pt x="321" y="61"/>
                  <a:pt x="320" y="65"/>
                  <a:pt x="320" y="67"/>
                </a:cubicBezTo>
                <a:cubicBezTo>
                  <a:pt x="317" y="66"/>
                  <a:pt x="318" y="70"/>
                  <a:pt x="314" y="71"/>
                </a:cubicBezTo>
                <a:cubicBezTo>
                  <a:pt x="315" y="71"/>
                  <a:pt x="315" y="70"/>
                  <a:pt x="316" y="70"/>
                </a:cubicBezTo>
                <a:cubicBezTo>
                  <a:pt x="316" y="67"/>
                  <a:pt x="313" y="72"/>
                  <a:pt x="314" y="68"/>
                </a:cubicBezTo>
                <a:cubicBezTo>
                  <a:pt x="313" y="69"/>
                  <a:pt x="314" y="69"/>
                  <a:pt x="315" y="68"/>
                </a:cubicBezTo>
                <a:cubicBezTo>
                  <a:pt x="315" y="67"/>
                  <a:pt x="315" y="66"/>
                  <a:pt x="315" y="65"/>
                </a:cubicBezTo>
                <a:cubicBezTo>
                  <a:pt x="311" y="66"/>
                  <a:pt x="311" y="66"/>
                  <a:pt x="311" y="66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07" y="66"/>
                  <a:pt x="307" y="66"/>
                  <a:pt x="307" y="66"/>
                </a:cubicBezTo>
                <a:cubicBezTo>
                  <a:pt x="308" y="67"/>
                  <a:pt x="308" y="67"/>
                  <a:pt x="308" y="67"/>
                </a:cubicBezTo>
                <a:cubicBezTo>
                  <a:pt x="304" y="70"/>
                  <a:pt x="301" y="75"/>
                  <a:pt x="297" y="78"/>
                </a:cubicBezTo>
                <a:cubicBezTo>
                  <a:pt x="301" y="82"/>
                  <a:pt x="291" y="87"/>
                  <a:pt x="291" y="92"/>
                </a:cubicBezTo>
                <a:cubicBezTo>
                  <a:pt x="291" y="90"/>
                  <a:pt x="289" y="88"/>
                  <a:pt x="288" y="87"/>
                </a:cubicBezTo>
                <a:cubicBezTo>
                  <a:pt x="288" y="87"/>
                  <a:pt x="288" y="84"/>
                  <a:pt x="289" y="83"/>
                </a:cubicBezTo>
                <a:cubicBezTo>
                  <a:pt x="290" y="83"/>
                  <a:pt x="293" y="82"/>
                  <a:pt x="292" y="84"/>
                </a:cubicBezTo>
                <a:cubicBezTo>
                  <a:pt x="295" y="80"/>
                  <a:pt x="290" y="83"/>
                  <a:pt x="290" y="80"/>
                </a:cubicBezTo>
                <a:cubicBezTo>
                  <a:pt x="286" y="85"/>
                  <a:pt x="286" y="89"/>
                  <a:pt x="285" y="93"/>
                </a:cubicBezTo>
                <a:cubicBezTo>
                  <a:pt x="284" y="92"/>
                  <a:pt x="284" y="92"/>
                  <a:pt x="284" y="92"/>
                </a:cubicBezTo>
                <a:cubicBezTo>
                  <a:pt x="283" y="95"/>
                  <a:pt x="283" y="95"/>
                  <a:pt x="283" y="95"/>
                </a:cubicBezTo>
                <a:cubicBezTo>
                  <a:pt x="285" y="94"/>
                  <a:pt x="287" y="96"/>
                  <a:pt x="284" y="97"/>
                </a:cubicBezTo>
                <a:cubicBezTo>
                  <a:pt x="284" y="97"/>
                  <a:pt x="284" y="97"/>
                  <a:pt x="284" y="97"/>
                </a:cubicBezTo>
                <a:cubicBezTo>
                  <a:pt x="282" y="97"/>
                  <a:pt x="281" y="100"/>
                  <a:pt x="279" y="102"/>
                </a:cubicBezTo>
                <a:cubicBezTo>
                  <a:pt x="279" y="104"/>
                  <a:pt x="279" y="104"/>
                  <a:pt x="279" y="104"/>
                </a:cubicBezTo>
                <a:cubicBezTo>
                  <a:pt x="277" y="106"/>
                  <a:pt x="275" y="104"/>
                  <a:pt x="273" y="103"/>
                </a:cubicBezTo>
                <a:cubicBezTo>
                  <a:pt x="270" y="105"/>
                  <a:pt x="270" y="109"/>
                  <a:pt x="270" y="112"/>
                </a:cubicBezTo>
                <a:cubicBezTo>
                  <a:pt x="268" y="112"/>
                  <a:pt x="263" y="116"/>
                  <a:pt x="264" y="112"/>
                </a:cubicBezTo>
                <a:cubicBezTo>
                  <a:pt x="263" y="116"/>
                  <a:pt x="269" y="121"/>
                  <a:pt x="262" y="122"/>
                </a:cubicBezTo>
                <a:cubicBezTo>
                  <a:pt x="262" y="120"/>
                  <a:pt x="262" y="120"/>
                  <a:pt x="262" y="120"/>
                </a:cubicBezTo>
                <a:cubicBezTo>
                  <a:pt x="258" y="124"/>
                  <a:pt x="254" y="132"/>
                  <a:pt x="251" y="133"/>
                </a:cubicBezTo>
                <a:cubicBezTo>
                  <a:pt x="249" y="127"/>
                  <a:pt x="242" y="134"/>
                  <a:pt x="238" y="131"/>
                </a:cubicBezTo>
                <a:cubicBezTo>
                  <a:pt x="239" y="132"/>
                  <a:pt x="238" y="133"/>
                  <a:pt x="238" y="134"/>
                </a:cubicBezTo>
                <a:cubicBezTo>
                  <a:pt x="237" y="134"/>
                  <a:pt x="236" y="134"/>
                  <a:pt x="236" y="135"/>
                </a:cubicBezTo>
                <a:cubicBezTo>
                  <a:pt x="239" y="135"/>
                  <a:pt x="239" y="140"/>
                  <a:pt x="241" y="136"/>
                </a:cubicBezTo>
                <a:cubicBezTo>
                  <a:pt x="242" y="140"/>
                  <a:pt x="241" y="144"/>
                  <a:pt x="238" y="147"/>
                </a:cubicBezTo>
                <a:cubicBezTo>
                  <a:pt x="237" y="145"/>
                  <a:pt x="237" y="145"/>
                  <a:pt x="237" y="145"/>
                </a:cubicBezTo>
                <a:cubicBezTo>
                  <a:pt x="240" y="143"/>
                  <a:pt x="240" y="143"/>
                  <a:pt x="240" y="143"/>
                </a:cubicBezTo>
                <a:cubicBezTo>
                  <a:pt x="238" y="142"/>
                  <a:pt x="240" y="141"/>
                  <a:pt x="240" y="140"/>
                </a:cubicBezTo>
                <a:cubicBezTo>
                  <a:pt x="234" y="144"/>
                  <a:pt x="237" y="136"/>
                  <a:pt x="232" y="141"/>
                </a:cubicBezTo>
                <a:cubicBezTo>
                  <a:pt x="233" y="142"/>
                  <a:pt x="233" y="142"/>
                  <a:pt x="232" y="143"/>
                </a:cubicBezTo>
                <a:cubicBezTo>
                  <a:pt x="232" y="143"/>
                  <a:pt x="231" y="142"/>
                  <a:pt x="230" y="143"/>
                </a:cubicBezTo>
                <a:cubicBezTo>
                  <a:pt x="230" y="145"/>
                  <a:pt x="230" y="145"/>
                  <a:pt x="230" y="145"/>
                </a:cubicBezTo>
                <a:cubicBezTo>
                  <a:pt x="226" y="144"/>
                  <a:pt x="232" y="140"/>
                  <a:pt x="229" y="140"/>
                </a:cubicBezTo>
                <a:cubicBezTo>
                  <a:pt x="229" y="137"/>
                  <a:pt x="232" y="133"/>
                  <a:pt x="230" y="132"/>
                </a:cubicBezTo>
                <a:cubicBezTo>
                  <a:pt x="226" y="134"/>
                  <a:pt x="230" y="138"/>
                  <a:pt x="226" y="140"/>
                </a:cubicBezTo>
                <a:cubicBezTo>
                  <a:pt x="225" y="140"/>
                  <a:pt x="225" y="140"/>
                  <a:pt x="225" y="140"/>
                </a:cubicBezTo>
                <a:cubicBezTo>
                  <a:pt x="224" y="142"/>
                  <a:pt x="225" y="143"/>
                  <a:pt x="226" y="145"/>
                </a:cubicBezTo>
                <a:cubicBezTo>
                  <a:pt x="225" y="144"/>
                  <a:pt x="224" y="144"/>
                  <a:pt x="224" y="145"/>
                </a:cubicBezTo>
                <a:cubicBezTo>
                  <a:pt x="223" y="149"/>
                  <a:pt x="223" y="150"/>
                  <a:pt x="223" y="154"/>
                </a:cubicBezTo>
                <a:cubicBezTo>
                  <a:pt x="226" y="148"/>
                  <a:pt x="228" y="152"/>
                  <a:pt x="232" y="145"/>
                </a:cubicBezTo>
                <a:cubicBezTo>
                  <a:pt x="232" y="147"/>
                  <a:pt x="229" y="151"/>
                  <a:pt x="231" y="153"/>
                </a:cubicBezTo>
                <a:cubicBezTo>
                  <a:pt x="229" y="151"/>
                  <a:pt x="229" y="151"/>
                  <a:pt x="229" y="151"/>
                </a:cubicBezTo>
                <a:cubicBezTo>
                  <a:pt x="228" y="154"/>
                  <a:pt x="227" y="156"/>
                  <a:pt x="225" y="158"/>
                </a:cubicBezTo>
                <a:cubicBezTo>
                  <a:pt x="225" y="156"/>
                  <a:pt x="225" y="156"/>
                  <a:pt x="225" y="156"/>
                </a:cubicBezTo>
                <a:cubicBezTo>
                  <a:pt x="224" y="159"/>
                  <a:pt x="219" y="158"/>
                  <a:pt x="219" y="162"/>
                </a:cubicBezTo>
                <a:cubicBezTo>
                  <a:pt x="220" y="162"/>
                  <a:pt x="220" y="161"/>
                  <a:pt x="221" y="160"/>
                </a:cubicBezTo>
                <a:cubicBezTo>
                  <a:pt x="220" y="162"/>
                  <a:pt x="218" y="164"/>
                  <a:pt x="216" y="165"/>
                </a:cubicBezTo>
                <a:cubicBezTo>
                  <a:pt x="216" y="171"/>
                  <a:pt x="216" y="171"/>
                  <a:pt x="216" y="171"/>
                </a:cubicBezTo>
                <a:cubicBezTo>
                  <a:pt x="215" y="170"/>
                  <a:pt x="213" y="172"/>
                  <a:pt x="213" y="170"/>
                </a:cubicBezTo>
                <a:cubicBezTo>
                  <a:pt x="209" y="171"/>
                  <a:pt x="210" y="174"/>
                  <a:pt x="209" y="176"/>
                </a:cubicBezTo>
                <a:cubicBezTo>
                  <a:pt x="206" y="177"/>
                  <a:pt x="211" y="173"/>
                  <a:pt x="209" y="171"/>
                </a:cubicBezTo>
                <a:cubicBezTo>
                  <a:pt x="205" y="173"/>
                  <a:pt x="202" y="177"/>
                  <a:pt x="202" y="180"/>
                </a:cubicBezTo>
                <a:cubicBezTo>
                  <a:pt x="203" y="180"/>
                  <a:pt x="203" y="180"/>
                  <a:pt x="204" y="180"/>
                </a:cubicBezTo>
                <a:cubicBezTo>
                  <a:pt x="203" y="180"/>
                  <a:pt x="202" y="182"/>
                  <a:pt x="201" y="182"/>
                </a:cubicBezTo>
                <a:cubicBezTo>
                  <a:pt x="202" y="184"/>
                  <a:pt x="202" y="184"/>
                  <a:pt x="202" y="184"/>
                </a:cubicBezTo>
                <a:cubicBezTo>
                  <a:pt x="200" y="184"/>
                  <a:pt x="199" y="183"/>
                  <a:pt x="200" y="182"/>
                </a:cubicBezTo>
                <a:cubicBezTo>
                  <a:pt x="198" y="183"/>
                  <a:pt x="199" y="186"/>
                  <a:pt x="196" y="186"/>
                </a:cubicBezTo>
                <a:cubicBezTo>
                  <a:pt x="197" y="183"/>
                  <a:pt x="201" y="181"/>
                  <a:pt x="201" y="179"/>
                </a:cubicBezTo>
                <a:cubicBezTo>
                  <a:pt x="198" y="184"/>
                  <a:pt x="194" y="180"/>
                  <a:pt x="190" y="187"/>
                </a:cubicBezTo>
                <a:cubicBezTo>
                  <a:pt x="189" y="186"/>
                  <a:pt x="189" y="185"/>
                  <a:pt x="188" y="186"/>
                </a:cubicBezTo>
                <a:cubicBezTo>
                  <a:pt x="186" y="188"/>
                  <a:pt x="190" y="188"/>
                  <a:pt x="190" y="190"/>
                </a:cubicBezTo>
                <a:cubicBezTo>
                  <a:pt x="191" y="188"/>
                  <a:pt x="193" y="187"/>
                  <a:pt x="195" y="188"/>
                </a:cubicBezTo>
                <a:cubicBezTo>
                  <a:pt x="195" y="189"/>
                  <a:pt x="195" y="189"/>
                  <a:pt x="195" y="189"/>
                </a:cubicBezTo>
                <a:cubicBezTo>
                  <a:pt x="195" y="189"/>
                  <a:pt x="194" y="190"/>
                  <a:pt x="193" y="190"/>
                </a:cubicBezTo>
                <a:cubicBezTo>
                  <a:pt x="194" y="191"/>
                  <a:pt x="194" y="191"/>
                  <a:pt x="194" y="191"/>
                </a:cubicBezTo>
                <a:cubicBezTo>
                  <a:pt x="193" y="190"/>
                  <a:pt x="189" y="190"/>
                  <a:pt x="189" y="192"/>
                </a:cubicBezTo>
                <a:cubicBezTo>
                  <a:pt x="191" y="192"/>
                  <a:pt x="191" y="192"/>
                  <a:pt x="193" y="194"/>
                </a:cubicBezTo>
                <a:cubicBezTo>
                  <a:pt x="193" y="198"/>
                  <a:pt x="189" y="194"/>
                  <a:pt x="189" y="198"/>
                </a:cubicBezTo>
                <a:cubicBezTo>
                  <a:pt x="189" y="198"/>
                  <a:pt x="190" y="195"/>
                  <a:pt x="188" y="196"/>
                </a:cubicBezTo>
                <a:cubicBezTo>
                  <a:pt x="187" y="198"/>
                  <a:pt x="188" y="199"/>
                  <a:pt x="188" y="200"/>
                </a:cubicBezTo>
                <a:cubicBezTo>
                  <a:pt x="187" y="198"/>
                  <a:pt x="186" y="197"/>
                  <a:pt x="185" y="194"/>
                </a:cubicBezTo>
                <a:cubicBezTo>
                  <a:pt x="188" y="192"/>
                  <a:pt x="186" y="193"/>
                  <a:pt x="188" y="190"/>
                </a:cubicBezTo>
                <a:cubicBezTo>
                  <a:pt x="185" y="191"/>
                  <a:pt x="185" y="191"/>
                  <a:pt x="185" y="191"/>
                </a:cubicBezTo>
                <a:cubicBezTo>
                  <a:pt x="187" y="189"/>
                  <a:pt x="185" y="188"/>
                  <a:pt x="184" y="187"/>
                </a:cubicBezTo>
                <a:cubicBezTo>
                  <a:pt x="179" y="189"/>
                  <a:pt x="184" y="192"/>
                  <a:pt x="181" y="194"/>
                </a:cubicBezTo>
                <a:cubicBezTo>
                  <a:pt x="181" y="196"/>
                  <a:pt x="183" y="192"/>
                  <a:pt x="183" y="195"/>
                </a:cubicBezTo>
                <a:cubicBezTo>
                  <a:pt x="180" y="196"/>
                  <a:pt x="183" y="196"/>
                  <a:pt x="182" y="199"/>
                </a:cubicBezTo>
                <a:cubicBezTo>
                  <a:pt x="181" y="198"/>
                  <a:pt x="181" y="198"/>
                  <a:pt x="181" y="198"/>
                </a:cubicBezTo>
                <a:cubicBezTo>
                  <a:pt x="180" y="198"/>
                  <a:pt x="180" y="200"/>
                  <a:pt x="179" y="201"/>
                </a:cubicBezTo>
                <a:cubicBezTo>
                  <a:pt x="179" y="202"/>
                  <a:pt x="186" y="205"/>
                  <a:pt x="182" y="209"/>
                </a:cubicBezTo>
                <a:cubicBezTo>
                  <a:pt x="182" y="208"/>
                  <a:pt x="181" y="208"/>
                  <a:pt x="181" y="208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69" y="195"/>
                  <a:pt x="164" y="199"/>
                  <a:pt x="159" y="203"/>
                </a:cubicBezTo>
                <a:cubicBezTo>
                  <a:pt x="155" y="202"/>
                  <a:pt x="160" y="198"/>
                  <a:pt x="158" y="197"/>
                </a:cubicBezTo>
                <a:cubicBezTo>
                  <a:pt x="161" y="195"/>
                  <a:pt x="161" y="195"/>
                  <a:pt x="161" y="195"/>
                </a:cubicBezTo>
                <a:cubicBezTo>
                  <a:pt x="162" y="197"/>
                  <a:pt x="157" y="200"/>
                  <a:pt x="161" y="200"/>
                </a:cubicBezTo>
                <a:cubicBezTo>
                  <a:pt x="164" y="196"/>
                  <a:pt x="166" y="195"/>
                  <a:pt x="168" y="190"/>
                </a:cubicBezTo>
                <a:cubicBezTo>
                  <a:pt x="164" y="188"/>
                  <a:pt x="164" y="195"/>
                  <a:pt x="159" y="195"/>
                </a:cubicBezTo>
                <a:cubicBezTo>
                  <a:pt x="161" y="194"/>
                  <a:pt x="161" y="193"/>
                  <a:pt x="162" y="192"/>
                </a:cubicBezTo>
                <a:cubicBezTo>
                  <a:pt x="154" y="198"/>
                  <a:pt x="154" y="198"/>
                  <a:pt x="154" y="198"/>
                </a:cubicBezTo>
                <a:cubicBezTo>
                  <a:pt x="154" y="199"/>
                  <a:pt x="154" y="199"/>
                  <a:pt x="154" y="199"/>
                </a:cubicBezTo>
                <a:cubicBezTo>
                  <a:pt x="156" y="197"/>
                  <a:pt x="157" y="196"/>
                  <a:pt x="157" y="196"/>
                </a:cubicBezTo>
                <a:cubicBezTo>
                  <a:pt x="155" y="198"/>
                  <a:pt x="154" y="201"/>
                  <a:pt x="156" y="203"/>
                </a:cubicBezTo>
                <a:cubicBezTo>
                  <a:pt x="157" y="203"/>
                  <a:pt x="157" y="203"/>
                  <a:pt x="157" y="203"/>
                </a:cubicBezTo>
                <a:cubicBezTo>
                  <a:pt x="156" y="204"/>
                  <a:pt x="156" y="204"/>
                  <a:pt x="156" y="204"/>
                </a:cubicBezTo>
                <a:lnTo>
                  <a:pt x="155" y="206"/>
                </a:lnTo>
                <a:close/>
                <a:moveTo>
                  <a:pt x="16" y="342"/>
                </a:moveTo>
                <a:cubicBezTo>
                  <a:pt x="16" y="341"/>
                  <a:pt x="16" y="341"/>
                  <a:pt x="16" y="341"/>
                </a:cubicBezTo>
                <a:cubicBezTo>
                  <a:pt x="16" y="341"/>
                  <a:pt x="17" y="341"/>
                  <a:pt x="16" y="342"/>
                </a:cubicBezTo>
                <a:close/>
                <a:moveTo>
                  <a:pt x="190" y="158"/>
                </a:moveTo>
                <a:cubicBezTo>
                  <a:pt x="187" y="161"/>
                  <a:pt x="184" y="163"/>
                  <a:pt x="181" y="166"/>
                </a:cubicBezTo>
                <a:cubicBezTo>
                  <a:pt x="189" y="164"/>
                  <a:pt x="195" y="164"/>
                  <a:pt x="187" y="172"/>
                </a:cubicBezTo>
                <a:cubicBezTo>
                  <a:pt x="187" y="172"/>
                  <a:pt x="187" y="172"/>
                  <a:pt x="187" y="172"/>
                </a:cubicBezTo>
                <a:cubicBezTo>
                  <a:pt x="188" y="172"/>
                  <a:pt x="190" y="170"/>
                  <a:pt x="192" y="168"/>
                </a:cubicBezTo>
                <a:cubicBezTo>
                  <a:pt x="192" y="165"/>
                  <a:pt x="192" y="156"/>
                  <a:pt x="191" y="156"/>
                </a:cubicBezTo>
                <a:cubicBezTo>
                  <a:pt x="190" y="155"/>
                  <a:pt x="190" y="157"/>
                  <a:pt x="189" y="158"/>
                </a:cubicBezTo>
                <a:lnTo>
                  <a:pt x="190" y="158"/>
                </a:lnTo>
                <a:close/>
                <a:moveTo>
                  <a:pt x="198" y="162"/>
                </a:moveTo>
                <a:cubicBezTo>
                  <a:pt x="200" y="161"/>
                  <a:pt x="199" y="161"/>
                  <a:pt x="198" y="160"/>
                </a:cubicBezTo>
                <a:cubicBezTo>
                  <a:pt x="197" y="162"/>
                  <a:pt x="197" y="162"/>
                  <a:pt x="197" y="162"/>
                </a:cubicBezTo>
                <a:cubicBezTo>
                  <a:pt x="197" y="161"/>
                  <a:pt x="198" y="162"/>
                  <a:pt x="198" y="162"/>
                </a:cubicBezTo>
                <a:close/>
                <a:moveTo>
                  <a:pt x="198" y="159"/>
                </a:moveTo>
                <a:cubicBezTo>
                  <a:pt x="197" y="159"/>
                  <a:pt x="197" y="159"/>
                  <a:pt x="197" y="159"/>
                </a:cubicBezTo>
                <a:lnTo>
                  <a:pt x="198" y="159"/>
                </a:lnTo>
                <a:close/>
                <a:moveTo>
                  <a:pt x="166" y="189"/>
                </a:moveTo>
                <a:cubicBezTo>
                  <a:pt x="166" y="189"/>
                  <a:pt x="166" y="189"/>
                  <a:pt x="166" y="189"/>
                </a:cubicBezTo>
                <a:cubicBezTo>
                  <a:pt x="164" y="190"/>
                  <a:pt x="164" y="190"/>
                  <a:pt x="164" y="190"/>
                </a:cubicBezTo>
                <a:cubicBezTo>
                  <a:pt x="165" y="190"/>
                  <a:pt x="165" y="190"/>
                  <a:pt x="166" y="189"/>
                </a:cubicBezTo>
                <a:close/>
                <a:moveTo>
                  <a:pt x="171" y="188"/>
                </a:moveTo>
                <a:cubicBezTo>
                  <a:pt x="170" y="186"/>
                  <a:pt x="170" y="186"/>
                  <a:pt x="170" y="186"/>
                </a:cubicBezTo>
                <a:cubicBezTo>
                  <a:pt x="168" y="187"/>
                  <a:pt x="168" y="187"/>
                  <a:pt x="168" y="187"/>
                </a:cubicBezTo>
                <a:cubicBezTo>
                  <a:pt x="169" y="187"/>
                  <a:pt x="170" y="188"/>
                  <a:pt x="171" y="188"/>
                </a:cubicBezTo>
                <a:close/>
                <a:moveTo>
                  <a:pt x="185" y="181"/>
                </a:moveTo>
                <a:cubicBezTo>
                  <a:pt x="184" y="179"/>
                  <a:pt x="186" y="177"/>
                  <a:pt x="185" y="175"/>
                </a:cubicBezTo>
                <a:cubicBezTo>
                  <a:pt x="185" y="174"/>
                  <a:pt x="184" y="175"/>
                  <a:pt x="183" y="175"/>
                </a:cubicBezTo>
                <a:cubicBezTo>
                  <a:pt x="181" y="177"/>
                  <a:pt x="181" y="177"/>
                  <a:pt x="181" y="177"/>
                </a:cubicBezTo>
                <a:cubicBezTo>
                  <a:pt x="181" y="177"/>
                  <a:pt x="182" y="177"/>
                  <a:pt x="182" y="178"/>
                </a:cubicBezTo>
                <a:cubicBezTo>
                  <a:pt x="182" y="177"/>
                  <a:pt x="183" y="177"/>
                  <a:pt x="184" y="179"/>
                </a:cubicBezTo>
                <a:cubicBezTo>
                  <a:pt x="180" y="178"/>
                  <a:pt x="184" y="182"/>
                  <a:pt x="182" y="183"/>
                </a:cubicBezTo>
                <a:cubicBezTo>
                  <a:pt x="183" y="185"/>
                  <a:pt x="185" y="182"/>
                  <a:pt x="185" y="181"/>
                </a:cubicBezTo>
                <a:close/>
                <a:moveTo>
                  <a:pt x="320" y="39"/>
                </a:moveTo>
                <a:cubicBezTo>
                  <a:pt x="320" y="39"/>
                  <a:pt x="320" y="39"/>
                  <a:pt x="321" y="39"/>
                </a:cubicBezTo>
                <a:cubicBezTo>
                  <a:pt x="321" y="41"/>
                  <a:pt x="321" y="41"/>
                  <a:pt x="321" y="41"/>
                </a:cubicBezTo>
                <a:cubicBezTo>
                  <a:pt x="318" y="43"/>
                  <a:pt x="314" y="42"/>
                  <a:pt x="314" y="47"/>
                </a:cubicBezTo>
                <a:cubicBezTo>
                  <a:pt x="312" y="47"/>
                  <a:pt x="311" y="46"/>
                  <a:pt x="309" y="46"/>
                </a:cubicBezTo>
                <a:cubicBezTo>
                  <a:pt x="310" y="46"/>
                  <a:pt x="310" y="45"/>
                  <a:pt x="311" y="45"/>
                </a:cubicBezTo>
                <a:cubicBezTo>
                  <a:pt x="313" y="36"/>
                  <a:pt x="317" y="45"/>
                  <a:pt x="320" y="39"/>
                </a:cubicBezTo>
                <a:close/>
                <a:moveTo>
                  <a:pt x="290" y="61"/>
                </a:moveTo>
                <a:cubicBezTo>
                  <a:pt x="290" y="61"/>
                  <a:pt x="290" y="61"/>
                  <a:pt x="290" y="61"/>
                </a:cubicBezTo>
                <a:cubicBezTo>
                  <a:pt x="289" y="69"/>
                  <a:pt x="285" y="74"/>
                  <a:pt x="282" y="77"/>
                </a:cubicBezTo>
                <a:cubicBezTo>
                  <a:pt x="284" y="77"/>
                  <a:pt x="288" y="76"/>
                  <a:pt x="289" y="75"/>
                </a:cubicBezTo>
                <a:cubicBezTo>
                  <a:pt x="290" y="78"/>
                  <a:pt x="290" y="78"/>
                  <a:pt x="290" y="78"/>
                </a:cubicBezTo>
                <a:cubicBezTo>
                  <a:pt x="288" y="77"/>
                  <a:pt x="288" y="77"/>
                  <a:pt x="288" y="77"/>
                </a:cubicBezTo>
                <a:cubicBezTo>
                  <a:pt x="288" y="81"/>
                  <a:pt x="288" y="81"/>
                  <a:pt x="288" y="81"/>
                </a:cubicBezTo>
                <a:cubicBezTo>
                  <a:pt x="289" y="81"/>
                  <a:pt x="290" y="79"/>
                  <a:pt x="292" y="79"/>
                </a:cubicBezTo>
                <a:cubicBezTo>
                  <a:pt x="292" y="79"/>
                  <a:pt x="293" y="74"/>
                  <a:pt x="293" y="72"/>
                </a:cubicBezTo>
                <a:cubicBezTo>
                  <a:pt x="290" y="74"/>
                  <a:pt x="290" y="74"/>
                  <a:pt x="290" y="74"/>
                </a:cubicBezTo>
                <a:cubicBezTo>
                  <a:pt x="291" y="73"/>
                  <a:pt x="294" y="70"/>
                  <a:pt x="295" y="68"/>
                </a:cubicBezTo>
                <a:cubicBezTo>
                  <a:pt x="294" y="67"/>
                  <a:pt x="291" y="68"/>
                  <a:pt x="292" y="70"/>
                </a:cubicBezTo>
                <a:cubicBezTo>
                  <a:pt x="290" y="70"/>
                  <a:pt x="293" y="67"/>
                  <a:pt x="290" y="67"/>
                </a:cubicBezTo>
                <a:cubicBezTo>
                  <a:pt x="291" y="64"/>
                  <a:pt x="295" y="62"/>
                  <a:pt x="297" y="61"/>
                </a:cubicBezTo>
                <a:cubicBezTo>
                  <a:pt x="299" y="63"/>
                  <a:pt x="299" y="63"/>
                  <a:pt x="299" y="63"/>
                </a:cubicBezTo>
                <a:cubicBezTo>
                  <a:pt x="301" y="62"/>
                  <a:pt x="298" y="60"/>
                  <a:pt x="301" y="59"/>
                </a:cubicBezTo>
                <a:cubicBezTo>
                  <a:pt x="299" y="62"/>
                  <a:pt x="303" y="61"/>
                  <a:pt x="302" y="62"/>
                </a:cubicBezTo>
                <a:cubicBezTo>
                  <a:pt x="303" y="63"/>
                  <a:pt x="304" y="64"/>
                  <a:pt x="305" y="62"/>
                </a:cubicBezTo>
                <a:cubicBezTo>
                  <a:pt x="304" y="58"/>
                  <a:pt x="309" y="62"/>
                  <a:pt x="308" y="58"/>
                </a:cubicBezTo>
                <a:cubicBezTo>
                  <a:pt x="310" y="58"/>
                  <a:pt x="308" y="61"/>
                  <a:pt x="311" y="59"/>
                </a:cubicBezTo>
                <a:cubicBezTo>
                  <a:pt x="312" y="56"/>
                  <a:pt x="311" y="55"/>
                  <a:pt x="309" y="53"/>
                </a:cubicBezTo>
                <a:cubicBezTo>
                  <a:pt x="306" y="55"/>
                  <a:pt x="309" y="58"/>
                  <a:pt x="307" y="59"/>
                </a:cubicBezTo>
                <a:cubicBezTo>
                  <a:pt x="307" y="53"/>
                  <a:pt x="307" y="53"/>
                  <a:pt x="307" y="53"/>
                </a:cubicBezTo>
                <a:cubicBezTo>
                  <a:pt x="306" y="53"/>
                  <a:pt x="306" y="53"/>
                  <a:pt x="305" y="54"/>
                </a:cubicBezTo>
                <a:cubicBezTo>
                  <a:pt x="306" y="53"/>
                  <a:pt x="306" y="52"/>
                  <a:pt x="306" y="51"/>
                </a:cubicBezTo>
                <a:cubicBezTo>
                  <a:pt x="306" y="50"/>
                  <a:pt x="306" y="50"/>
                  <a:pt x="306" y="49"/>
                </a:cubicBezTo>
                <a:cubicBezTo>
                  <a:pt x="304" y="51"/>
                  <a:pt x="302" y="53"/>
                  <a:pt x="301" y="52"/>
                </a:cubicBezTo>
                <a:cubicBezTo>
                  <a:pt x="300" y="51"/>
                  <a:pt x="300" y="51"/>
                  <a:pt x="300" y="51"/>
                </a:cubicBezTo>
                <a:cubicBezTo>
                  <a:pt x="299" y="51"/>
                  <a:pt x="298" y="53"/>
                  <a:pt x="299" y="54"/>
                </a:cubicBezTo>
                <a:cubicBezTo>
                  <a:pt x="297" y="56"/>
                  <a:pt x="297" y="58"/>
                  <a:pt x="295" y="58"/>
                </a:cubicBezTo>
                <a:cubicBezTo>
                  <a:pt x="295" y="56"/>
                  <a:pt x="295" y="56"/>
                  <a:pt x="295" y="56"/>
                </a:cubicBezTo>
                <a:cubicBezTo>
                  <a:pt x="293" y="58"/>
                  <a:pt x="293" y="59"/>
                  <a:pt x="290" y="61"/>
                </a:cubicBezTo>
                <a:close/>
                <a:moveTo>
                  <a:pt x="221" y="127"/>
                </a:moveTo>
                <a:cubicBezTo>
                  <a:pt x="225" y="129"/>
                  <a:pt x="229" y="130"/>
                  <a:pt x="235" y="124"/>
                </a:cubicBezTo>
                <a:cubicBezTo>
                  <a:pt x="234" y="124"/>
                  <a:pt x="234" y="124"/>
                  <a:pt x="234" y="124"/>
                </a:cubicBezTo>
                <a:cubicBezTo>
                  <a:pt x="239" y="123"/>
                  <a:pt x="238" y="116"/>
                  <a:pt x="243" y="115"/>
                </a:cubicBezTo>
                <a:cubicBezTo>
                  <a:pt x="243" y="118"/>
                  <a:pt x="243" y="117"/>
                  <a:pt x="244" y="122"/>
                </a:cubicBezTo>
                <a:cubicBezTo>
                  <a:pt x="245" y="119"/>
                  <a:pt x="245" y="119"/>
                  <a:pt x="245" y="119"/>
                </a:cubicBezTo>
                <a:cubicBezTo>
                  <a:pt x="246" y="121"/>
                  <a:pt x="247" y="119"/>
                  <a:pt x="248" y="117"/>
                </a:cubicBezTo>
                <a:cubicBezTo>
                  <a:pt x="249" y="121"/>
                  <a:pt x="249" y="121"/>
                  <a:pt x="249" y="121"/>
                </a:cubicBezTo>
                <a:cubicBezTo>
                  <a:pt x="248" y="121"/>
                  <a:pt x="245" y="123"/>
                  <a:pt x="246" y="123"/>
                </a:cubicBezTo>
                <a:cubicBezTo>
                  <a:pt x="246" y="123"/>
                  <a:pt x="240" y="123"/>
                  <a:pt x="239" y="126"/>
                </a:cubicBezTo>
                <a:cubicBezTo>
                  <a:pt x="241" y="127"/>
                  <a:pt x="244" y="123"/>
                  <a:pt x="245" y="127"/>
                </a:cubicBezTo>
                <a:cubicBezTo>
                  <a:pt x="245" y="124"/>
                  <a:pt x="247" y="125"/>
                  <a:pt x="248" y="123"/>
                </a:cubicBezTo>
                <a:cubicBezTo>
                  <a:pt x="247" y="126"/>
                  <a:pt x="249" y="126"/>
                  <a:pt x="249" y="128"/>
                </a:cubicBezTo>
                <a:cubicBezTo>
                  <a:pt x="251" y="125"/>
                  <a:pt x="251" y="125"/>
                  <a:pt x="251" y="125"/>
                </a:cubicBezTo>
                <a:cubicBezTo>
                  <a:pt x="252" y="125"/>
                  <a:pt x="249" y="129"/>
                  <a:pt x="252" y="129"/>
                </a:cubicBezTo>
                <a:cubicBezTo>
                  <a:pt x="253" y="127"/>
                  <a:pt x="256" y="126"/>
                  <a:pt x="255" y="124"/>
                </a:cubicBezTo>
                <a:cubicBezTo>
                  <a:pt x="255" y="124"/>
                  <a:pt x="255" y="124"/>
                  <a:pt x="255" y="124"/>
                </a:cubicBezTo>
                <a:cubicBezTo>
                  <a:pt x="258" y="123"/>
                  <a:pt x="254" y="122"/>
                  <a:pt x="257" y="120"/>
                </a:cubicBezTo>
                <a:cubicBezTo>
                  <a:pt x="256" y="119"/>
                  <a:pt x="256" y="119"/>
                  <a:pt x="255" y="120"/>
                </a:cubicBezTo>
                <a:cubicBezTo>
                  <a:pt x="254" y="121"/>
                  <a:pt x="255" y="122"/>
                  <a:pt x="254" y="124"/>
                </a:cubicBezTo>
                <a:cubicBezTo>
                  <a:pt x="252" y="123"/>
                  <a:pt x="256" y="122"/>
                  <a:pt x="253" y="121"/>
                </a:cubicBezTo>
                <a:cubicBezTo>
                  <a:pt x="252" y="121"/>
                  <a:pt x="250" y="126"/>
                  <a:pt x="249" y="123"/>
                </a:cubicBezTo>
                <a:cubicBezTo>
                  <a:pt x="251" y="121"/>
                  <a:pt x="251" y="121"/>
                  <a:pt x="251" y="121"/>
                </a:cubicBezTo>
                <a:cubicBezTo>
                  <a:pt x="250" y="120"/>
                  <a:pt x="251" y="118"/>
                  <a:pt x="250" y="117"/>
                </a:cubicBezTo>
                <a:cubicBezTo>
                  <a:pt x="251" y="116"/>
                  <a:pt x="253" y="116"/>
                  <a:pt x="253" y="114"/>
                </a:cubicBezTo>
                <a:cubicBezTo>
                  <a:pt x="253" y="112"/>
                  <a:pt x="250" y="111"/>
                  <a:pt x="253" y="110"/>
                </a:cubicBezTo>
                <a:cubicBezTo>
                  <a:pt x="257" y="111"/>
                  <a:pt x="261" y="106"/>
                  <a:pt x="262" y="104"/>
                </a:cubicBezTo>
                <a:cubicBezTo>
                  <a:pt x="262" y="101"/>
                  <a:pt x="262" y="101"/>
                  <a:pt x="262" y="101"/>
                </a:cubicBezTo>
                <a:cubicBezTo>
                  <a:pt x="261" y="101"/>
                  <a:pt x="260" y="104"/>
                  <a:pt x="260" y="102"/>
                </a:cubicBezTo>
                <a:cubicBezTo>
                  <a:pt x="262" y="100"/>
                  <a:pt x="262" y="100"/>
                  <a:pt x="262" y="100"/>
                </a:cubicBezTo>
                <a:cubicBezTo>
                  <a:pt x="262" y="100"/>
                  <a:pt x="262" y="100"/>
                  <a:pt x="262" y="100"/>
                </a:cubicBezTo>
                <a:cubicBezTo>
                  <a:pt x="263" y="100"/>
                  <a:pt x="263" y="98"/>
                  <a:pt x="263" y="97"/>
                </a:cubicBezTo>
                <a:cubicBezTo>
                  <a:pt x="264" y="99"/>
                  <a:pt x="262" y="100"/>
                  <a:pt x="263" y="102"/>
                </a:cubicBezTo>
                <a:cubicBezTo>
                  <a:pt x="265" y="101"/>
                  <a:pt x="266" y="101"/>
                  <a:pt x="266" y="100"/>
                </a:cubicBezTo>
                <a:cubicBezTo>
                  <a:pt x="266" y="101"/>
                  <a:pt x="266" y="101"/>
                  <a:pt x="266" y="101"/>
                </a:cubicBezTo>
                <a:cubicBezTo>
                  <a:pt x="269" y="99"/>
                  <a:pt x="267" y="97"/>
                  <a:pt x="267" y="96"/>
                </a:cubicBezTo>
                <a:cubicBezTo>
                  <a:pt x="267" y="92"/>
                  <a:pt x="263" y="96"/>
                  <a:pt x="261" y="94"/>
                </a:cubicBezTo>
                <a:cubicBezTo>
                  <a:pt x="267" y="87"/>
                  <a:pt x="267" y="87"/>
                  <a:pt x="267" y="87"/>
                </a:cubicBezTo>
                <a:cubicBezTo>
                  <a:pt x="267" y="88"/>
                  <a:pt x="267" y="89"/>
                  <a:pt x="268" y="90"/>
                </a:cubicBezTo>
                <a:cubicBezTo>
                  <a:pt x="270" y="89"/>
                  <a:pt x="269" y="91"/>
                  <a:pt x="271" y="89"/>
                </a:cubicBezTo>
                <a:cubicBezTo>
                  <a:pt x="269" y="87"/>
                  <a:pt x="273" y="84"/>
                  <a:pt x="273" y="82"/>
                </a:cubicBezTo>
                <a:cubicBezTo>
                  <a:pt x="275" y="82"/>
                  <a:pt x="275" y="82"/>
                  <a:pt x="273" y="83"/>
                </a:cubicBezTo>
                <a:cubicBezTo>
                  <a:pt x="275" y="85"/>
                  <a:pt x="276" y="82"/>
                  <a:pt x="277" y="81"/>
                </a:cubicBezTo>
                <a:cubicBezTo>
                  <a:pt x="277" y="81"/>
                  <a:pt x="278" y="80"/>
                  <a:pt x="278" y="79"/>
                </a:cubicBezTo>
                <a:cubicBezTo>
                  <a:pt x="277" y="79"/>
                  <a:pt x="276" y="78"/>
                  <a:pt x="277" y="76"/>
                </a:cubicBezTo>
                <a:cubicBezTo>
                  <a:pt x="277" y="75"/>
                  <a:pt x="277" y="75"/>
                  <a:pt x="277" y="75"/>
                </a:cubicBezTo>
                <a:cubicBezTo>
                  <a:pt x="274" y="77"/>
                  <a:pt x="269" y="79"/>
                  <a:pt x="269" y="82"/>
                </a:cubicBezTo>
                <a:cubicBezTo>
                  <a:pt x="269" y="81"/>
                  <a:pt x="269" y="81"/>
                  <a:pt x="269" y="81"/>
                </a:cubicBezTo>
                <a:cubicBezTo>
                  <a:pt x="265" y="82"/>
                  <a:pt x="266" y="89"/>
                  <a:pt x="262" y="88"/>
                </a:cubicBezTo>
                <a:cubicBezTo>
                  <a:pt x="261" y="87"/>
                  <a:pt x="261" y="88"/>
                  <a:pt x="260" y="86"/>
                </a:cubicBezTo>
                <a:cubicBezTo>
                  <a:pt x="259" y="90"/>
                  <a:pt x="259" y="90"/>
                  <a:pt x="259" y="90"/>
                </a:cubicBezTo>
                <a:cubicBezTo>
                  <a:pt x="259" y="88"/>
                  <a:pt x="259" y="88"/>
                  <a:pt x="259" y="88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5" y="95"/>
                  <a:pt x="255" y="97"/>
                  <a:pt x="255" y="99"/>
                </a:cubicBezTo>
                <a:cubicBezTo>
                  <a:pt x="256" y="99"/>
                  <a:pt x="256" y="100"/>
                  <a:pt x="256" y="101"/>
                </a:cubicBezTo>
                <a:cubicBezTo>
                  <a:pt x="256" y="101"/>
                  <a:pt x="255" y="102"/>
                  <a:pt x="255" y="102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54" y="103"/>
                  <a:pt x="252" y="102"/>
                  <a:pt x="251" y="103"/>
                </a:cubicBezTo>
                <a:cubicBezTo>
                  <a:pt x="254" y="100"/>
                  <a:pt x="254" y="100"/>
                  <a:pt x="254" y="100"/>
                </a:cubicBezTo>
                <a:cubicBezTo>
                  <a:pt x="253" y="98"/>
                  <a:pt x="252" y="97"/>
                  <a:pt x="249" y="98"/>
                </a:cubicBezTo>
                <a:cubicBezTo>
                  <a:pt x="250" y="98"/>
                  <a:pt x="249" y="96"/>
                  <a:pt x="249" y="97"/>
                </a:cubicBezTo>
                <a:cubicBezTo>
                  <a:pt x="249" y="97"/>
                  <a:pt x="247" y="100"/>
                  <a:pt x="249" y="100"/>
                </a:cubicBezTo>
                <a:cubicBezTo>
                  <a:pt x="246" y="103"/>
                  <a:pt x="239" y="105"/>
                  <a:pt x="236" y="111"/>
                </a:cubicBezTo>
                <a:cubicBezTo>
                  <a:pt x="238" y="107"/>
                  <a:pt x="232" y="112"/>
                  <a:pt x="235" y="108"/>
                </a:cubicBezTo>
                <a:cubicBezTo>
                  <a:pt x="231" y="109"/>
                  <a:pt x="235" y="112"/>
                  <a:pt x="232" y="115"/>
                </a:cubicBezTo>
                <a:cubicBezTo>
                  <a:pt x="231" y="114"/>
                  <a:pt x="234" y="113"/>
                  <a:pt x="233" y="111"/>
                </a:cubicBezTo>
                <a:cubicBezTo>
                  <a:pt x="228" y="115"/>
                  <a:pt x="229" y="121"/>
                  <a:pt x="224" y="125"/>
                </a:cubicBezTo>
                <a:cubicBezTo>
                  <a:pt x="223" y="124"/>
                  <a:pt x="223" y="124"/>
                  <a:pt x="223" y="124"/>
                </a:cubicBezTo>
                <a:lnTo>
                  <a:pt x="221" y="127"/>
                </a:lnTo>
                <a:close/>
                <a:moveTo>
                  <a:pt x="215" y="136"/>
                </a:moveTo>
                <a:cubicBezTo>
                  <a:pt x="213" y="139"/>
                  <a:pt x="213" y="139"/>
                  <a:pt x="213" y="139"/>
                </a:cubicBezTo>
                <a:cubicBezTo>
                  <a:pt x="213" y="139"/>
                  <a:pt x="213" y="139"/>
                  <a:pt x="213" y="139"/>
                </a:cubicBezTo>
                <a:cubicBezTo>
                  <a:pt x="212" y="142"/>
                  <a:pt x="212" y="142"/>
                  <a:pt x="212" y="142"/>
                </a:cubicBezTo>
                <a:cubicBezTo>
                  <a:pt x="214" y="141"/>
                  <a:pt x="216" y="142"/>
                  <a:pt x="215" y="145"/>
                </a:cubicBezTo>
                <a:cubicBezTo>
                  <a:pt x="215" y="144"/>
                  <a:pt x="213" y="144"/>
                  <a:pt x="214" y="143"/>
                </a:cubicBezTo>
                <a:cubicBezTo>
                  <a:pt x="211" y="143"/>
                  <a:pt x="208" y="145"/>
                  <a:pt x="211" y="147"/>
                </a:cubicBezTo>
                <a:cubicBezTo>
                  <a:pt x="211" y="142"/>
                  <a:pt x="214" y="149"/>
                  <a:pt x="214" y="145"/>
                </a:cubicBezTo>
                <a:cubicBezTo>
                  <a:pt x="215" y="148"/>
                  <a:pt x="213" y="148"/>
                  <a:pt x="212" y="150"/>
                </a:cubicBezTo>
                <a:cubicBezTo>
                  <a:pt x="212" y="148"/>
                  <a:pt x="210" y="148"/>
                  <a:pt x="208" y="149"/>
                </a:cubicBezTo>
                <a:cubicBezTo>
                  <a:pt x="207" y="150"/>
                  <a:pt x="205" y="151"/>
                  <a:pt x="204" y="153"/>
                </a:cubicBezTo>
                <a:cubicBezTo>
                  <a:pt x="206" y="154"/>
                  <a:pt x="206" y="155"/>
                  <a:pt x="208" y="154"/>
                </a:cubicBezTo>
                <a:cubicBezTo>
                  <a:pt x="208" y="155"/>
                  <a:pt x="207" y="156"/>
                  <a:pt x="205" y="157"/>
                </a:cubicBezTo>
                <a:cubicBezTo>
                  <a:pt x="205" y="156"/>
                  <a:pt x="206" y="155"/>
                  <a:pt x="205" y="155"/>
                </a:cubicBezTo>
                <a:cubicBezTo>
                  <a:pt x="203" y="154"/>
                  <a:pt x="203" y="155"/>
                  <a:pt x="202" y="155"/>
                </a:cubicBezTo>
                <a:cubicBezTo>
                  <a:pt x="201" y="157"/>
                  <a:pt x="201" y="157"/>
                  <a:pt x="201" y="157"/>
                </a:cubicBezTo>
                <a:cubicBezTo>
                  <a:pt x="201" y="157"/>
                  <a:pt x="201" y="157"/>
                  <a:pt x="201" y="157"/>
                </a:cubicBezTo>
                <a:cubicBezTo>
                  <a:pt x="201" y="159"/>
                  <a:pt x="201" y="159"/>
                  <a:pt x="201" y="159"/>
                </a:cubicBezTo>
                <a:cubicBezTo>
                  <a:pt x="202" y="157"/>
                  <a:pt x="202" y="159"/>
                  <a:pt x="203" y="160"/>
                </a:cubicBezTo>
                <a:cubicBezTo>
                  <a:pt x="202" y="158"/>
                  <a:pt x="202" y="161"/>
                  <a:pt x="201" y="161"/>
                </a:cubicBezTo>
                <a:cubicBezTo>
                  <a:pt x="204" y="162"/>
                  <a:pt x="204" y="162"/>
                  <a:pt x="204" y="162"/>
                </a:cubicBezTo>
                <a:cubicBezTo>
                  <a:pt x="204" y="163"/>
                  <a:pt x="201" y="163"/>
                  <a:pt x="203" y="164"/>
                </a:cubicBezTo>
                <a:cubicBezTo>
                  <a:pt x="206" y="162"/>
                  <a:pt x="207" y="161"/>
                  <a:pt x="209" y="158"/>
                </a:cubicBezTo>
                <a:cubicBezTo>
                  <a:pt x="207" y="157"/>
                  <a:pt x="207" y="157"/>
                  <a:pt x="207" y="157"/>
                </a:cubicBezTo>
                <a:cubicBezTo>
                  <a:pt x="209" y="154"/>
                  <a:pt x="211" y="158"/>
                  <a:pt x="214" y="154"/>
                </a:cubicBezTo>
                <a:cubicBezTo>
                  <a:pt x="214" y="152"/>
                  <a:pt x="218" y="150"/>
                  <a:pt x="216" y="147"/>
                </a:cubicBezTo>
                <a:cubicBezTo>
                  <a:pt x="217" y="148"/>
                  <a:pt x="220" y="147"/>
                  <a:pt x="220" y="145"/>
                </a:cubicBezTo>
                <a:cubicBezTo>
                  <a:pt x="220" y="142"/>
                  <a:pt x="223" y="138"/>
                  <a:pt x="221" y="138"/>
                </a:cubicBezTo>
                <a:cubicBezTo>
                  <a:pt x="220" y="139"/>
                  <a:pt x="220" y="142"/>
                  <a:pt x="218" y="141"/>
                </a:cubicBezTo>
                <a:cubicBezTo>
                  <a:pt x="219" y="139"/>
                  <a:pt x="219" y="139"/>
                  <a:pt x="219" y="139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18" y="139"/>
                  <a:pt x="217" y="138"/>
                  <a:pt x="215" y="136"/>
                </a:cubicBezTo>
                <a:close/>
                <a:moveTo>
                  <a:pt x="159" y="166"/>
                </a:moveTo>
                <a:cubicBezTo>
                  <a:pt x="159" y="166"/>
                  <a:pt x="159" y="166"/>
                  <a:pt x="159" y="166"/>
                </a:cubicBezTo>
                <a:cubicBezTo>
                  <a:pt x="159" y="166"/>
                  <a:pt x="159" y="166"/>
                  <a:pt x="159" y="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2" name="Freeform 87">
            <a:extLst>
              <a:ext uri="{FF2B5EF4-FFF2-40B4-BE49-F238E27FC236}">
                <a16:creationId xmlns:a16="http://schemas.microsoft.com/office/drawing/2014/main" id="{69B20400-F430-4594-95F3-D6A9309BA992}"/>
              </a:ext>
            </a:extLst>
          </p:cNvPr>
          <p:cNvSpPr>
            <a:spLocks/>
          </p:cNvSpPr>
          <p:nvPr/>
        </p:nvSpPr>
        <p:spPr bwMode="auto">
          <a:xfrm>
            <a:off x="2198942" y="2898169"/>
            <a:ext cx="8863" cy="7755"/>
          </a:xfrm>
          <a:custGeom>
            <a:avLst/>
            <a:gdLst>
              <a:gd name="T0" fmla="*/ 2 w 4"/>
              <a:gd name="T1" fmla="*/ 3 h 3"/>
              <a:gd name="T2" fmla="*/ 3 w 4"/>
              <a:gd name="T3" fmla="*/ 0 h 3"/>
              <a:gd name="T4" fmla="*/ 2 w 4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2" y="3"/>
                </a:moveTo>
                <a:cubicBezTo>
                  <a:pt x="3" y="2"/>
                  <a:pt x="4" y="0"/>
                  <a:pt x="3" y="0"/>
                </a:cubicBezTo>
                <a:cubicBezTo>
                  <a:pt x="4" y="1"/>
                  <a:pt x="0" y="2"/>
                  <a:pt x="2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3" name="Freeform 88">
            <a:extLst>
              <a:ext uri="{FF2B5EF4-FFF2-40B4-BE49-F238E27FC236}">
                <a16:creationId xmlns:a16="http://schemas.microsoft.com/office/drawing/2014/main" id="{116C70C0-CBAF-40BD-A235-B1A1CC6021F1}"/>
              </a:ext>
            </a:extLst>
          </p:cNvPr>
          <p:cNvSpPr>
            <a:spLocks/>
          </p:cNvSpPr>
          <p:nvPr/>
        </p:nvSpPr>
        <p:spPr bwMode="auto">
          <a:xfrm>
            <a:off x="2207804" y="2900384"/>
            <a:ext cx="2216" cy="5540"/>
          </a:xfrm>
          <a:custGeom>
            <a:avLst/>
            <a:gdLst>
              <a:gd name="T0" fmla="*/ 1 w 1"/>
              <a:gd name="T1" fmla="*/ 1 h 2"/>
              <a:gd name="T2" fmla="*/ 1 w 1"/>
              <a:gd name="T3" fmla="*/ 0 h 2"/>
              <a:gd name="T4" fmla="*/ 0 w 1"/>
              <a:gd name="T5" fmla="*/ 2 h 2"/>
              <a:gd name="T6" fmla="*/ 1 w 1"/>
              <a:gd name="T7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1"/>
                </a:moveTo>
                <a:cubicBezTo>
                  <a:pt x="1" y="1"/>
                  <a:pt x="1" y="0"/>
                  <a:pt x="1" y="0"/>
                </a:cubicBezTo>
                <a:cubicBezTo>
                  <a:pt x="0" y="2"/>
                  <a:pt x="0" y="2"/>
                  <a:pt x="0" y="2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4" name="Freeform 89">
            <a:extLst>
              <a:ext uri="{FF2B5EF4-FFF2-40B4-BE49-F238E27FC236}">
                <a16:creationId xmlns:a16="http://schemas.microsoft.com/office/drawing/2014/main" id="{BB57C565-B202-4FC8-A3A2-119EC0A86F4C}"/>
              </a:ext>
            </a:extLst>
          </p:cNvPr>
          <p:cNvSpPr>
            <a:spLocks/>
          </p:cNvSpPr>
          <p:nvPr/>
        </p:nvSpPr>
        <p:spPr bwMode="auto">
          <a:xfrm>
            <a:off x="2228854" y="2905924"/>
            <a:ext cx="15510" cy="17726"/>
          </a:xfrm>
          <a:custGeom>
            <a:avLst/>
            <a:gdLst>
              <a:gd name="T0" fmla="*/ 2 w 7"/>
              <a:gd name="T1" fmla="*/ 6 h 8"/>
              <a:gd name="T2" fmla="*/ 4 w 7"/>
              <a:gd name="T3" fmla="*/ 2 h 8"/>
              <a:gd name="T4" fmla="*/ 4 w 7"/>
              <a:gd name="T5" fmla="*/ 8 h 8"/>
              <a:gd name="T6" fmla="*/ 7 w 7"/>
              <a:gd name="T7" fmla="*/ 0 h 8"/>
              <a:gd name="T8" fmla="*/ 2 w 7"/>
              <a:gd name="T9" fmla="*/ 6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" h="8">
                <a:moveTo>
                  <a:pt x="2" y="6"/>
                </a:moveTo>
                <a:cubicBezTo>
                  <a:pt x="2" y="4"/>
                  <a:pt x="2" y="3"/>
                  <a:pt x="4" y="2"/>
                </a:cubicBezTo>
                <a:cubicBezTo>
                  <a:pt x="7" y="4"/>
                  <a:pt x="2" y="5"/>
                  <a:pt x="4" y="8"/>
                </a:cubicBezTo>
                <a:cubicBezTo>
                  <a:pt x="7" y="6"/>
                  <a:pt x="5" y="3"/>
                  <a:pt x="7" y="0"/>
                </a:cubicBezTo>
                <a:cubicBezTo>
                  <a:pt x="5" y="0"/>
                  <a:pt x="0" y="4"/>
                  <a:pt x="2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5" name="Freeform 90">
            <a:extLst>
              <a:ext uri="{FF2B5EF4-FFF2-40B4-BE49-F238E27FC236}">
                <a16:creationId xmlns:a16="http://schemas.microsoft.com/office/drawing/2014/main" id="{700F6354-5D91-43CA-90D2-EBB47813FA8F}"/>
              </a:ext>
            </a:extLst>
          </p:cNvPr>
          <p:cNvSpPr>
            <a:spLocks/>
          </p:cNvSpPr>
          <p:nvPr/>
        </p:nvSpPr>
        <p:spPr bwMode="auto">
          <a:xfrm>
            <a:off x="2237717" y="2925866"/>
            <a:ext cx="4432" cy="4432"/>
          </a:xfrm>
          <a:custGeom>
            <a:avLst/>
            <a:gdLst>
              <a:gd name="T0" fmla="*/ 2 w 4"/>
              <a:gd name="T1" fmla="*/ 4 h 4"/>
              <a:gd name="T2" fmla="*/ 4 w 4"/>
              <a:gd name="T3" fmla="*/ 0 h 4"/>
              <a:gd name="T4" fmla="*/ 2 w 4"/>
              <a:gd name="T5" fmla="*/ 0 h 4"/>
              <a:gd name="T6" fmla="*/ 0 w 4"/>
              <a:gd name="T7" fmla="*/ 4 h 4"/>
              <a:gd name="T8" fmla="*/ 2 w 4"/>
              <a:gd name="T9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0"/>
                </a:lnTo>
                <a:lnTo>
                  <a:pt x="0" y="4"/>
                </a:lnTo>
                <a:lnTo>
                  <a:pt x="2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6" name="Freeform 91">
            <a:extLst>
              <a:ext uri="{FF2B5EF4-FFF2-40B4-BE49-F238E27FC236}">
                <a16:creationId xmlns:a16="http://schemas.microsoft.com/office/drawing/2014/main" id="{391ABFEE-54A3-4219-8F2C-EC4A90A8560E}"/>
              </a:ext>
            </a:extLst>
          </p:cNvPr>
          <p:cNvSpPr>
            <a:spLocks/>
          </p:cNvSpPr>
          <p:nvPr/>
        </p:nvSpPr>
        <p:spPr bwMode="auto">
          <a:xfrm>
            <a:off x="2108098" y="2938052"/>
            <a:ext cx="3323" cy="6647"/>
          </a:xfrm>
          <a:custGeom>
            <a:avLst/>
            <a:gdLst>
              <a:gd name="T0" fmla="*/ 1 w 1"/>
              <a:gd name="T1" fmla="*/ 1 h 3"/>
              <a:gd name="T2" fmla="*/ 0 w 1"/>
              <a:gd name="T3" fmla="*/ 3 h 3"/>
              <a:gd name="T4" fmla="*/ 1 w 1"/>
              <a:gd name="T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">
                <a:moveTo>
                  <a:pt x="1" y="1"/>
                </a:moveTo>
                <a:cubicBezTo>
                  <a:pt x="0" y="0"/>
                  <a:pt x="0" y="2"/>
                  <a:pt x="0" y="3"/>
                </a:cubicBezTo>
                <a:cubicBezTo>
                  <a:pt x="0" y="2"/>
                  <a:pt x="1" y="2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7" name="Freeform 92">
            <a:extLst>
              <a:ext uri="{FF2B5EF4-FFF2-40B4-BE49-F238E27FC236}">
                <a16:creationId xmlns:a16="http://schemas.microsoft.com/office/drawing/2014/main" id="{4EA6ECE8-F4E9-4447-ADB9-18D4295A9B65}"/>
              </a:ext>
            </a:extLst>
          </p:cNvPr>
          <p:cNvSpPr>
            <a:spLocks/>
          </p:cNvSpPr>
          <p:nvPr/>
        </p:nvSpPr>
        <p:spPr bwMode="auto">
          <a:xfrm>
            <a:off x="1456674" y="3562886"/>
            <a:ext cx="23265" cy="25481"/>
          </a:xfrm>
          <a:custGeom>
            <a:avLst/>
            <a:gdLst>
              <a:gd name="T0" fmla="*/ 10 w 10"/>
              <a:gd name="T1" fmla="*/ 0 h 11"/>
              <a:gd name="T2" fmla="*/ 0 w 10"/>
              <a:gd name="T3" fmla="*/ 11 h 11"/>
              <a:gd name="T4" fmla="*/ 10 w 10"/>
              <a:gd name="T5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11">
                <a:moveTo>
                  <a:pt x="10" y="0"/>
                </a:moveTo>
                <a:cubicBezTo>
                  <a:pt x="0" y="11"/>
                  <a:pt x="0" y="11"/>
                  <a:pt x="0" y="11"/>
                </a:cubicBezTo>
                <a:cubicBezTo>
                  <a:pt x="3" y="8"/>
                  <a:pt x="6" y="5"/>
                  <a:pt x="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8" name="Freeform 93">
            <a:extLst>
              <a:ext uri="{FF2B5EF4-FFF2-40B4-BE49-F238E27FC236}">
                <a16:creationId xmlns:a16="http://schemas.microsoft.com/office/drawing/2014/main" id="{D1AB4C0D-DE78-42B9-976F-0CB3B4E2D2A3}"/>
              </a:ext>
            </a:extLst>
          </p:cNvPr>
          <p:cNvSpPr>
            <a:spLocks/>
          </p:cNvSpPr>
          <p:nvPr/>
        </p:nvSpPr>
        <p:spPr bwMode="auto">
          <a:xfrm>
            <a:off x="2037194" y="3011171"/>
            <a:ext cx="16618" cy="23265"/>
          </a:xfrm>
          <a:custGeom>
            <a:avLst/>
            <a:gdLst>
              <a:gd name="T0" fmla="*/ 3 w 7"/>
              <a:gd name="T1" fmla="*/ 10 h 10"/>
              <a:gd name="T2" fmla="*/ 7 w 7"/>
              <a:gd name="T3" fmla="*/ 0 h 10"/>
              <a:gd name="T4" fmla="*/ 0 w 7"/>
              <a:gd name="T5" fmla="*/ 9 h 10"/>
              <a:gd name="T6" fmla="*/ 3 w 7"/>
              <a:gd name="T7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10">
                <a:moveTo>
                  <a:pt x="3" y="10"/>
                </a:moveTo>
                <a:cubicBezTo>
                  <a:pt x="5" y="6"/>
                  <a:pt x="5" y="3"/>
                  <a:pt x="7" y="0"/>
                </a:cubicBezTo>
                <a:cubicBezTo>
                  <a:pt x="1" y="2"/>
                  <a:pt x="5" y="8"/>
                  <a:pt x="0" y="9"/>
                </a:cubicBezTo>
                <a:lnTo>
                  <a:pt x="3" y="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79" name="Freeform 94">
            <a:extLst>
              <a:ext uri="{FF2B5EF4-FFF2-40B4-BE49-F238E27FC236}">
                <a16:creationId xmlns:a16="http://schemas.microsoft.com/office/drawing/2014/main" id="{845FA3E6-20A9-461F-A674-8ADC353D002B}"/>
              </a:ext>
            </a:extLst>
          </p:cNvPr>
          <p:cNvSpPr>
            <a:spLocks/>
          </p:cNvSpPr>
          <p:nvPr/>
        </p:nvSpPr>
        <p:spPr bwMode="auto">
          <a:xfrm>
            <a:off x="2028331" y="3015603"/>
            <a:ext cx="8863" cy="12187"/>
          </a:xfrm>
          <a:custGeom>
            <a:avLst/>
            <a:gdLst>
              <a:gd name="T0" fmla="*/ 1 w 4"/>
              <a:gd name="T1" fmla="*/ 0 h 5"/>
              <a:gd name="T2" fmla="*/ 2 w 4"/>
              <a:gd name="T3" fmla="*/ 5 h 5"/>
              <a:gd name="T4" fmla="*/ 3 w 4"/>
              <a:gd name="T5" fmla="*/ 1 h 5"/>
              <a:gd name="T6" fmla="*/ 1 w 4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5">
                <a:moveTo>
                  <a:pt x="1" y="0"/>
                </a:moveTo>
                <a:cubicBezTo>
                  <a:pt x="3" y="1"/>
                  <a:pt x="0" y="4"/>
                  <a:pt x="2" y="5"/>
                </a:cubicBezTo>
                <a:cubicBezTo>
                  <a:pt x="4" y="2"/>
                  <a:pt x="1" y="2"/>
                  <a:pt x="3" y="1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0" name="Freeform 95">
            <a:extLst>
              <a:ext uri="{FF2B5EF4-FFF2-40B4-BE49-F238E27FC236}">
                <a16:creationId xmlns:a16="http://schemas.microsoft.com/office/drawing/2014/main" id="{0F7FA2C0-7336-4426-AC51-5782FBBE45D9}"/>
              </a:ext>
            </a:extLst>
          </p:cNvPr>
          <p:cNvSpPr>
            <a:spLocks/>
          </p:cNvSpPr>
          <p:nvPr/>
        </p:nvSpPr>
        <p:spPr bwMode="auto">
          <a:xfrm>
            <a:off x="2124715" y="3052162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  <a:gd name="T3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1" name="Freeform 96">
            <a:extLst>
              <a:ext uri="{FF2B5EF4-FFF2-40B4-BE49-F238E27FC236}">
                <a16:creationId xmlns:a16="http://schemas.microsoft.com/office/drawing/2014/main" id="{01E3BBDB-9F4C-42AE-A20D-A654371EC8ED}"/>
              </a:ext>
            </a:extLst>
          </p:cNvPr>
          <p:cNvSpPr>
            <a:spLocks/>
          </p:cNvSpPr>
          <p:nvPr/>
        </p:nvSpPr>
        <p:spPr bwMode="auto">
          <a:xfrm>
            <a:off x="1998419" y="3045514"/>
            <a:ext cx="4432" cy="2216"/>
          </a:xfrm>
          <a:custGeom>
            <a:avLst/>
            <a:gdLst>
              <a:gd name="T0" fmla="*/ 4 w 4"/>
              <a:gd name="T1" fmla="*/ 2 h 2"/>
              <a:gd name="T2" fmla="*/ 4 w 4"/>
              <a:gd name="T3" fmla="*/ 0 h 2"/>
              <a:gd name="T4" fmla="*/ 0 w 4"/>
              <a:gd name="T5" fmla="*/ 2 h 2"/>
              <a:gd name="T6" fmla="*/ 4 w 4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2">
                <a:moveTo>
                  <a:pt x="4" y="2"/>
                </a:moveTo>
                <a:lnTo>
                  <a:pt x="4" y="0"/>
                </a:lnTo>
                <a:lnTo>
                  <a:pt x="0" y="2"/>
                </a:ln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2" name="Freeform 97">
            <a:extLst>
              <a:ext uri="{FF2B5EF4-FFF2-40B4-BE49-F238E27FC236}">
                <a16:creationId xmlns:a16="http://schemas.microsoft.com/office/drawing/2014/main" id="{F1A0C373-177D-4AF5-A72B-92D3A6D640AA}"/>
              </a:ext>
            </a:extLst>
          </p:cNvPr>
          <p:cNvSpPr>
            <a:spLocks/>
          </p:cNvSpPr>
          <p:nvPr/>
        </p:nvSpPr>
        <p:spPr bwMode="auto">
          <a:xfrm>
            <a:off x="2002850" y="3045514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3" name="Freeform 98">
            <a:extLst>
              <a:ext uri="{FF2B5EF4-FFF2-40B4-BE49-F238E27FC236}">
                <a16:creationId xmlns:a16="http://schemas.microsoft.com/office/drawing/2014/main" id="{662EFA34-B3C4-4944-A529-61F9AAA3053F}"/>
              </a:ext>
            </a:extLst>
          </p:cNvPr>
          <p:cNvSpPr>
            <a:spLocks/>
          </p:cNvSpPr>
          <p:nvPr/>
        </p:nvSpPr>
        <p:spPr bwMode="auto">
          <a:xfrm>
            <a:off x="2131362" y="3056593"/>
            <a:ext cx="2216" cy="5540"/>
          </a:xfrm>
          <a:custGeom>
            <a:avLst/>
            <a:gdLst>
              <a:gd name="T0" fmla="*/ 0 w 2"/>
              <a:gd name="T1" fmla="*/ 5 h 5"/>
              <a:gd name="T2" fmla="*/ 2 w 2"/>
              <a:gd name="T3" fmla="*/ 3 h 5"/>
              <a:gd name="T4" fmla="*/ 2 w 2"/>
              <a:gd name="T5" fmla="*/ 0 h 5"/>
              <a:gd name="T6" fmla="*/ 0 w 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5"/>
                </a:moveTo>
                <a:lnTo>
                  <a:pt x="2" y="3"/>
                </a:lnTo>
                <a:lnTo>
                  <a:pt x="2" y="0"/>
                </a:lnTo>
                <a:lnTo>
                  <a:pt x="0" y="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4" name="Freeform 99">
            <a:extLst>
              <a:ext uri="{FF2B5EF4-FFF2-40B4-BE49-F238E27FC236}">
                <a16:creationId xmlns:a16="http://schemas.microsoft.com/office/drawing/2014/main" id="{0088BB20-F6A2-496C-AAAB-D1FCC57B59C9}"/>
              </a:ext>
            </a:extLst>
          </p:cNvPr>
          <p:cNvSpPr>
            <a:spLocks/>
          </p:cNvSpPr>
          <p:nvPr/>
        </p:nvSpPr>
        <p:spPr bwMode="auto">
          <a:xfrm>
            <a:off x="2078185" y="3064348"/>
            <a:ext cx="7755" cy="2216"/>
          </a:xfrm>
          <a:custGeom>
            <a:avLst/>
            <a:gdLst>
              <a:gd name="T0" fmla="*/ 2 w 3"/>
              <a:gd name="T1" fmla="*/ 1 h 1"/>
              <a:gd name="T2" fmla="*/ 3 w 3"/>
              <a:gd name="T3" fmla="*/ 0 h 1"/>
              <a:gd name="T4" fmla="*/ 2 w 3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1">
                <a:moveTo>
                  <a:pt x="2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5" name="Freeform 100">
            <a:extLst>
              <a:ext uri="{FF2B5EF4-FFF2-40B4-BE49-F238E27FC236}">
                <a16:creationId xmlns:a16="http://schemas.microsoft.com/office/drawing/2014/main" id="{C8B9DC8F-7EDD-475F-A4E8-C9C2699CD45A}"/>
              </a:ext>
            </a:extLst>
          </p:cNvPr>
          <p:cNvSpPr>
            <a:spLocks/>
          </p:cNvSpPr>
          <p:nvPr/>
        </p:nvSpPr>
        <p:spPr bwMode="auto">
          <a:xfrm>
            <a:off x="1979584" y="3066564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6" name="Freeform 101">
            <a:extLst>
              <a:ext uri="{FF2B5EF4-FFF2-40B4-BE49-F238E27FC236}">
                <a16:creationId xmlns:a16="http://schemas.microsoft.com/office/drawing/2014/main" id="{86D795EA-270E-48EC-B25F-9FF84FC56D93}"/>
              </a:ext>
            </a:extLst>
          </p:cNvPr>
          <p:cNvSpPr>
            <a:spLocks/>
          </p:cNvSpPr>
          <p:nvPr/>
        </p:nvSpPr>
        <p:spPr bwMode="auto">
          <a:xfrm>
            <a:off x="2069322" y="3098692"/>
            <a:ext cx="8863" cy="6647"/>
          </a:xfrm>
          <a:custGeom>
            <a:avLst/>
            <a:gdLst>
              <a:gd name="T0" fmla="*/ 2 w 4"/>
              <a:gd name="T1" fmla="*/ 0 h 3"/>
              <a:gd name="T2" fmla="*/ 3 w 4"/>
              <a:gd name="T3" fmla="*/ 2 h 3"/>
              <a:gd name="T4" fmla="*/ 2 w 4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2" y="0"/>
                </a:moveTo>
                <a:cubicBezTo>
                  <a:pt x="4" y="1"/>
                  <a:pt x="0" y="3"/>
                  <a:pt x="3" y="2"/>
                </a:cubicBezTo>
                <a:cubicBezTo>
                  <a:pt x="4" y="1"/>
                  <a:pt x="3" y="0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7" name="Freeform 102">
            <a:extLst>
              <a:ext uri="{FF2B5EF4-FFF2-40B4-BE49-F238E27FC236}">
                <a16:creationId xmlns:a16="http://schemas.microsoft.com/office/drawing/2014/main" id="{8062DB9C-2836-4B4D-8D52-95AC966DC37F}"/>
              </a:ext>
            </a:extLst>
          </p:cNvPr>
          <p:cNvSpPr>
            <a:spLocks/>
          </p:cNvSpPr>
          <p:nvPr/>
        </p:nvSpPr>
        <p:spPr bwMode="auto">
          <a:xfrm>
            <a:off x="2013929" y="311641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8" name="Freeform 103">
            <a:extLst>
              <a:ext uri="{FF2B5EF4-FFF2-40B4-BE49-F238E27FC236}">
                <a16:creationId xmlns:a16="http://schemas.microsoft.com/office/drawing/2014/main" id="{D9AE27CA-8960-420C-935A-EF78318DFBEB}"/>
              </a:ext>
            </a:extLst>
          </p:cNvPr>
          <p:cNvSpPr>
            <a:spLocks/>
          </p:cNvSpPr>
          <p:nvPr/>
        </p:nvSpPr>
        <p:spPr bwMode="auto">
          <a:xfrm>
            <a:off x="2013929" y="3111987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1"/>
                  <a:pt x="2" y="1"/>
                  <a:pt x="2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9" name="Freeform 104">
            <a:extLst>
              <a:ext uri="{FF2B5EF4-FFF2-40B4-BE49-F238E27FC236}">
                <a16:creationId xmlns:a16="http://schemas.microsoft.com/office/drawing/2014/main" id="{260ABDF3-3A17-4A75-AF53-77C82A3393B7}"/>
              </a:ext>
            </a:extLst>
          </p:cNvPr>
          <p:cNvSpPr>
            <a:spLocks/>
          </p:cNvSpPr>
          <p:nvPr/>
        </p:nvSpPr>
        <p:spPr bwMode="auto">
          <a:xfrm>
            <a:off x="1996204" y="3126389"/>
            <a:ext cx="6647" cy="8863"/>
          </a:xfrm>
          <a:custGeom>
            <a:avLst/>
            <a:gdLst>
              <a:gd name="T0" fmla="*/ 1 w 3"/>
              <a:gd name="T1" fmla="*/ 3 h 4"/>
              <a:gd name="T2" fmla="*/ 2 w 3"/>
              <a:gd name="T3" fmla="*/ 3 h 4"/>
              <a:gd name="T4" fmla="*/ 2 w 3"/>
              <a:gd name="T5" fmla="*/ 2 h 4"/>
              <a:gd name="T6" fmla="*/ 2 w 3"/>
              <a:gd name="T7" fmla="*/ 1 h 4"/>
              <a:gd name="T8" fmla="*/ 2 w 3"/>
              <a:gd name="T9" fmla="*/ 0 h 4"/>
              <a:gd name="T10" fmla="*/ 2 w 3"/>
              <a:gd name="T11" fmla="*/ 1 h 4"/>
              <a:gd name="T12" fmla="*/ 1 w 3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" h="4">
                <a:moveTo>
                  <a:pt x="1" y="3"/>
                </a:moveTo>
                <a:cubicBezTo>
                  <a:pt x="2" y="3"/>
                  <a:pt x="2" y="3"/>
                  <a:pt x="2" y="3"/>
                </a:cubicBezTo>
                <a:cubicBezTo>
                  <a:pt x="2" y="4"/>
                  <a:pt x="2" y="3"/>
                  <a:pt x="2" y="2"/>
                </a:cubicBezTo>
                <a:cubicBezTo>
                  <a:pt x="3" y="2"/>
                  <a:pt x="2" y="1"/>
                  <a:pt x="2" y="1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1" y="2"/>
                  <a:pt x="0" y="3"/>
                  <a:pt x="1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0" name="Freeform 105">
            <a:extLst>
              <a:ext uri="{FF2B5EF4-FFF2-40B4-BE49-F238E27FC236}">
                <a16:creationId xmlns:a16="http://schemas.microsoft.com/office/drawing/2014/main" id="{38E0DAD1-4145-423F-A861-D00528ADB123}"/>
              </a:ext>
            </a:extLst>
          </p:cNvPr>
          <p:cNvSpPr>
            <a:spLocks/>
          </p:cNvSpPr>
          <p:nvPr/>
        </p:nvSpPr>
        <p:spPr bwMode="auto">
          <a:xfrm>
            <a:off x="1887633" y="3128605"/>
            <a:ext cx="16618" cy="11078"/>
          </a:xfrm>
          <a:custGeom>
            <a:avLst/>
            <a:gdLst>
              <a:gd name="T0" fmla="*/ 0 w 7"/>
              <a:gd name="T1" fmla="*/ 5 h 5"/>
              <a:gd name="T2" fmla="*/ 4 w 7"/>
              <a:gd name="T3" fmla="*/ 5 h 5"/>
              <a:gd name="T4" fmla="*/ 5 w 7"/>
              <a:gd name="T5" fmla="*/ 0 h 5"/>
              <a:gd name="T6" fmla="*/ 0 w 7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5">
                <a:moveTo>
                  <a:pt x="0" y="5"/>
                </a:moveTo>
                <a:cubicBezTo>
                  <a:pt x="3" y="4"/>
                  <a:pt x="3" y="3"/>
                  <a:pt x="4" y="5"/>
                </a:cubicBezTo>
                <a:cubicBezTo>
                  <a:pt x="7" y="3"/>
                  <a:pt x="4" y="1"/>
                  <a:pt x="5" y="0"/>
                </a:cubicBezTo>
                <a:cubicBezTo>
                  <a:pt x="3" y="2"/>
                  <a:pt x="2" y="2"/>
                  <a:pt x="0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1" name="Freeform 106">
            <a:extLst>
              <a:ext uri="{FF2B5EF4-FFF2-40B4-BE49-F238E27FC236}">
                <a16:creationId xmlns:a16="http://schemas.microsoft.com/office/drawing/2014/main" id="{26C614C5-806F-4DE5-94CE-AF744B0DB8AF}"/>
              </a:ext>
            </a:extLst>
          </p:cNvPr>
          <p:cNvSpPr>
            <a:spLocks/>
          </p:cNvSpPr>
          <p:nvPr/>
        </p:nvSpPr>
        <p:spPr bwMode="auto">
          <a:xfrm>
            <a:off x="1898711" y="3126388"/>
            <a:ext cx="2216" cy="2216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2" name="Freeform 107">
            <a:extLst>
              <a:ext uri="{FF2B5EF4-FFF2-40B4-BE49-F238E27FC236}">
                <a16:creationId xmlns:a16="http://schemas.microsoft.com/office/drawing/2014/main" id="{10F825BA-6517-4568-AB28-20C27B114D07}"/>
              </a:ext>
            </a:extLst>
          </p:cNvPr>
          <p:cNvSpPr>
            <a:spLocks/>
          </p:cNvSpPr>
          <p:nvPr/>
        </p:nvSpPr>
        <p:spPr bwMode="auto">
          <a:xfrm>
            <a:off x="2043841" y="3139684"/>
            <a:ext cx="0" cy="6647"/>
          </a:xfrm>
          <a:custGeom>
            <a:avLst/>
            <a:gdLst>
              <a:gd name="T0" fmla="*/ 0 h 6"/>
              <a:gd name="T1" fmla="*/ 6 h 6"/>
              <a:gd name="T2" fmla="*/ 4 h 6"/>
              <a:gd name="T3" fmla="*/ 0 h 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6">
                <a:moveTo>
                  <a:pt x="0" y="0"/>
                </a:moveTo>
                <a:lnTo>
                  <a:pt x="0" y="6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3" name="Freeform 108">
            <a:extLst>
              <a:ext uri="{FF2B5EF4-FFF2-40B4-BE49-F238E27FC236}">
                <a16:creationId xmlns:a16="http://schemas.microsoft.com/office/drawing/2014/main" id="{57929D9B-7D83-49F5-845A-4C78165EEDF3}"/>
              </a:ext>
            </a:extLst>
          </p:cNvPr>
          <p:cNvSpPr>
            <a:spLocks/>
          </p:cNvSpPr>
          <p:nvPr/>
        </p:nvSpPr>
        <p:spPr bwMode="auto">
          <a:xfrm>
            <a:off x="1878770" y="3141899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1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1"/>
                  <a:pt x="1" y="1"/>
                  <a:pt x="2" y="1"/>
                </a:cubicBezTo>
                <a:cubicBezTo>
                  <a:pt x="1" y="0"/>
                  <a:pt x="0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4" name="Freeform 109">
            <a:extLst>
              <a:ext uri="{FF2B5EF4-FFF2-40B4-BE49-F238E27FC236}">
                <a16:creationId xmlns:a16="http://schemas.microsoft.com/office/drawing/2014/main" id="{8797AEA1-27F8-4441-B706-210F9FFA223D}"/>
              </a:ext>
            </a:extLst>
          </p:cNvPr>
          <p:cNvSpPr>
            <a:spLocks/>
          </p:cNvSpPr>
          <p:nvPr/>
        </p:nvSpPr>
        <p:spPr bwMode="auto">
          <a:xfrm>
            <a:off x="1943026" y="3169596"/>
            <a:ext cx="6647" cy="6647"/>
          </a:xfrm>
          <a:custGeom>
            <a:avLst/>
            <a:gdLst>
              <a:gd name="T0" fmla="*/ 1 w 3"/>
              <a:gd name="T1" fmla="*/ 2 h 3"/>
              <a:gd name="T2" fmla="*/ 3 w 3"/>
              <a:gd name="T3" fmla="*/ 1 h 3"/>
              <a:gd name="T4" fmla="*/ 1 w 3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2"/>
                </a:moveTo>
                <a:cubicBezTo>
                  <a:pt x="1" y="3"/>
                  <a:pt x="2" y="1"/>
                  <a:pt x="3" y="1"/>
                </a:cubicBezTo>
                <a:cubicBezTo>
                  <a:pt x="2" y="1"/>
                  <a:pt x="0" y="0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5" name="Freeform 110">
            <a:extLst>
              <a:ext uri="{FF2B5EF4-FFF2-40B4-BE49-F238E27FC236}">
                <a16:creationId xmlns:a16="http://schemas.microsoft.com/office/drawing/2014/main" id="{90C3E8ED-C273-4E7E-B2AB-8B27DAA44760}"/>
              </a:ext>
            </a:extLst>
          </p:cNvPr>
          <p:cNvSpPr>
            <a:spLocks/>
          </p:cNvSpPr>
          <p:nvPr/>
        </p:nvSpPr>
        <p:spPr bwMode="auto">
          <a:xfrm>
            <a:off x="1876554" y="3162948"/>
            <a:ext cx="4432" cy="8863"/>
          </a:xfrm>
          <a:custGeom>
            <a:avLst/>
            <a:gdLst>
              <a:gd name="T0" fmla="*/ 0 w 2"/>
              <a:gd name="T1" fmla="*/ 3 h 4"/>
              <a:gd name="T2" fmla="*/ 2 w 2"/>
              <a:gd name="T3" fmla="*/ 4 h 4"/>
              <a:gd name="T4" fmla="*/ 0 w 2"/>
              <a:gd name="T5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0" y="3"/>
                </a:moveTo>
                <a:cubicBezTo>
                  <a:pt x="0" y="2"/>
                  <a:pt x="2" y="3"/>
                  <a:pt x="2" y="4"/>
                </a:cubicBezTo>
                <a:cubicBezTo>
                  <a:pt x="2" y="3"/>
                  <a:pt x="1" y="0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6" name="Freeform 111">
            <a:extLst>
              <a:ext uri="{FF2B5EF4-FFF2-40B4-BE49-F238E27FC236}">
                <a16:creationId xmlns:a16="http://schemas.microsoft.com/office/drawing/2014/main" id="{ABE69B51-0F0B-4AD7-873B-B0E42BB238EE}"/>
              </a:ext>
            </a:extLst>
          </p:cNvPr>
          <p:cNvSpPr>
            <a:spLocks/>
          </p:cNvSpPr>
          <p:nvPr/>
        </p:nvSpPr>
        <p:spPr bwMode="auto">
          <a:xfrm>
            <a:off x="1936378" y="3178458"/>
            <a:ext cx="2216" cy="5540"/>
          </a:xfrm>
          <a:custGeom>
            <a:avLst/>
            <a:gdLst>
              <a:gd name="T0" fmla="*/ 0 w 2"/>
              <a:gd name="T1" fmla="*/ 5 h 5"/>
              <a:gd name="T2" fmla="*/ 0 w 2"/>
              <a:gd name="T3" fmla="*/ 5 h 5"/>
              <a:gd name="T4" fmla="*/ 2 w 2"/>
              <a:gd name="T5" fmla="*/ 0 h 5"/>
              <a:gd name="T6" fmla="*/ 0 w 2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5"/>
                </a:moveTo>
                <a:lnTo>
                  <a:pt x="0" y="5"/>
                </a:lnTo>
                <a:lnTo>
                  <a:pt x="2" y="0"/>
                </a:lnTo>
                <a:lnTo>
                  <a:pt x="0" y="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7" name="Freeform 112">
            <a:extLst>
              <a:ext uri="{FF2B5EF4-FFF2-40B4-BE49-F238E27FC236}">
                <a16:creationId xmlns:a16="http://schemas.microsoft.com/office/drawing/2014/main" id="{1FF21DEA-E466-4EB5-8D73-698C6261B73F}"/>
              </a:ext>
            </a:extLst>
          </p:cNvPr>
          <p:cNvSpPr>
            <a:spLocks/>
          </p:cNvSpPr>
          <p:nvPr/>
        </p:nvSpPr>
        <p:spPr bwMode="auto">
          <a:xfrm>
            <a:off x="1960751" y="3197292"/>
            <a:ext cx="21050" cy="8863"/>
          </a:xfrm>
          <a:custGeom>
            <a:avLst/>
            <a:gdLst>
              <a:gd name="T0" fmla="*/ 9 w 9"/>
              <a:gd name="T1" fmla="*/ 4 h 4"/>
              <a:gd name="T2" fmla="*/ 5 w 9"/>
              <a:gd name="T3" fmla="*/ 0 h 4"/>
              <a:gd name="T4" fmla="*/ 4 w 9"/>
              <a:gd name="T5" fmla="*/ 4 h 4"/>
              <a:gd name="T6" fmla="*/ 9 w 9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4">
                <a:moveTo>
                  <a:pt x="9" y="4"/>
                </a:moveTo>
                <a:cubicBezTo>
                  <a:pt x="9" y="1"/>
                  <a:pt x="3" y="4"/>
                  <a:pt x="5" y="0"/>
                </a:cubicBezTo>
                <a:cubicBezTo>
                  <a:pt x="0" y="2"/>
                  <a:pt x="7" y="1"/>
                  <a:pt x="4" y="4"/>
                </a:cubicBezTo>
                <a:cubicBezTo>
                  <a:pt x="6" y="3"/>
                  <a:pt x="8" y="3"/>
                  <a:pt x="9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8" name="Freeform 113">
            <a:extLst>
              <a:ext uri="{FF2B5EF4-FFF2-40B4-BE49-F238E27FC236}">
                <a16:creationId xmlns:a16="http://schemas.microsoft.com/office/drawing/2014/main" id="{CAD7A613-92A7-40EF-8A66-CDFDA695A17C}"/>
              </a:ext>
            </a:extLst>
          </p:cNvPr>
          <p:cNvSpPr>
            <a:spLocks/>
          </p:cNvSpPr>
          <p:nvPr/>
        </p:nvSpPr>
        <p:spPr bwMode="auto">
          <a:xfrm>
            <a:off x="1968506" y="3206155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9" name="Freeform 114">
            <a:extLst>
              <a:ext uri="{FF2B5EF4-FFF2-40B4-BE49-F238E27FC236}">
                <a16:creationId xmlns:a16="http://schemas.microsoft.com/office/drawing/2014/main" id="{3A6BB526-CB37-4077-A475-895DB1917AD4}"/>
              </a:ext>
            </a:extLst>
          </p:cNvPr>
          <p:cNvSpPr>
            <a:spLocks/>
          </p:cNvSpPr>
          <p:nvPr/>
        </p:nvSpPr>
        <p:spPr bwMode="auto">
          <a:xfrm>
            <a:off x="1900927" y="3236067"/>
            <a:ext cx="0" cy="2216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0" name="Freeform 115">
            <a:extLst>
              <a:ext uri="{FF2B5EF4-FFF2-40B4-BE49-F238E27FC236}">
                <a16:creationId xmlns:a16="http://schemas.microsoft.com/office/drawing/2014/main" id="{831D2205-AD9F-4965-991F-E06576861681}"/>
              </a:ext>
            </a:extLst>
          </p:cNvPr>
          <p:cNvSpPr>
            <a:spLocks/>
          </p:cNvSpPr>
          <p:nvPr/>
        </p:nvSpPr>
        <p:spPr bwMode="auto">
          <a:xfrm>
            <a:off x="1945241" y="3218341"/>
            <a:ext cx="11079" cy="17726"/>
          </a:xfrm>
          <a:custGeom>
            <a:avLst/>
            <a:gdLst>
              <a:gd name="T0" fmla="*/ 4 w 5"/>
              <a:gd name="T1" fmla="*/ 4 h 8"/>
              <a:gd name="T2" fmla="*/ 5 w 5"/>
              <a:gd name="T3" fmla="*/ 0 h 8"/>
              <a:gd name="T4" fmla="*/ 2 w 5"/>
              <a:gd name="T5" fmla="*/ 8 h 8"/>
              <a:gd name="T6" fmla="*/ 5 w 5"/>
              <a:gd name="T7" fmla="*/ 4 h 8"/>
              <a:gd name="T8" fmla="*/ 4 w 5"/>
              <a:gd name="T9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8">
                <a:moveTo>
                  <a:pt x="4" y="4"/>
                </a:moveTo>
                <a:cubicBezTo>
                  <a:pt x="5" y="0"/>
                  <a:pt x="5" y="0"/>
                  <a:pt x="5" y="0"/>
                </a:cubicBezTo>
                <a:cubicBezTo>
                  <a:pt x="4" y="2"/>
                  <a:pt x="0" y="6"/>
                  <a:pt x="2" y="8"/>
                </a:cubicBezTo>
                <a:cubicBezTo>
                  <a:pt x="4" y="7"/>
                  <a:pt x="5" y="5"/>
                  <a:pt x="5" y="4"/>
                </a:cubicBezTo>
                <a:lnTo>
                  <a:pt x="4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1" name="Freeform 116">
            <a:extLst>
              <a:ext uri="{FF2B5EF4-FFF2-40B4-BE49-F238E27FC236}">
                <a16:creationId xmlns:a16="http://schemas.microsoft.com/office/drawing/2014/main" id="{29FC0DED-2571-4D5C-B92F-0E5D554F3FD7}"/>
              </a:ext>
            </a:extLst>
          </p:cNvPr>
          <p:cNvSpPr>
            <a:spLocks/>
          </p:cNvSpPr>
          <p:nvPr/>
        </p:nvSpPr>
        <p:spPr bwMode="auto">
          <a:xfrm>
            <a:off x="1813406" y="3206155"/>
            <a:ext cx="3323" cy="7755"/>
          </a:xfrm>
          <a:custGeom>
            <a:avLst/>
            <a:gdLst>
              <a:gd name="T0" fmla="*/ 1 w 1"/>
              <a:gd name="T1" fmla="*/ 2 h 3"/>
              <a:gd name="T2" fmla="*/ 1 w 1"/>
              <a:gd name="T3" fmla="*/ 0 h 3"/>
              <a:gd name="T4" fmla="*/ 0 w 1"/>
              <a:gd name="T5" fmla="*/ 1 h 3"/>
              <a:gd name="T6" fmla="*/ 1 w 1"/>
              <a:gd name="T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3">
                <a:moveTo>
                  <a:pt x="1" y="2"/>
                </a:move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3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2" name="Freeform 117">
            <a:extLst>
              <a:ext uri="{FF2B5EF4-FFF2-40B4-BE49-F238E27FC236}">
                <a16:creationId xmlns:a16="http://schemas.microsoft.com/office/drawing/2014/main" id="{355F9612-3ACC-4774-8EC1-5B4995319A5B}"/>
              </a:ext>
            </a:extLst>
          </p:cNvPr>
          <p:cNvSpPr>
            <a:spLocks/>
          </p:cNvSpPr>
          <p:nvPr/>
        </p:nvSpPr>
        <p:spPr bwMode="auto">
          <a:xfrm>
            <a:off x="1811190" y="3208370"/>
            <a:ext cx="2216" cy="2216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3" name="Freeform 118">
            <a:extLst>
              <a:ext uri="{FF2B5EF4-FFF2-40B4-BE49-F238E27FC236}">
                <a16:creationId xmlns:a16="http://schemas.microsoft.com/office/drawing/2014/main" id="{D32228AE-9D51-4D83-8FDB-51CAE2986412}"/>
              </a:ext>
            </a:extLst>
          </p:cNvPr>
          <p:cNvSpPr>
            <a:spLocks/>
          </p:cNvSpPr>
          <p:nvPr/>
        </p:nvSpPr>
        <p:spPr bwMode="auto">
          <a:xfrm>
            <a:off x="1908682" y="3220557"/>
            <a:ext cx="6647" cy="4432"/>
          </a:xfrm>
          <a:custGeom>
            <a:avLst/>
            <a:gdLst>
              <a:gd name="T0" fmla="*/ 1 w 3"/>
              <a:gd name="T1" fmla="*/ 2 h 2"/>
              <a:gd name="T2" fmla="*/ 3 w 3"/>
              <a:gd name="T3" fmla="*/ 0 h 2"/>
              <a:gd name="T4" fmla="*/ 1 w 3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1" y="2"/>
                </a:moveTo>
                <a:cubicBezTo>
                  <a:pt x="2" y="2"/>
                  <a:pt x="2" y="1"/>
                  <a:pt x="3" y="0"/>
                </a:cubicBezTo>
                <a:cubicBezTo>
                  <a:pt x="2" y="0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4" name="Freeform 119">
            <a:extLst>
              <a:ext uri="{FF2B5EF4-FFF2-40B4-BE49-F238E27FC236}">
                <a16:creationId xmlns:a16="http://schemas.microsoft.com/office/drawing/2014/main" id="{98622DF8-59CE-407D-9F00-4EB7D3B1A0CD}"/>
              </a:ext>
            </a:extLst>
          </p:cNvPr>
          <p:cNvSpPr>
            <a:spLocks/>
          </p:cNvSpPr>
          <p:nvPr/>
        </p:nvSpPr>
        <p:spPr bwMode="auto">
          <a:xfrm>
            <a:off x="1804543" y="3229420"/>
            <a:ext cx="4432" cy="4432"/>
          </a:xfrm>
          <a:custGeom>
            <a:avLst/>
            <a:gdLst>
              <a:gd name="T0" fmla="*/ 0 w 4"/>
              <a:gd name="T1" fmla="*/ 4 h 4"/>
              <a:gd name="T2" fmla="*/ 4 w 4"/>
              <a:gd name="T3" fmla="*/ 0 h 4"/>
              <a:gd name="T4" fmla="*/ 0 w 4"/>
              <a:gd name="T5" fmla="*/ 4 h 4"/>
              <a:gd name="T6" fmla="*/ 0 w 4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4">
                <a:moveTo>
                  <a:pt x="0" y="4"/>
                </a:moveTo>
                <a:lnTo>
                  <a:pt x="4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5" name="Freeform 120">
            <a:extLst>
              <a:ext uri="{FF2B5EF4-FFF2-40B4-BE49-F238E27FC236}">
                <a16:creationId xmlns:a16="http://schemas.microsoft.com/office/drawing/2014/main" id="{96984529-480B-4C29-805F-7263A6A6E34C}"/>
              </a:ext>
            </a:extLst>
          </p:cNvPr>
          <p:cNvSpPr>
            <a:spLocks/>
          </p:cNvSpPr>
          <p:nvPr/>
        </p:nvSpPr>
        <p:spPr bwMode="auto">
          <a:xfrm>
            <a:off x="1776846" y="3246038"/>
            <a:ext cx="2216" cy="4432"/>
          </a:xfrm>
          <a:custGeom>
            <a:avLst/>
            <a:gdLst>
              <a:gd name="T0" fmla="*/ 2 w 2"/>
              <a:gd name="T1" fmla="*/ 0 h 4"/>
              <a:gd name="T2" fmla="*/ 2 w 2"/>
              <a:gd name="T3" fmla="*/ 0 h 4"/>
              <a:gd name="T4" fmla="*/ 0 w 2"/>
              <a:gd name="T5" fmla="*/ 4 h 4"/>
              <a:gd name="T6" fmla="*/ 2 w 2"/>
              <a:gd name="T7" fmla="*/ 4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2" y="0"/>
                </a:lnTo>
                <a:lnTo>
                  <a:pt x="0" y="4"/>
                </a:lnTo>
                <a:lnTo>
                  <a:pt x="2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6" name="Freeform 121">
            <a:extLst>
              <a:ext uri="{FF2B5EF4-FFF2-40B4-BE49-F238E27FC236}">
                <a16:creationId xmlns:a16="http://schemas.microsoft.com/office/drawing/2014/main" id="{A09448F1-95C7-44A6-8094-FF7A91750DF1}"/>
              </a:ext>
            </a:extLst>
          </p:cNvPr>
          <p:cNvSpPr>
            <a:spLocks/>
          </p:cNvSpPr>
          <p:nvPr/>
        </p:nvSpPr>
        <p:spPr bwMode="auto">
          <a:xfrm>
            <a:off x="1880985" y="3295891"/>
            <a:ext cx="8863" cy="9971"/>
          </a:xfrm>
          <a:custGeom>
            <a:avLst/>
            <a:gdLst>
              <a:gd name="T0" fmla="*/ 3 w 4"/>
              <a:gd name="T1" fmla="*/ 4 h 4"/>
              <a:gd name="T2" fmla="*/ 3 w 4"/>
              <a:gd name="T3" fmla="*/ 0 h 4"/>
              <a:gd name="T4" fmla="*/ 0 w 4"/>
              <a:gd name="T5" fmla="*/ 3 h 4"/>
              <a:gd name="T6" fmla="*/ 3 w 4"/>
              <a:gd name="T7" fmla="*/ 1 h 4"/>
              <a:gd name="T8" fmla="*/ 3 w 4"/>
              <a:gd name="T9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4">
                <a:moveTo>
                  <a:pt x="3" y="4"/>
                </a:moveTo>
                <a:cubicBezTo>
                  <a:pt x="4" y="3"/>
                  <a:pt x="3" y="0"/>
                  <a:pt x="3" y="0"/>
                </a:cubicBezTo>
                <a:cubicBezTo>
                  <a:pt x="0" y="3"/>
                  <a:pt x="0" y="3"/>
                  <a:pt x="0" y="3"/>
                </a:cubicBezTo>
                <a:cubicBezTo>
                  <a:pt x="2" y="3"/>
                  <a:pt x="1" y="2"/>
                  <a:pt x="3" y="1"/>
                </a:cubicBezTo>
                <a:lnTo>
                  <a:pt x="3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7" name="Freeform 122">
            <a:extLst>
              <a:ext uri="{FF2B5EF4-FFF2-40B4-BE49-F238E27FC236}">
                <a16:creationId xmlns:a16="http://schemas.microsoft.com/office/drawing/2014/main" id="{6EFB0DA4-82E5-4349-B25F-1C6147B57F34}"/>
              </a:ext>
            </a:extLst>
          </p:cNvPr>
          <p:cNvSpPr>
            <a:spLocks/>
          </p:cNvSpPr>
          <p:nvPr/>
        </p:nvSpPr>
        <p:spPr bwMode="auto">
          <a:xfrm>
            <a:off x="1576323" y="3353501"/>
            <a:ext cx="97492" cy="100816"/>
          </a:xfrm>
          <a:custGeom>
            <a:avLst/>
            <a:gdLst>
              <a:gd name="T0" fmla="*/ 33 w 42"/>
              <a:gd name="T1" fmla="*/ 13 h 44"/>
              <a:gd name="T2" fmla="*/ 36 w 42"/>
              <a:gd name="T3" fmla="*/ 11 h 44"/>
              <a:gd name="T4" fmla="*/ 37 w 42"/>
              <a:gd name="T5" fmla="*/ 13 h 44"/>
              <a:gd name="T6" fmla="*/ 37 w 42"/>
              <a:gd name="T7" fmla="*/ 8 h 44"/>
              <a:gd name="T8" fmla="*/ 37 w 42"/>
              <a:gd name="T9" fmla="*/ 16 h 44"/>
              <a:gd name="T10" fmla="*/ 42 w 42"/>
              <a:gd name="T11" fmla="*/ 8 h 44"/>
              <a:gd name="T12" fmla="*/ 39 w 42"/>
              <a:gd name="T13" fmla="*/ 9 h 44"/>
              <a:gd name="T14" fmla="*/ 42 w 42"/>
              <a:gd name="T15" fmla="*/ 3 h 44"/>
              <a:gd name="T16" fmla="*/ 41 w 42"/>
              <a:gd name="T17" fmla="*/ 1 h 44"/>
              <a:gd name="T18" fmla="*/ 41 w 42"/>
              <a:gd name="T19" fmla="*/ 0 h 44"/>
              <a:gd name="T20" fmla="*/ 41 w 42"/>
              <a:gd name="T21" fmla="*/ 0 h 44"/>
              <a:gd name="T22" fmla="*/ 41 w 42"/>
              <a:gd name="T23" fmla="*/ 0 h 44"/>
              <a:gd name="T24" fmla="*/ 40 w 42"/>
              <a:gd name="T25" fmla="*/ 0 h 44"/>
              <a:gd name="T26" fmla="*/ 35 w 42"/>
              <a:gd name="T27" fmla="*/ 2 h 44"/>
              <a:gd name="T28" fmla="*/ 32 w 42"/>
              <a:gd name="T29" fmla="*/ 8 h 44"/>
              <a:gd name="T30" fmla="*/ 31 w 42"/>
              <a:gd name="T31" fmla="*/ 10 h 44"/>
              <a:gd name="T32" fmla="*/ 30 w 42"/>
              <a:gd name="T33" fmla="*/ 11 h 44"/>
              <a:gd name="T34" fmla="*/ 30 w 42"/>
              <a:gd name="T35" fmla="*/ 9 h 44"/>
              <a:gd name="T36" fmla="*/ 28 w 42"/>
              <a:gd name="T37" fmla="*/ 12 h 44"/>
              <a:gd name="T38" fmla="*/ 23 w 42"/>
              <a:gd name="T39" fmla="*/ 18 h 44"/>
              <a:gd name="T40" fmla="*/ 22 w 42"/>
              <a:gd name="T41" fmla="*/ 18 h 44"/>
              <a:gd name="T42" fmla="*/ 23 w 42"/>
              <a:gd name="T43" fmla="*/ 18 h 44"/>
              <a:gd name="T44" fmla="*/ 0 w 42"/>
              <a:gd name="T45" fmla="*/ 41 h 44"/>
              <a:gd name="T46" fmla="*/ 4 w 42"/>
              <a:gd name="T47" fmla="*/ 39 h 44"/>
              <a:gd name="T48" fmla="*/ 8 w 42"/>
              <a:gd name="T49" fmla="*/ 40 h 44"/>
              <a:gd name="T50" fmla="*/ 5 w 42"/>
              <a:gd name="T51" fmla="*/ 42 h 44"/>
              <a:gd name="T52" fmla="*/ 8 w 42"/>
              <a:gd name="T53" fmla="*/ 44 h 44"/>
              <a:gd name="T54" fmla="*/ 12 w 42"/>
              <a:gd name="T55" fmla="*/ 36 h 44"/>
              <a:gd name="T56" fmla="*/ 15 w 42"/>
              <a:gd name="T57" fmla="*/ 37 h 44"/>
              <a:gd name="T58" fmla="*/ 15 w 42"/>
              <a:gd name="T59" fmla="*/ 37 h 44"/>
              <a:gd name="T60" fmla="*/ 18 w 42"/>
              <a:gd name="T61" fmla="*/ 33 h 44"/>
              <a:gd name="T62" fmla="*/ 20 w 42"/>
              <a:gd name="T63" fmla="*/ 34 h 44"/>
              <a:gd name="T64" fmla="*/ 24 w 42"/>
              <a:gd name="T65" fmla="*/ 28 h 44"/>
              <a:gd name="T66" fmla="*/ 24 w 42"/>
              <a:gd name="T67" fmla="*/ 28 h 44"/>
              <a:gd name="T68" fmla="*/ 30 w 42"/>
              <a:gd name="T69" fmla="*/ 20 h 44"/>
              <a:gd name="T70" fmla="*/ 29 w 42"/>
              <a:gd name="T71" fmla="*/ 24 h 44"/>
              <a:gd name="T72" fmla="*/ 31 w 42"/>
              <a:gd name="T73" fmla="*/ 20 h 44"/>
              <a:gd name="T74" fmla="*/ 32 w 42"/>
              <a:gd name="T75" fmla="*/ 22 h 44"/>
              <a:gd name="T76" fmla="*/ 35 w 42"/>
              <a:gd name="T77" fmla="*/ 14 h 44"/>
              <a:gd name="T78" fmla="*/ 33 w 42"/>
              <a:gd name="T79" fmla="*/ 1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2" h="44">
                <a:moveTo>
                  <a:pt x="33" y="13"/>
                </a:moveTo>
                <a:cubicBezTo>
                  <a:pt x="32" y="12"/>
                  <a:pt x="35" y="10"/>
                  <a:pt x="36" y="11"/>
                </a:cubicBezTo>
                <a:cubicBezTo>
                  <a:pt x="37" y="11"/>
                  <a:pt x="36" y="13"/>
                  <a:pt x="37" y="13"/>
                </a:cubicBezTo>
                <a:cubicBezTo>
                  <a:pt x="37" y="8"/>
                  <a:pt x="37" y="8"/>
                  <a:pt x="37" y="8"/>
                </a:cubicBezTo>
                <a:cubicBezTo>
                  <a:pt x="41" y="7"/>
                  <a:pt x="38" y="13"/>
                  <a:pt x="37" y="16"/>
                </a:cubicBezTo>
                <a:cubicBezTo>
                  <a:pt x="40" y="13"/>
                  <a:pt x="39" y="11"/>
                  <a:pt x="42" y="8"/>
                </a:cubicBezTo>
                <a:cubicBezTo>
                  <a:pt x="41" y="9"/>
                  <a:pt x="40" y="9"/>
                  <a:pt x="39" y="9"/>
                </a:cubicBezTo>
                <a:cubicBezTo>
                  <a:pt x="37" y="7"/>
                  <a:pt x="41" y="5"/>
                  <a:pt x="42" y="3"/>
                </a:cubicBezTo>
                <a:cubicBezTo>
                  <a:pt x="40" y="4"/>
                  <a:pt x="41" y="2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2"/>
                  <a:pt x="36" y="1"/>
                  <a:pt x="35" y="2"/>
                </a:cubicBezTo>
                <a:cubicBezTo>
                  <a:pt x="39" y="4"/>
                  <a:pt x="32" y="6"/>
                  <a:pt x="32" y="8"/>
                </a:cubicBezTo>
                <a:cubicBezTo>
                  <a:pt x="31" y="10"/>
                  <a:pt x="31" y="10"/>
                  <a:pt x="31" y="10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10"/>
                  <a:pt x="30" y="10"/>
                  <a:pt x="30" y="9"/>
                </a:cubicBezTo>
                <a:cubicBezTo>
                  <a:pt x="30" y="10"/>
                  <a:pt x="27" y="12"/>
                  <a:pt x="28" y="12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0" y="41"/>
                  <a:pt x="0" y="41"/>
                  <a:pt x="0" y="41"/>
                </a:cubicBezTo>
                <a:cubicBezTo>
                  <a:pt x="1" y="40"/>
                  <a:pt x="3" y="40"/>
                  <a:pt x="4" y="39"/>
                </a:cubicBezTo>
                <a:cubicBezTo>
                  <a:pt x="4" y="42"/>
                  <a:pt x="7" y="37"/>
                  <a:pt x="8" y="40"/>
                </a:cubicBezTo>
                <a:cubicBezTo>
                  <a:pt x="8" y="41"/>
                  <a:pt x="6" y="42"/>
                  <a:pt x="5" y="42"/>
                </a:cubicBezTo>
                <a:cubicBezTo>
                  <a:pt x="6" y="43"/>
                  <a:pt x="8" y="43"/>
                  <a:pt x="8" y="44"/>
                </a:cubicBezTo>
                <a:cubicBezTo>
                  <a:pt x="12" y="43"/>
                  <a:pt x="9" y="38"/>
                  <a:pt x="12" y="36"/>
                </a:cubicBezTo>
                <a:cubicBezTo>
                  <a:pt x="13" y="37"/>
                  <a:pt x="13" y="39"/>
                  <a:pt x="15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16" y="33"/>
                  <a:pt x="19" y="38"/>
                  <a:pt x="18" y="33"/>
                </a:cubicBezTo>
                <a:cubicBezTo>
                  <a:pt x="20" y="34"/>
                  <a:pt x="20" y="34"/>
                  <a:pt x="20" y="34"/>
                </a:cubicBezTo>
                <a:cubicBezTo>
                  <a:pt x="20" y="32"/>
                  <a:pt x="22" y="29"/>
                  <a:pt x="24" y="28"/>
                </a:cubicBezTo>
                <a:cubicBezTo>
                  <a:pt x="24" y="28"/>
                  <a:pt x="24" y="28"/>
                  <a:pt x="24" y="28"/>
                </a:cubicBezTo>
                <a:cubicBezTo>
                  <a:pt x="26" y="22"/>
                  <a:pt x="26" y="25"/>
                  <a:pt x="30" y="20"/>
                </a:cubicBezTo>
                <a:cubicBezTo>
                  <a:pt x="29" y="24"/>
                  <a:pt x="29" y="24"/>
                  <a:pt x="29" y="24"/>
                </a:cubicBezTo>
                <a:cubicBezTo>
                  <a:pt x="32" y="23"/>
                  <a:pt x="30" y="21"/>
                  <a:pt x="31" y="20"/>
                </a:cubicBezTo>
                <a:cubicBezTo>
                  <a:pt x="32" y="20"/>
                  <a:pt x="33" y="21"/>
                  <a:pt x="32" y="22"/>
                </a:cubicBezTo>
                <a:cubicBezTo>
                  <a:pt x="35" y="14"/>
                  <a:pt x="35" y="14"/>
                  <a:pt x="35" y="14"/>
                </a:cubicBezTo>
                <a:cubicBezTo>
                  <a:pt x="35" y="12"/>
                  <a:pt x="34" y="13"/>
                  <a:pt x="33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8" name="Freeform 123">
            <a:extLst>
              <a:ext uri="{FF2B5EF4-FFF2-40B4-BE49-F238E27FC236}">
                <a16:creationId xmlns:a16="http://schemas.microsoft.com/office/drawing/2014/main" id="{1A02629C-45DA-4957-A619-021238D483FE}"/>
              </a:ext>
            </a:extLst>
          </p:cNvPr>
          <p:cNvSpPr>
            <a:spLocks/>
          </p:cNvSpPr>
          <p:nvPr/>
        </p:nvSpPr>
        <p:spPr bwMode="auto">
          <a:xfrm>
            <a:off x="1673815" y="3370118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1"/>
                  <a:pt x="1" y="1"/>
                  <a:pt x="1" y="0"/>
                </a:cubicBezTo>
                <a:cubicBezTo>
                  <a:pt x="1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9" name="Freeform 124">
            <a:extLst>
              <a:ext uri="{FF2B5EF4-FFF2-40B4-BE49-F238E27FC236}">
                <a16:creationId xmlns:a16="http://schemas.microsoft.com/office/drawing/2014/main" id="{AFA0ABBF-5E49-49E4-AF8B-2CC2887EA033}"/>
              </a:ext>
            </a:extLst>
          </p:cNvPr>
          <p:cNvSpPr>
            <a:spLocks/>
          </p:cNvSpPr>
          <p:nvPr/>
        </p:nvSpPr>
        <p:spPr bwMode="auto">
          <a:xfrm>
            <a:off x="1571892" y="3447669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0" name="Freeform 125">
            <a:extLst>
              <a:ext uri="{FF2B5EF4-FFF2-40B4-BE49-F238E27FC236}">
                <a16:creationId xmlns:a16="http://schemas.microsoft.com/office/drawing/2014/main" id="{989D9EB1-1F9E-474A-AA5C-EA0D34DB2A6E}"/>
              </a:ext>
            </a:extLst>
          </p:cNvPr>
          <p:cNvSpPr>
            <a:spLocks/>
          </p:cNvSpPr>
          <p:nvPr/>
        </p:nvSpPr>
        <p:spPr bwMode="auto">
          <a:xfrm>
            <a:off x="1676031" y="3342422"/>
            <a:ext cx="8863" cy="11078"/>
          </a:xfrm>
          <a:custGeom>
            <a:avLst/>
            <a:gdLst>
              <a:gd name="T0" fmla="*/ 4 w 4"/>
              <a:gd name="T1" fmla="*/ 2 h 5"/>
              <a:gd name="T2" fmla="*/ 3 w 4"/>
              <a:gd name="T3" fmla="*/ 0 h 5"/>
              <a:gd name="T4" fmla="*/ 0 w 4"/>
              <a:gd name="T5" fmla="*/ 3 h 5"/>
              <a:gd name="T6" fmla="*/ 1 w 4"/>
              <a:gd name="T7" fmla="*/ 5 h 5"/>
              <a:gd name="T8" fmla="*/ 4 w 4"/>
              <a:gd name="T9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2"/>
                </a:moveTo>
                <a:cubicBezTo>
                  <a:pt x="2" y="2"/>
                  <a:pt x="4" y="0"/>
                  <a:pt x="3" y="0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1" y="5"/>
                </a:cubicBez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1" name="Freeform 126">
            <a:extLst>
              <a:ext uri="{FF2B5EF4-FFF2-40B4-BE49-F238E27FC236}">
                <a16:creationId xmlns:a16="http://schemas.microsoft.com/office/drawing/2014/main" id="{C6348061-80C9-4134-B5B4-A2D3AE488AED}"/>
              </a:ext>
            </a:extLst>
          </p:cNvPr>
          <p:cNvSpPr>
            <a:spLocks/>
          </p:cNvSpPr>
          <p:nvPr/>
        </p:nvSpPr>
        <p:spPr bwMode="auto">
          <a:xfrm>
            <a:off x="1671599" y="3346854"/>
            <a:ext cx="4432" cy="6647"/>
          </a:xfrm>
          <a:custGeom>
            <a:avLst/>
            <a:gdLst>
              <a:gd name="T0" fmla="*/ 0 w 2"/>
              <a:gd name="T1" fmla="*/ 1 h 3"/>
              <a:gd name="T2" fmla="*/ 0 w 2"/>
              <a:gd name="T3" fmla="*/ 3 h 3"/>
              <a:gd name="T4" fmla="*/ 2 w 2"/>
              <a:gd name="T5" fmla="*/ 1 h 3"/>
              <a:gd name="T6" fmla="*/ 0 w 2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1"/>
                </a:moveTo>
                <a:cubicBezTo>
                  <a:pt x="0" y="1"/>
                  <a:pt x="0" y="2"/>
                  <a:pt x="0" y="3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1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2" name="Freeform 127">
            <a:extLst>
              <a:ext uri="{FF2B5EF4-FFF2-40B4-BE49-F238E27FC236}">
                <a16:creationId xmlns:a16="http://schemas.microsoft.com/office/drawing/2014/main" id="{8C52D581-D901-4F1C-B822-17B64AB42B93}"/>
              </a:ext>
            </a:extLst>
          </p:cNvPr>
          <p:cNvSpPr>
            <a:spLocks/>
          </p:cNvSpPr>
          <p:nvPr/>
        </p:nvSpPr>
        <p:spPr bwMode="auto">
          <a:xfrm>
            <a:off x="1740286" y="3417756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2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2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3" name="Freeform 128">
            <a:extLst>
              <a:ext uri="{FF2B5EF4-FFF2-40B4-BE49-F238E27FC236}">
                <a16:creationId xmlns:a16="http://schemas.microsoft.com/office/drawing/2014/main" id="{3B587DFB-577F-426E-B32E-71EEE2BA35F5}"/>
              </a:ext>
            </a:extLst>
          </p:cNvPr>
          <p:cNvSpPr>
            <a:spLocks/>
          </p:cNvSpPr>
          <p:nvPr/>
        </p:nvSpPr>
        <p:spPr bwMode="auto">
          <a:xfrm>
            <a:off x="1712590" y="3429943"/>
            <a:ext cx="6647" cy="4432"/>
          </a:xfrm>
          <a:custGeom>
            <a:avLst/>
            <a:gdLst>
              <a:gd name="T0" fmla="*/ 0 w 3"/>
              <a:gd name="T1" fmla="*/ 2 h 2"/>
              <a:gd name="T2" fmla="*/ 3 w 3"/>
              <a:gd name="T3" fmla="*/ 0 h 2"/>
              <a:gd name="T4" fmla="*/ 0 w 3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0" y="2"/>
                </a:moveTo>
                <a:cubicBezTo>
                  <a:pt x="2" y="2"/>
                  <a:pt x="3" y="0"/>
                  <a:pt x="3" y="0"/>
                </a:cubicBezTo>
                <a:cubicBezTo>
                  <a:pt x="1" y="1"/>
                  <a:pt x="2" y="0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4" name="Freeform 129">
            <a:extLst>
              <a:ext uri="{FF2B5EF4-FFF2-40B4-BE49-F238E27FC236}">
                <a16:creationId xmlns:a16="http://schemas.microsoft.com/office/drawing/2014/main" id="{6DA78599-8823-4942-85D7-3905F76F9706}"/>
              </a:ext>
            </a:extLst>
          </p:cNvPr>
          <p:cNvSpPr>
            <a:spLocks/>
          </p:cNvSpPr>
          <p:nvPr/>
        </p:nvSpPr>
        <p:spPr bwMode="auto">
          <a:xfrm>
            <a:off x="1738071" y="3452100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5" name="Freeform 130">
            <a:extLst>
              <a:ext uri="{FF2B5EF4-FFF2-40B4-BE49-F238E27FC236}">
                <a16:creationId xmlns:a16="http://schemas.microsoft.com/office/drawing/2014/main" id="{CFC1B1CF-5D7B-42D7-AFFB-D5CB67BBB3FC}"/>
              </a:ext>
            </a:extLst>
          </p:cNvPr>
          <p:cNvSpPr>
            <a:spLocks/>
          </p:cNvSpPr>
          <p:nvPr/>
        </p:nvSpPr>
        <p:spPr bwMode="auto">
          <a:xfrm>
            <a:off x="1558596" y="3491983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6" name="Freeform 131">
            <a:extLst>
              <a:ext uri="{FF2B5EF4-FFF2-40B4-BE49-F238E27FC236}">
                <a16:creationId xmlns:a16="http://schemas.microsoft.com/office/drawing/2014/main" id="{C69CF3B0-B321-4EBB-AC02-1FDF633FABC9}"/>
              </a:ext>
            </a:extLst>
          </p:cNvPr>
          <p:cNvSpPr>
            <a:spLocks/>
          </p:cNvSpPr>
          <p:nvPr/>
        </p:nvSpPr>
        <p:spPr bwMode="auto">
          <a:xfrm>
            <a:off x="1526469" y="3447668"/>
            <a:ext cx="62040" cy="62040"/>
          </a:xfrm>
          <a:custGeom>
            <a:avLst/>
            <a:gdLst>
              <a:gd name="T0" fmla="*/ 26 w 27"/>
              <a:gd name="T1" fmla="*/ 5 h 27"/>
              <a:gd name="T2" fmla="*/ 24 w 27"/>
              <a:gd name="T3" fmla="*/ 0 h 27"/>
              <a:gd name="T4" fmla="*/ 23 w 27"/>
              <a:gd name="T5" fmla="*/ 3 h 27"/>
              <a:gd name="T6" fmla="*/ 22 w 27"/>
              <a:gd name="T7" fmla="*/ 2 h 27"/>
              <a:gd name="T8" fmla="*/ 20 w 27"/>
              <a:gd name="T9" fmla="*/ 4 h 27"/>
              <a:gd name="T10" fmla="*/ 23 w 27"/>
              <a:gd name="T11" fmla="*/ 6 h 27"/>
              <a:gd name="T12" fmla="*/ 17 w 27"/>
              <a:gd name="T13" fmla="*/ 7 h 27"/>
              <a:gd name="T14" fmla="*/ 14 w 27"/>
              <a:gd name="T15" fmla="*/ 10 h 27"/>
              <a:gd name="T16" fmla="*/ 14 w 27"/>
              <a:gd name="T17" fmla="*/ 10 h 27"/>
              <a:gd name="T18" fmla="*/ 13 w 27"/>
              <a:gd name="T19" fmla="*/ 11 h 27"/>
              <a:gd name="T20" fmla="*/ 2 w 27"/>
              <a:gd name="T21" fmla="*/ 24 h 27"/>
              <a:gd name="T22" fmla="*/ 5 w 27"/>
              <a:gd name="T23" fmla="*/ 27 h 27"/>
              <a:gd name="T24" fmla="*/ 10 w 27"/>
              <a:gd name="T25" fmla="*/ 20 h 27"/>
              <a:gd name="T26" fmla="*/ 12 w 27"/>
              <a:gd name="T27" fmla="*/ 21 h 27"/>
              <a:gd name="T28" fmla="*/ 12 w 27"/>
              <a:gd name="T29" fmla="*/ 17 h 27"/>
              <a:gd name="T30" fmla="*/ 10 w 27"/>
              <a:gd name="T31" fmla="*/ 18 h 27"/>
              <a:gd name="T32" fmla="*/ 17 w 27"/>
              <a:gd name="T33" fmla="*/ 11 h 27"/>
              <a:gd name="T34" fmla="*/ 13 w 27"/>
              <a:gd name="T35" fmla="*/ 17 h 27"/>
              <a:gd name="T36" fmla="*/ 15 w 27"/>
              <a:gd name="T37" fmla="*/ 19 h 27"/>
              <a:gd name="T38" fmla="*/ 26 w 27"/>
              <a:gd name="T39" fmla="*/ 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7" h="27">
                <a:moveTo>
                  <a:pt x="26" y="5"/>
                </a:moveTo>
                <a:cubicBezTo>
                  <a:pt x="21" y="7"/>
                  <a:pt x="27" y="1"/>
                  <a:pt x="24" y="0"/>
                </a:cubicBezTo>
                <a:cubicBezTo>
                  <a:pt x="23" y="3"/>
                  <a:pt x="23" y="3"/>
                  <a:pt x="23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0" y="4"/>
                  <a:pt x="20" y="4"/>
                  <a:pt x="20" y="4"/>
                </a:cubicBezTo>
                <a:cubicBezTo>
                  <a:pt x="22" y="5"/>
                  <a:pt x="22" y="5"/>
                  <a:pt x="23" y="6"/>
                </a:cubicBezTo>
                <a:cubicBezTo>
                  <a:pt x="19" y="9"/>
                  <a:pt x="21" y="6"/>
                  <a:pt x="17" y="7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3" y="11"/>
                  <a:pt x="13" y="11"/>
                  <a:pt x="13" y="11"/>
                </a:cubicBezTo>
                <a:cubicBezTo>
                  <a:pt x="2" y="24"/>
                  <a:pt x="2" y="24"/>
                  <a:pt x="2" y="24"/>
                </a:cubicBezTo>
                <a:cubicBezTo>
                  <a:pt x="0" y="27"/>
                  <a:pt x="5" y="24"/>
                  <a:pt x="5" y="27"/>
                </a:cubicBezTo>
                <a:cubicBezTo>
                  <a:pt x="7" y="25"/>
                  <a:pt x="12" y="22"/>
                  <a:pt x="10" y="20"/>
                </a:cubicBezTo>
                <a:cubicBezTo>
                  <a:pt x="11" y="20"/>
                  <a:pt x="11" y="21"/>
                  <a:pt x="12" y="21"/>
                </a:cubicBezTo>
                <a:cubicBezTo>
                  <a:pt x="12" y="17"/>
                  <a:pt x="12" y="17"/>
                  <a:pt x="12" y="17"/>
                </a:cubicBezTo>
                <a:cubicBezTo>
                  <a:pt x="10" y="18"/>
                  <a:pt x="10" y="18"/>
                  <a:pt x="10" y="18"/>
                </a:cubicBezTo>
                <a:cubicBezTo>
                  <a:pt x="9" y="15"/>
                  <a:pt x="15" y="11"/>
                  <a:pt x="17" y="11"/>
                </a:cubicBezTo>
                <a:cubicBezTo>
                  <a:pt x="14" y="14"/>
                  <a:pt x="18" y="15"/>
                  <a:pt x="13" y="17"/>
                </a:cubicBezTo>
                <a:cubicBezTo>
                  <a:pt x="13" y="18"/>
                  <a:pt x="15" y="18"/>
                  <a:pt x="15" y="19"/>
                </a:cubicBezTo>
                <a:cubicBezTo>
                  <a:pt x="18" y="14"/>
                  <a:pt x="23" y="11"/>
                  <a:pt x="26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7" name="Freeform 132">
            <a:extLst>
              <a:ext uri="{FF2B5EF4-FFF2-40B4-BE49-F238E27FC236}">
                <a16:creationId xmlns:a16="http://schemas.microsoft.com/office/drawing/2014/main" id="{F8EC453A-163F-4048-BAFF-633618C827E6}"/>
              </a:ext>
            </a:extLst>
          </p:cNvPr>
          <p:cNvSpPr>
            <a:spLocks/>
          </p:cNvSpPr>
          <p:nvPr/>
        </p:nvSpPr>
        <p:spPr bwMode="auto">
          <a:xfrm>
            <a:off x="1484370" y="3562886"/>
            <a:ext cx="0" cy="2216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8" name="Freeform 133">
            <a:extLst>
              <a:ext uri="{FF2B5EF4-FFF2-40B4-BE49-F238E27FC236}">
                <a16:creationId xmlns:a16="http://schemas.microsoft.com/office/drawing/2014/main" id="{5E87E75B-B34F-47B1-BA78-E9407F8C061B}"/>
              </a:ext>
            </a:extLst>
          </p:cNvPr>
          <p:cNvSpPr>
            <a:spLocks/>
          </p:cNvSpPr>
          <p:nvPr/>
        </p:nvSpPr>
        <p:spPr bwMode="auto">
          <a:xfrm>
            <a:off x="1482155" y="3551808"/>
            <a:ext cx="7755" cy="11078"/>
          </a:xfrm>
          <a:custGeom>
            <a:avLst/>
            <a:gdLst>
              <a:gd name="T0" fmla="*/ 3 w 3"/>
              <a:gd name="T1" fmla="*/ 4 h 5"/>
              <a:gd name="T2" fmla="*/ 3 w 3"/>
              <a:gd name="T3" fmla="*/ 0 h 5"/>
              <a:gd name="T4" fmla="*/ 0 w 3"/>
              <a:gd name="T5" fmla="*/ 4 h 5"/>
              <a:gd name="T6" fmla="*/ 1 w 3"/>
              <a:gd name="T7" fmla="*/ 5 h 5"/>
              <a:gd name="T8" fmla="*/ 2 w 3"/>
              <a:gd name="T9" fmla="*/ 3 h 5"/>
              <a:gd name="T10" fmla="*/ 3 w 3"/>
              <a:gd name="T11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" h="5">
                <a:moveTo>
                  <a:pt x="3" y="4"/>
                </a:moveTo>
                <a:cubicBezTo>
                  <a:pt x="3" y="0"/>
                  <a:pt x="3" y="0"/>
                  <a:pt x="3" y="0"/>
                </a:cubicBezTo>
                <a:cubicBezTo>
                  <a:pt x="0" y="4"/>
                  <a:pt x="0" y="4"/>
                  <a:pt x="0" y="4"/>
                </a:cubicBezTo>
                <a:cubicBezTo>
                  <a:pt x="1" y="5"/>
                  <a:pt x="1" y="5"/>
                  <a:pt x="1" y="5"/>
                </a:cubicBezTo>
                <a:cubicBezTo>
                  <a:pt x="1" y="5"/>
                  <a:pt x="1" y="3"/>
                  <a:pt x="2" y="3"/>
                </a:cubicBezTo>
                <a:lnTo>
                  <a:pt x="3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9" name="Freeform 134">
            <a:extLst>
              <a:ext uri="{FF2B5EF4-FFF2-40B4-BE49-F238E27FC236}">
                <a16:creationId xmlns:a16="http://schemas.microsoft.com/office/drawing/2014/main" id="{48435CBB-C9B4-4A4F-996A-2CF2C12E714F}"/>
              </a:ext>
            </a:extLst>
          </p:cNvPr>
          <p:cNvSpPr>
            <a:spLocks/>
          </p:cNvSpPr>
          <p:nvPr/>
        </p:nvSpPr>
        <p:spPr bwMode="auto">
          <a:xfrm>
            <a:off x="1489910" y="3541837"/>
            <a:ext cx="8863" cy="16618"/>
          </a:xfrm>
          <a:custGeom>
            <a:avLst/>
            <a:gdLst>
              <a:gd name="T0" fmla="*/ 1 w 4"/>
              <a:gd name="T1" fmla="*/ 0 h 7"/>
              <a:gd name="T2" fmla="*/ 4 w 4"/>
              <a:gd name="T3" fmla="*/ 4 h 7"/>
              <a:gd name="T4" fmla="*/ 2 w 4"/>
              <a:gd name="T5" fmla="*/ 6 h 7"/>
              <a:gd name="T6" fmla="*/ 4 w 4"/>
              <a:gd name="T7" fmla="*/ 4 h 7"/>
              <a:gd name="T8" fmla="*/ 1 w 4"/>
              <a:gd name="T9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7">
                <a:moveTo>
                  <a:pt x="1" y="0"/>
                </a:moveTo>
                <a:cubicBezTo>
                  <a:pt x="0" y="3"/>
                  <a:pt x="2" y="4"/>
                  <a:pt x="4" y="4"/>
                </a:cubicBezTo>
                <a:cubicBezTo>
                  <a:pt x="3" y="7"/>
                  <a:pt x="1" y="3"/>
                  <a:pt x="2" y="6"/>
                </a:cubicBezTo>
                <a:cubicBezTo>
                  <a:pt x="3" y="7"/>
                  <a:pt x="4" y="5"/>
                  <a:pt x="4" y="4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0" name="Freeform 135">
            <a:extLst>
              <a:ext uri="{FF2B5EF4-FFF2-40B4-BE49-F238E27FC236}">
                <a16:creationId xmlns:a16="http://schemas.microsoft.com/office/drawing/2014/main" id="{DF759CC5-66D7-4851-919E-2E9725340EB3}"/>
              </a:ext>
            </a:extLst>
          </p:cNvPr>
          <p:cNvSpPr>
            <a:spLocks/>
          </p:cNvSpPr>
          <p:nvPr/>
        </p:nvSpPr>
        <p:spPr bwMode="auto">
          <a:xfrm>
            <a:off x="1524254" y="3514140"/>
            <a:ext cx="4432" cy="2216"/>
          </a:xfrm>
          <a:custGeom>
            <a:avLst/>
            <a:gdLst>
              <a:gd name="T0" fmla="*/ 0 w 4"/>
              <a:gd name="T1" fmla="*/ 0 h 2"/>
              <a:gd name="T2" fmla="*/ 0 w 4"/>
              <a:gd name="T3" fmla="*/ 2 h 2"/>
              <a:gd name="T4" fmla="*/ 4 w 4"/>
              <a:gd name="T5" fmla="*/ 0 h 2"/>
              <a:gd name="T6" fmla="*/ 0 w 4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2">
                <a:moveTo>
                  <a:pt x="0" y="0"/>
                </a:moveTo>
                <a:lnTo>
                  <a:pt x="0" y="2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1" name="Freeform 136">
            <a:extLst>
              <a:ext uri="{FF2B5EF4-FFF2-40B4-BE49-F238E27FC236}">
                <a16:creationId xmlns:a16="http://schemas.microsoft.com/office/drawing/2014/main" id="{7387A5ED-E813-4D2A-808D-0C7221FD88FD}"/>
              </a:ext>
            </a:extLst>
          </p:cNvPr>
          <p:cNvSpPr>
            <a:spLocks/>
          </p:cNvSpPr>
          <p:nvPr/>
        </p:nvSpPr>
        <p:spPr bwMode="auto">
          <a:xfrm>
            <a:off x="1522038" y="3516356"/>
            <a:ext cx="4432" cy="5540"/>
          </a:xfrm>
          <a:custGeom>
            <a:avLst/>
            <a:gdLst>
              <a:gd name="T0" fmla="*/ 1 w 2"/>
              <a:gd name="T1" fmla="*/ 0 h 2"/>
              <a:gd name="T2" fmla="*/ 0 w 2"/>
              <a:gd name="T3" fmla="*/ 1 h 2"/>
              <a:gd name="T4" fmla="*/ 2 w 2"/>
              <a:gd name="T5" fmla="*/ 2 h 2"/>
              <a:gd name="T6" fmla="*/ 1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1" y="2"/>
                  <a:pt x="1" y="2"/>
                  <a:pt x="2" y="2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2" name="Freeform 137">
            <a:extLst>
              <a:ext uri="{FF2B5EF4-FFF2-40B4-BE49-F238E27FC236}">
                <a16:creationId xmlns:a16="http://schemas.microsoft.com/office/drawing/2014/main" id="{0C9425FE-7C82-4164-8CA5-BAEA2160B5ED}"/>
              </a:ext>
            </a:extLst>
          </p:cNvPr>
          <p:cNvSpPr>
            <a:spLocks/>
          </p:cNvSpPr>
          <p:nvPr/>
        </p:nvSpPr>
        <p:spPr bwMode="auto">
          <a:xfrm>
            <a:off x="1507636" y="3526327"/>
            <a:ext cx="4432" cy="4432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1" y="1"/>
                  <a:pt x="0" y="2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3" name="Freeform 138">
            <a:extLst>
              <a:ext uri="{FF2B5EF4-FFF2-40B4-BE49-F238E27FC236}">
                <a16:creationId xmlns:a16="http://schemas.microsoft.com/office/drawing/2014/main" id="{84325276-83D1-493A-AB19-A734A66CABE4}"/>
              </a:ext>
            </a:extLst>
          </p:cNvPr>
          <p:cNvSpPr>
            <a:spLocks/>
          </p:cNvSpPr>
          <p:nvPr/>
        </p:nvSpPr>
        <p:spPr bwMode="auto">
          <a:xfrm>
            <a:off x="1512067" y="3524111"/>
            <a:ext cx="4432" cy="2216"/>
          </a:xfrm>
          <a:custGeom>
            <a:avLst/>
            <a:gdLst>
              <a:gd name="T0" fmla="*/ 2 w 2"/>
              <a:gd name="T1" fmla="*/ 0 h 1"/>
              <a:gd name="T2" fmla="*/ 2 w 2"/>
              <a:gd name="T3" fmla="*/ 0 h 1"/>
              <a:gd name="T4" fmla="*/ 0 w 2"/>
              <a:gd name="T5" fmla="*/ 1 h 1"/>
              <a:gd name="T6" fmla="*/ 2 w 2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1"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0" y="1"/>
                  <a:pt x="0" y="1"/>
                  <a:pt x="0" y="1"/>
                </a:cubicBezTo>
                <a:cubicBezTo>
                  <a:pt x="1" y="1"/>
                  <a:pt x="2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4" name="Freeform 139">
            <a:extLst>
              <a:ext uri="{FF2B5EF4-FFF2-40B4-BE49-F238E27FC236}">
                <a16:creationId xmlns:a16="http://schemas.microsoft.com/office/drawing/2014/main" id="{C4631EC2-3852-4308-9FA3-44F87F868E6A}"/>
              </a:ext>
            </a:extLst>
          </p:cNvPr>
          <p:cNvSpPr>
            <a:spLocks/>
          </p:cNvSpPr>
          <p:nvPr/>
        </p:nvSpPr>
        <p:spPr bwMode="auto">
          <a:xfrm>
            <a:off x="1512067" y="3516356"/>
            <a:ext cx="9971" cy="7755"/>
          </a:xfrm>
          <a:custGeom>
            <a:avLst/>
            <a:gdLst>
              <a:gd name="T0" fmla="*/ 4 w 4"/>
              <a:gd name="T1" fmla="*/ 1 h 3"/>
              <a:gd name="T2" fmla="*/ 0 w 4"/>
              <a:gd name="T3" fmla="*/ 2 h 3"/>
              <a:gd name="T4" fmla="*/ 2 w 4"/>
              <a:gd name="T5" fmla="*/ 3 h 3"/>
              <a:gd name="T6" fmla="*/ 4 w 4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3">
                <a:moveTo>
                  <a:pt x="4" y="1"/>
                </a:moveTo>
                <a:cubicBezTo>
                  <a:pt x="3" y="1"/>
                  <a:pt x="1" y="0"/>
                  <a:pt x="0" y="2"/>
                </a:cubicBezTo>
                <a:cubicBezTo>
                  <a:pt x="2" y="3"/>
                  <a:pt x="2" y="3"/>
                  <a:pt x="2" y="3"/>
                </a:cubicBezTo>
                <a:lnTo>
                  <a:pt x="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5" name="Freeform 140">
            <a:extLst>
              <a:ext uri="{FF2B5EF4-FFF2-40B4-BE49-F238E27FC236}">
                <a16:creationId xmlns:a16="http://schemas.microsoft.com/office/drawing/2014/main" id="{6823074A-05EC-4288-9C2B-B53F7794DE48}"/>
              </a:ext>
            </a:extLst>
          </p:cNvPr>
          <p:cNvSpPr>
            <a:spLocks/>
          </p:cNvSpPr>
          <p:nvPr/>
        </p:nvSpPr>
        <p:spPr bwMode="auto">
          <a:xfrm>
            <a:off x="1708159" y="3473150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6" name="Freeform 141">
            <a:extLst>
              <a:ext uri="{FF2B5EF4-FFF2-40B4-BE49-F238E27FC236}">
                <a16:creationId xmlns:a16="http://schemas.microsoft.com/office/drawing/2014/main" id="{D5D6580A-6E5F-491F-81E0-761F36DA104A}"/>
              </a:ext>
            </a:extLst>
          </p:cNvPr>
          <p:cNvSpPr>
            <a:spLocks/>
          </p:cNvSpPr>
          <p:nvPr/>
        </p:nvSpPr>
        <p:spPr bwMode="auto">
          <a:xfrm>
            <a:off x="1687109" y="3489767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0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7" name="Freeform 142">
            <a:extLst>
              <a:ext uri="{FF2B5EF4-FFF2-40B4-BE49-F238E27FC236}">
                <a16:creationId xmlns:a16="http://schemas.microsoft.com/office/drawing/2014/main" id="{0759E9D0-9BED-42A9-B2A8-2C67A8B0F759}"/>
              </a:ext>
            </a:extLst>
          </p:cNvPr>
          <p:cNvSpPr>
            <a:spLocks/>
          </p:cNvSpPr>
          <p:nvPr/>
        </p:nvSpPr>
        <p:spPr bwMode="auto">
          <a:xfrm>
            <a:off x="1671599" y="3491983"/>
            <a:ext cx="25481" cy="40991"/>
          </a:xfrm>
          <a:custGeom>
            <a:avLst/>
            <a:gdLst>
              <a:gd name="T0" fmla="*/ 10 w 11"/>
              <a:gd name="T1" fmla="*/ 13 h 18"/>
              <a:gd name="T2" fmla="*/ 7 w 11"/>
              <a:gd name="T3" fmla="*/ 12 h 18"/>
              <a:gd name="T4" fmla="*/ 7 w 11"/>
              <a:gd name="T5" fmla="*/ 7 h 18"/>
              <a:gd name="T6" fmla="*/ 9 w 11"/>
              <a:gd name="T7" fmla="*/ 9 h 18"/>
              <a:gd name="T8" fmla="*/ 8 w 11"/>
              <a:gd name="T9" fmla="*/ 6 h 18"/>
              <a:gd name="T10" fmla="*/ 7 w 11"/>
              <a:gd name="T11" fmla="*/ 0 h 18"/>
              <a:gd name="T12" fmla="*/ 0 w 11"/>
              <a:gd name="T13" fmla="*/ 10 h 18"/>
              <a:gd name="T14" fmla="*/ 7 w 11"/>
              <a:gd name="T15" fmla="*/ 18 h 18"/>
              <a:gd name="T16" fmla="*/ 10 w 11"/>
              <a:gd name="T17" fmla="*/ 13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18">
                <a:moveTo>
                  <a:pt x="10" y="13"/>
                </a:moveTo>
                <a:cubicBezTo>
                  <a:pt x="7" y="13"/>
                  <a:pt x="10" y="9"/>
                  <a:pt x="7" y="12"/>
                </a:cubicBezTo>
                <a:cubicBezTo>
                  <a:pt x="5" y="11"/>
                  <a:pt x="5" y="8"/>
                  <a:pt x="7" y="7"/>
                </a:cubicBezTo>
                <a:cubicBezTo>
                  <a:pt x="8" y="8"/>
                  <a:pt x="7" y="9"/>
                  <a:pt x="9" y="9"/>
                </a:cubicBezTo>
                <a:cubicBezTo>
                  <a:pt x="8" y="7"/>
                  <a:pt x="10" y="8"/>
                  <a:pt x="8" y="6"/>
                </a:cubicBezTo>
                <a:cubicBezTo>
                  <a:pt x="8" y="4"/>
                  <a:pt x="7" y="3"/>
                  <a:pt x="7" y="0"/>
                </a:cubicBezTo>
                <a:cubicBezTo>
                  <a:pt x="6" y="3"/>
                  <a:pt x="1" y="5"/>
                  <a:pt x="0" y="10"/>
                </a:cubicBezTo>
                <a:cubicBezTo>
                  <a:pt x="1" y="13"/>
                  <a:pt x="4" y="15"/>
                  <a:pt x="7" y="18"/>
                </a:cubicBezTo>
                <a:cubicBezTo>
                  <a:pt x="8" y="18"/>
                  <a:pt x="11" y="15"/>
                  <a:pt x="10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8" name="Freeform 143">
            <a:extLst>
              <a:ext uri="{FF2B5EF4-FFF2-40B4-BE49-F238E27FC236}">
                <a16:creationId xmlns:a16="http://schemas.microsoft.com/office/drawing/2014/main" id="{7A461A4F-EE3F-4038-B171-855B2B839FE3}"/>
              </a:ext>
            </a:extLst>
          </p:cNvPr>
          <p:cNvSpPr>
            <a:spLocks/>
          </p:cNvSpPr>
          <p:nvPr/>
        </p:nvSpPr>
        <p:spPr bwMode="auto">
          <a:xfrm>
            <a:off x="1705942" y="3516356"/>
            <a:ext cx="2216" cy="5540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1"/>
                  <a:pt x="1" y="1"/>
                  <a:pt x="1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9" name="Freeform 144">
            <a:extLst>
              <a:ext uri="{FF2B5EF4-FFF2-40B4-BE49-F238E27FC236}">
                <a16:creationId xmlns:a16="http://schemas.microsoft.com/office/drawing/2014/main" id="{DD653575-BE53-4DE5-B2CA-A19DDBECF68F}"/>
              </a:ext>
            </a:extLst>
          </p:cNvPr>
          <p:cNvSpPr>
            <a:spLocks/>
          </p:cNvSpPr>
          <p:nvPr/>
        </p:nvSpPr>
        <p:spPr bwMode="auto">
          <a:xfrm>
            <a:off x="1618422" y="3514140"/>
            <a:ext cx="4432" cy="7755"/>
          </a:xfrm>
          <a:custGeom>
            <a:avLst/>
            <a:gdLst>
              <a:gd name="T0" fmla="*/ 0 w 2"/>
              <a:gd name="T1" fmla="*/ 0 h 3"/>
              <a:gd name="T2" fmla="*/ 1 w 2"/>
              <a:gd name="T3" fmla="*/ 3 h 3"/>
              <a:gd name="T4" fmla="*/ 2 w 2"/>
              <a:gd name="T5" fmla="*/ 0 h 3"/>
              <a:gd name="T6" fmla="*/ 0 w 2"/>
              <a:gd name="T7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0"/>
                </a:moveTo>
                <a:cubicBezTo>
                  <a:pt x="0" y="1"/>
                  <a:pt x="0" y="2"/>
                  <a:pt x="1" y="3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1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0" name="Freeform 145">
            <a:extLst>
              <a:ext uri="{FF2B5EF4-FFF2-40B4-BE49-F238E27FC236}">
                <a16:creationId xmlns:a16="http://schemas.microsoft.com/office/drawing/2014/main" id="{0D2C0AEF-BB60-4724-89A0-15415A8F77CE}"/>
              </a:ext>
            </a:extLst>
          </p:cNvPr>
          <p:cNvSpPr>
            <a:spLocks/>
          </p:cNvSpPr>
          <p:nvPr/>
        </p:nvSpPr>
        <p:spPr bwMode="auto">
          <a:xfrm>
            <a:off x="1622853" y="3511924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1" name="Freeform 146">
            <a:extLst>
              <a:ext uri="{FF2B5EF4-FFF2-40B4-BE49-F238E27FC236}">
                <a16:creationId xmlns:a16="http://schemas.microsoft.com/office/drawing/2014/main" id="{C5F82111-BD29-4FA4-BE89-A8D4DAE827DC}"/>
              </a:ext>
            </a:extLst>
          </p:cNvPr>
          <p:cNvSpPr>
            <a:spLocks/>
          </p:cNvSpPr>
          <p:nvPr/>
        </p:nvSpPr>
        <p:spPr bwMode="auto">
          <a:xfrm>
            <a:off x="1618422" y="351414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2" name="Freeform 147">
            <a:extLst>
              <a:ext uri="{FF2B5EF4-FFF2-40B4-BE49-F238E27FC236}">
                <a16:creationId xmlns:a16="http://schemas.microsoft.com/office/drawing/2014/main" id="{8CE4587A-5777-48CA-9AA0-774B95AB8C17}"/>
              </a:ext>
            </a:extLst>
          </p:cNvPr>
          <p:cNvSpPr>
            <a:spLocks/>
          </p:cNvSpPr>
          <p:nvPr/>
        </p:nvSpPr>
        <p:spPr bwMode="auto">
          <a:xfrm>
            <a:off x="1496557" y="3535190"/>
            <a:ext cx="4432" cy="4432"/>
          </a:xfrm>
          <a:custGeom>
            <a:avLst/>
            <a:gdLst>
              <a:gd name="T0" fmla="*/ 2 w 2"/>
              <a:gd name="T1" fmla="*/ 1 h 2"/>
              <a:gd name="T2" fmla="*/ 0 w 2"/>
              <a:gd name="T3" fmla="*/ 2 h 2"/>
              <a:gd name="T4" fmla="*/ 2 w 2"/>
              <a:gd name="T5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1"/>
                </a:moveTo>
                <a:cubicBezTo>
                  <a:pt x="1" y="0"/>
                  <a:pt x="1" y="1"/>
                  <a:pt x="0" y="2"/>
                </a:cubicBezTo>
                <a:cubicBezTo>
                  <a:pt x="1" y="1"/>
                  <a:pt x="1" y="1"/>
                  <a:pt x="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3" name="Freeform 148">
            <a:extLst>
              <a:ext uri="{FF2B5EF4-FFF2-40B4-BE49-F238E27FC236}">
                <a16:creationId xmlns:a16="http://schemas.microsoft.com/office/drawing/2014/main" id="{5C3A6744-5E48-4FA6-8178-0F98B8543B20}"/>
              </a:ext>
            </a:extLst>
          </p:cNvPr>
          <p:cNvSpPr>
            <a:spLocks/>
          </p:cNvSpPr>
          <p:nvPr/>
        </p:nvSpPr>
        <p:spPr bwMode="auto">
          <a:xfrm>
            <a:off x="1422330" y="3622711"/>
            <a:ext cx="4432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4" name="Freeform 149">
            <a:extLst>
              <a:ext uri="{FF2B5EF4-FFF2-40B4-BE49-F238E27FC236}">
                <a16:creationId xmlns:a16="http://schemas.microsoft.com/office/drawing/2014/main" id="{052995BD-7C76-4321-A7BA-40950B89C248}"/>
              </a:ext>
            </a:extLst>
          </p:cNvPr>
          <p:cNvSpPr>
            <a:spLocks/>
          </p:cNvSpPr>
          <p:nvPr/>
        </p:nvSpPr>
        <p:spPr bwMode="auto">
          <a:xfrm>
            <a:off x="1443379" y="369804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5" name="Freeform 150">
            <a:extLst>
              <a:ext uri="{FF2B5EF4-FFF2-40B4-BE49-F238E27FC236}">
                <a16:creationId xmlns:a16="http://schemas.microsoft.com/office/drawing/2014/main" id="{9FD78D8B-5A96-4295-B062-345D1741E58D}"/>
              </a:ext>
            </a:extLst>
          </p:cNvPr>
          <p:cNvSpPr>
            <a:spLocks/>
          </p:cNvSpPr>
          <p:nvPr/>
        </p:nvSpPr>
        <p:spPr bwMode="auto">
          <a:xfrm>
            <a:off x="1436733" y="3698046"/>
            <a:ext cx="8863" cy="12187"/>
          </a:xfrm>
          <a:custGeom>
            <a:avLst/>
            <a:gdLst>
              <a:gd name="T0" fmla="*/ 3 w 4"/>
              <a:gd name="T1" fmla="*/ 0 h 5"/>
              <a:gd name="T2" fmla="*/ 1 w 4"/>
              <a:gd name="T3" fmla="*/ 4 h 5"/>
              <a:gd name="T4" fmla="*/ 1 w 4"/>
              <a:gd name="T5" fmla="*/ 4 h 5"/>
              <a:gd name="T6" fmla="*/ 0 w 4"/>
              <a:gd name="T7" fmla="*/ 5 h 5"/>
              <a:gd name="T8" fmla="*/ 3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3" y="0"/>
                </a:moveTo>
                <a:cubicBezTo>
                  <a:pt x="3" y="2"/>
                  <a:pt x="1" y="2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0" y="5"/>
                  <a:pt x="0" y="5"/>
                  <a:pt x="0" y="5"/>
                </a:cubicBezTo>
                <a:cubicBezTo>
                  <a:pt x="1" y="4"/>
                  <a:pt x="4" y="2"/>
                  <a:pt x="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6" name="Freeform 151">
            <a:extLst>
              <a:ext uri="{FF2B5EF4-FFF2-40B4-BE49-F238E27FC236}">
                <a16:creationId xmlns:a16="http://schemas.microsoft.com/office/drawing/2014/main" id="{68EB9415-FAD5-4F56-B43D-68C40BB25674}"/>
              </a:ext>
            </a:extLst>
          </p:cNvPr>
          <p:cNvSpPr>
            <a:spLocks/>
          </p:cNvSpPr>
          <p:nvPr/>
        </p:nvSpPr>
        <p:spPr bwMode="auto">
          <a:xfrm>
            <a:off x="3501789" y="1464595"/>
            <a:ext cx="854162" cy="845299"/>
          </a:xfrm>
          <a:custGeom>
            <a:avLst/>
            <a:gdLst>
              <a:gd name="T0" fmla="*/ 0 w 771"/>
              <a:gd name="T1" fmla="*/ 763 h 763"/>
              <a:gd name="T2" fmla="*/ 771 w 771"/>
              <a:gd name="T3" fmla="*/ 0 h 763"/>
              <a:gd name="T4" fmla="*/ 0 w 771"/>
              <a:gd name="T5" fmla="*/ 763 h 7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1" h="763">
                <a:moveTo>
                  <a:pt x="0" y="763"/>
                </a:moveTo>
                <a:lnTo>
                  <a:pt x="771" y="0"/>
                </a:lnTo>
                <a:lnTo>
                  <a:pt x="0" y="7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37" name="Line 152">
            <a:extLst>
              <a:ext uri="{FF2B5EF4-FFF2-40B4-BE49-F238E27FC236}">
                <a16:creationId xmlns:a16="http://schemas.microsoft.com/office/drawing/2014/main" id="{19A3A50C-7627-4B16-9EB1-C668F87A1A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1789" y="1464595"/>
            <a:ext cx="854162" cy="84529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1" name="Freeform 156">
            <a:extLst>
              <a:ext uri="{FF2B5EF4-FFF2-40B4-BE49-F238E27FC236}">
                <a16:creationId xmlns:a16="http://schemas.microsoft.com/office/drawing/2014/main" id="{BA84F0DC-191D-4651-A541-D6A3F4B70AFB}"/>
              </a:ext>
            </a:extLst>
          </p:cNvPr>
          <p:cNvSpPr>
            <a:spLocks/>
          </p:cNvSpPr>
          <p:nvPr/>
        </p:nvSpPr>
        <p:spPr bwMode="auto">
          <a:xfrm>
            <a:off x="3856305" y="1971996"/>
            <a:ext cx="19942" cy="25481"/>
          </a:xfrm>
          <a:custGeom>
            <a:avLst/>
            <a:gdLst>
              <a:gd name="T0" fmla="*/ 2 w 9"/>
              <a:gd name="T1" fmla="*/ 6 h 11"/>
              <a:gd name="T2" fmla="*/ 2 w 9"/>
              <a:gd name="T3" fmla="*/ 8 h 11"/>
              <a:gd name="T4" fmla="*/ 9 w 9"/>
              <a:gd name="T5" fmla="*/ 1 h 11"/>
              <a:gd name="T6" fmla="*/ 6 w 9"/>
              <a:gd name="T7" fmla="*/ 0 h 11"/>
              <a:gd name="T8" fmla="*/ 4 w 9"/>
              <a:gd name="T9" fmla="*/ 3 h 11"/>
              <a:gd name="T10" fmla="*/ 4 w 9"/>
              <a:gd name="T11" fmla="*/ 2 h 11"/>
              <a:gd name="T12" fmla="*/ 0 w 9"/>
              <a:gd name="T13" fmla="*/ 1 h 11"/>
              <a:gd name="T14" fmla="*/ 0 w 9"/>
              <a:gd name="T15" fmla="*/ 2 h 11"/>
              <a:gd name="T16" fmla="*/ 1 w 9"/>
              <a:gd name="T17" fmla="*/ 11 h 11"/>
              <a:gd name="T18" fmla="*/ 2 w 9"/>
              <a:gd name="T19" fmla="*/ 6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11">
                <a:moveTo>
                  <a:pt x="2" y="6"/>
                </a:moveTo>
                <a:cubicBezTo>
                  <a:pt x="2" y="6"/>
                  <a:pt x="2" y="7"/>
                  <a:pt x="2" y="8"/>
                </a:cubicBezTo>
                <a:cubicBezTo>
                  <a:pt x="9" y="1"/>
                  <a:pt x="9" y="1"/>
                  <a:pt x="9" y="1"/>
                </a:cubicBezTo>
                <a:cubicBezTo>
                  <a:pt x="8" y="0"/>
                  <a:pt x="5" y="2"/>
                  <a:pt x="6" y="0"/>
                </a:cubicBezTo>
                <a:cubicBezTo>
                  <a:pt x="5" y="0"/>
                  <a:pt x="4" y="2"/>
                  <a:pt x="4" y="3"/>
                </a:cubicBezTo>
                <a:cubicBezTo>
                  <a:pt x="4" y="2"/>
                  <a:pt x="4" y="2"/>
                  <a:pt x="4" y="2"/>
                </a:cubicBezTo>
                <a:cubicBezTo>
                  <a:pt x="4" y="5"/>
                  <a:pt x="0" y="3"/>
                  <a:pt x="0" y="1"/>
                </a:cubicBezTo>
                <a:cubicBezTo>
                  <a:pt x="0" y="2"/>
                  <a:pt x="0" y="2"/>
                  <a:pt x="0" y="2"/>
                </a:cubicBezTo>
                <a:cubicBezTo>
                  <a:pt x="1" y="11"/>
                  <a:pt x="1" y="11"/>
                  <a:pt x="1" y="11"/>
                </a:cubicBezTo>
                <a:cubicBezTo>
                  <a:pt x="3" y="9"/>
                  <a:pt x="0" y="8"/>
                  <a:pt x="2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2" name="Freeform 157">
            <a:extLst>
              <a:ext uri="{FF2B5EF4-FFF2-40B4-BE49-F238E27FC236}">
                <a16:creationId xmlns:a16="http://schemas.microsoft.com/office/drawing/2014/main" id="{8FF750D3-29C9-446A-B585-12199E2FFB59}"/>
              </a:ext>
            </a:extLst>
          </p:cNvPr>
          <p:cNvSpPr>
            <a:spLocks/>
          </p:cNvSpPr>
          <p:nvPr/>
        </p:nvSpPr>
        <p:spPr bwMode="auto">
          <a:xfrm>
            <a:off x="3533916" y="2294384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1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3" name="Freeform 158">
            <a:extLst>
              <a:ext uri="{FF2B5EF4-FFF2-40B4-BE49-F238E27FC236}">
                <a16:creationId xmlns:a16="http://schemas.microsoft.com/office/drawing/2014/main" id="{1B7C557F-E375-4033-B80D-E98A993FEF5B}"/>
              </a:ext>
            </a:extLst>
          </p:cNvPr>
          <p:cNvSpPr>
            <a:spLocks/>
          </p:cNvSpPr>
          <p:nvPr/>
        </p:nvSpPr>
        <p:spPr bwMode="auto">
          <a:xfrm>
            <a:off x="3858520" y="2001909"/>
            <a:ext cx="0" cy="6647"/>
          </a:xfrm>
          <a:custGeom>
            <a:avLst/>
            <a:gdLst>
              <a:gd name="T0" fmla="*/ 0 h 3"/>
              <a:gd name="T1" fmla="*/ 3 h 3"/>
              <a:gd name="T2" fmla="*/ 0 h 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">
                <a:moveTo>
                  <a:pt x="0" y="0"/>
                </a:moveTo>
                <a:cubicBezTo>
                  <a:pt x="0" y="3"/>
                  <a:pt x="0" y="3"/>
                  <a:pt x="0" y="3"/>
                </a:cubicBezTo>
                <a:cubicBezTo>
                  <a:pt x="0" y="2"/>
                  <a:pt x="0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4" name="Freeform 159">
            <a:extLst>
              <a:ext uri="{FF2B5EF4-FFF2-40B4-BE49-F238E27FC236}">
                <a16:creationId xmlns:a16="http://schemas.microsoft.com/office/drawing/2014/main" id="{C3AB5A95-150D-4C13-A4AE-C7AE882ED5AA}"/>
              </a:ext>
            </a:extLst>
          </p:cNvPr>
          <p:cNvSpPr>
            <a:spLocks/>
          </p:cNvSpPr>
          <p:nvPr/>
        </p:nvSpPr>
        <p:spPr bwMode="auto">
          <a:xfrm>
            <a:off x="3826392" y="1926574"/>
            <a:ext cx="2216" cy="4432"/>
          </a:xfrm>
          <a:custGeom>
            <a:avLst/>
            <a:gdLst>
              <a:gd name="T0" fmla="*/ 1 w 1"/>
              <a:gd name="T1" fmla="*/ 1 h 2"/>
              <a:gd name="T2" fmla="*/ 0 w 1"/>
              <a:gd name="T3" fmla="*/ 0 h 2"/>
              <a:gd name="T4" fmla="*/ 1 w 1"/>
              <a:gd name="T5" fmla="*/ 2 h 2"/>
              <a:gd name="T6" fmla="*/ 1 w 1"/>
              <a:gd name="T7" fmla="*/ 2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cubicBezTo>
                  <a:pt x="0" y="0"/>
                  <a:pt x="0" y="0"/>
                  <a:pt x="0" y="0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1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5" name="Freeform 160">
            <a:extLst>
              <a:ext uri="{FF2B5EF4-FFF2-40B4-BE49-F238E27FC236}">
                <a16:creationId xmlns:a16="http://schemas.microsoft.com/office/drawing/2014/main" id="{56C35BE1-C33F-4356-9ECE-EA890F75DC85}"/>
              </a:ext>
            </a:extLst>
          </p:cNvPr>
          <p:cNvSpPr>
            <a:spLocks/>
          </p:cNvSpPr>
          <p:nvPr/>
        </p:nvSpPr>
        <p:spPr bwMode="auto">
          <a:xfrm>
            <a:off x="3798695" y="2084998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6" name="Freeform 161">
            <a:extLst>
              <a:ext uri="{FF2B5EF4-FFF2-40B4-BE49-F238E27FC236}">
                <a16:creationId xmlns:a16="http://schemas.microsoft.com/office/drawing/2014/main" id="{B2B18F26-469F-4565-B475-BA7A6C1FC84F}"/>
              </a:ext>
            </a:extLst>
          </p:cNvPr>
          <p:cNvSpPr>
            <a:spLocks/>
          </p:cNvSpPr>
          <p:nvPr/>
        </p:nvSpPr>
        <p:spPr bwMode="auto">
          <a:xfrm>
            <a:off x="3839686" y="1866750"/>
            <a:ext cx="12187" cy="27697"/>
          </a:xfrm>
          <a:custGeom>
            <a:avLst/>
            <a:gdLst>
              <a:gd name="T0" fmla="*/ 5 w 5"/>
              <a:gd name="T1" fmla="*/ 0 h 12"/>
              <a:gd name="T2" fmla="*/ 3 w 5"/>
              <a:gd name="T3" fmla="*/ 4 h 12"/>
              <a:gd name="T4" fmla="*/ 1 w 5"/>
              <a:gd name="T5" fmla="*/ 3 h 12"/>
              <a:gd name="T6" fmla="*/ 1 w 5"/>
              <a:gd name="T7" fmla="*/ 5 h 12"/>
              <a:gd name="T8" fmla="*/ 2 w 5"/>
              <a:gd name="T9" fmla="*/ 5 h 12"/>
              <a:gd name="T10" fmla="*/ 3 w 5"/>
              <a:gd name="T11" fmla="*/ 12 h 12"/>
              <a:gd name="T12" fmla="*/ 5 w 5"/>
              <a:gd name="T13" fmla="*/ 8 h 12"/>
              <a:gd name="T14" fmla="*/ 5 w 5"/>
              <a:gd name="T15" fmla="*/ 7 h 12"/>
              <a:gd name="T16" fmla="*/ 5 w 5"/>
              <a:gd name="T17" fmla="*/ 2 h 12"/>
              <a:gd name="T18" fmla="*/ 5 w 5"/>
              <a:gd name="T1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" h="12">
                <a:moveTo>
                  <a:pt x="5" y="0"/>
                </a:moveTo>
                <a:cubicBezTo>
                  <a:pt x="3" y="4"/>
                  <a:pt x="3" y="4"/>
                  <a:pt x="3" y="4"/>
                </a:cubicBezTo>
                <a:cubicBezTo>
                  <a:pt x="3" y="3"/>
                  <a:pt x="1" y="5"/>
                  <a:pt x="1" y="3"/>
                </a:cubicBezTo>
                <a:cubicBezTo>
                  <a:pt x="1" y="4"/>
                  <a:pt x="0" y="5"/>
                  <a:pt x="1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8"/>
                  <a:pt x="4" y="8"/>
                  <a:pt x="3" y="12"/>
                </a:cubicBezTo>
                <a:cubicBezTo>
                  <a:pt x="5" y="12"/>
                  <a:pt x="5" y="10"/>
                  <a:pt x="5" y="8"/>
                </a:cubicBezTo>
                <a:cubicBezTo>
                  <a:pt x="5" y="8"/>
                  <a:pt x="5" y="7"/>
                  <a:pt x="5" y="7"/>
                </a:cubicBezTo>
                <a:cubicBezTo>
                  <a:pt x="5" y="2"/>
                  <a:pt x="5" y="2"/>
                  <a:pt x="5" y="2"/>
                </a:cubicBezTo>
                <a:lnTo>
                  <a:pt x="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7" name="Freeform 162">
            <a:extLst>
              <a:ext uri="{FF2B5EF4-FFF2-40B4-BE49-F238E27FC236}">
                <a16:creationId xmlns:a16="http://schemas.microsoft.com/office/drawing/2014/main" id="{F9F81FD6-13C4-41D3-AEC4-CE09CCEDB5BE}"/>
              </a:ext>
            </a:extLst>
          </p:cNvPr>
          <p:cNvSpPr>
            <a:spLocks/>
          </p:cNvSpPr>
          <p:nvPr/>
        </p:nvSpPr>
        <p:spPr bwMode="auto">
          <a:xfrm>
            <a:off x="3604820" y="2176951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8" name="Freeform 163">
            <a:extLst>
              <a:ext uri="{FF2B5EF4-FFF2-40B4-BE49-F238E27FC236}">
                <a16:creationId xmlns:a16="http://schemas.microsoft.com/office/drawing/2014/main" id="{2C66166B-5985-4671-A754-CFC236D96875}"/>
              </a:ext>
            </a:extLst>
          </p:cNvPr>
          <p:cNvSpPr>
            <a:spLocks/>
          </p:cNvSpPr>
          <p:nvPr/>
        </p:nvSpPr>
        <p:spPr bwMode="auto">
          <a:xfrm>
            <a:off x="3604820" y="2172519"/>
            <a:ext cx="0" cy="4432"/>
          </a:xfrm>
          <a:custGeom>
            <a:avLst/>
            <a:gdLst>
              <a:gd name="T0" fmla="*/ 1 h 2"/>
              <a:gd name="T1" fmla="*/ 2 h 2"/>
              <a:gd name="T2" fmla="*/ 1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1"/>
                </a:move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49" name="Freeform 164">
            <a:extLst>
              <a:ext uri="{FF2B5EF4-FFF2-40B4-BE49-F238E27FC236}">
                <a16:creationId xmlns:a16="http://schemas.microsoft.com/office/drawing/2014/main" id="{D031CC9D-2544-4F68-BCF8-F2CBDE1C3F3A}"/>
              </a:ext>
            </a:extLst>
          </p:cNvPr>
          <p:cNvSpPr>
            <a:spLocks/>
          </p:cNvSpPr>
          <p:nvPr/>
        </p:nvSpPr>
        <p:spPr bwMode="auto">
          <a:xfrm>
            <a:off x="3856304" y="1997477"/>
            <a:ext cx="2216" cy="4432"/>
          </a:xfrm>
          <a:custGeom>
            <a:avLst/>
            <a:gdLst>
              <a:gd name="T0" fmla="*/ 0 w 1"/>
              <a:gd name="T1" fmla="*/ 0 h 2"/>
              <a:gd name="T2" fmla="*/ 1 w 1"/>
              <a:gd name="T3" fmla="*/ 2 h 2"/>
              <a:gd name="T4" fmla="*/ 1 w 1"/>
              <a:gd name="T5" fmla="*/ 0 h 2"/>
              <a:gd name="T6" fmla="*/ 0 w 1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0" y="0"/>
                </a:moveTo>
                <a:cubicBezTo>
                  <a:pt x="0" y="0"/>
                  <a:pt x="1" y="1"/>
                  <a:pt x="1" y="2"/>
                </a:cubicBezTo>
                <a:cubicBezTo>
                  <a:pt x="1" y="0"/>
                  <a:pt x="1" y="0"/>
                  <a:pt x="1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0" name="Freeform 165">
            <a:extLst>
              <a:ext uri="{FF2B5EF4-FFF2-40B4-BE49-F238E27FC236}">
                <a16:creationId xmlns:a16="http://schemas.microsoft.com/office/drawing/2014/main" id="{CB1948DC-5D61-4A29-B584-2619BC34C196}"/>
              </a:ext>
            </a:extLst>
          </p:cNvPr>
          <p:cNvSpPr>
            <a:spLocks/>
          </p:cNvSpPr>
          <p:nvPr/>
        </p:nvSpPr>
        <p:spPr bwMode="auto">
          <a:xfrm>
            <a:off x="3851873" y="1971996"/>
            <a:ext cx="4432" cy="8863"/>
          </a:xfrm>
          <a:custGeom>
            <a:avLst/>
            <a:gdLst>
              <a:gd name="T0" fmla="*/ 0 w 2"/>
              <a:gd name="T1" fmla="*/ 4 h 4"/>
              <a:gd name="T2" fmla="*/ 2 w 2"/>
              <a:gd name="T3" fmla="*/ 2 h 4"/>
              <a:gd name="T4" fmla="*/ 2 w 2"/>
              <a:gd name="T5" fmla="*/ 0 h 4"/>
              <a:gd name="T6" fmla="*/ 0 w 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0" y="4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1" y="2"/>
                  <a:pt x="0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1" name="Freeform 166">
            <a:extLst>
              <a:ext uri="{FF2B5EF4-FFF2-40B4-BE49-F238E27FC236}">
                <a16:creationId xmlns:a16="http://schemas.microsoft.com/office/drawing/2014/main" id="{3C6F2888-F0A0-43A0-9ADE-55AB356F769A}"/>
              </a:ext>
            </a:extLst>
          </p:cNvPr>
          <p:cNvSpPr>
            <a:spLocks/>
          </p:cNvSpPr>
          <p:nvPr/>
        </p:nvSpPr>
        <p:spPr bwMode="auto">
          <a:xfrm>
            <a:off x="3784294" y="2004124"/>
            <a:ext cx="76442" cy="124081"/>
          </a:xfrm>
          <a:custGeom>
            <a:avLst/>
            <a:gdLst>
              <a:gd name="T0" fmla="*/ 12 w 33"/>
              <a:gd name="T1" fmla="*/ 32 h 54"/>
              <a:gd name="T2" fmla="*/ 8 w 33"/>
              <a:gd name="T3" fmla="*/ 30 h 54"/>
              <a:gd name="T4" fmla="*/ 7 w 33"/>
              <a:gd name="T5" fmla="*/ 35 h 54"/>
              <a:gd name="T6" fmla="*/ 13 w 33"/>
              <a:gd name="T7" fmla="*/ 34 h 54"/>
              <a:gd name="T8" fmla="*/ 11 w 33"/>
              <a:gd name="T9" fmla="*/ 41 h 54"/>
              <a:gd name="T10" fmla="*/ 9 w 33"/>
              <a:gd name="T11" fmla="*/ 35 h 54"/>
              <a:gd name="T12" fmla="*/ 9 w 33"/>
              <a:gd name="T13" fmla="*/ 39 h 54"/>
              <a:gd name="T14" fmla="*/ 1 w 33"/>
              <a:gd name="T15" fmla="*/ 46 h 54"/>
              <a:gd name="T16" fmla="*/ 1 w 33"/>
              <a:gd name="T17" fmla="*/ 51 h 54"/>
              <a:gd name="T18" fmla="*/ 7 w 33"/>
              <a:gd name="T19" fmla="*/ 50 h 54"/>
              <a:gd name="T20" fmla="*/ 6 w 33"/>
              <a:gd name="T21" fmla="*/ 50 h 54"/>
              <a:gd name="T22" fmla="*/ 8 w 33"/>
              <a:gd name="T23" fmla="*/ 49 h 54"/>
              <a:gd name="T24" fmla="*/ 7 w 33"/>
              <a:gd name="T25" fmla="*/ 45 h 54"/>
              <a:gd name="T26" fmla="*/ 9 w 33"/>
              <a:gd name="T27" fmla="*/ 44 h 54"/>
              <a:gd name="T28" fmla="*/ 8 w 33"/>
              <a:gd name="T29" fmla="*/ 46 h 54"/>
              <a:gd name="T30" fmla="*/ 12 w 33"/>
              <a:gd name="T31" fmla="*/ 41 h 54"/>
              <a:gd name="T32" fmla="*/ 12 w 33"/>
              <a:gd name="T33" fmla="*/ 43 h 54"/>
              <a:gd name="T34" fmla="*/ 15 w 33"/>
              <a:gd name="T35" fmla="*/ 36 h 54"/>
              <a:gd name="T36" fmla="*/ 16 w 33"/>
              <a:gd name="T37" fmla="*/ 39 h 54"/>
              <a:gd name="T38" fmla="*/ 23 w 33"/>
              <a:gd name="T39" fmla="*/ 30 h 54"/>
              <a:gd name="T40" fmla="*/ 22 w 33"/>
              <a:gd name="T41" fmla="*/ 30 h 54"/>
              <a:gd name="T42" fmla="*/ 26 w 33"/>
              <a:gd name="T43" fmla="*/ 30 h 54"/>
              <a:gd name="T44" fmla="*/ 33 w 33"/>
              <a:gd name="T45" fmla="*/ 21 h 54"/>
              <a:gd name="T46" fmla="*/ 32 w 33"/>
              <a:gd name="T47" fmla="*/ 2 h 54"/>
              <a:gd name="T48" fmla="*/ 31 w 33"/>
              <a:gd name="T49" fmla="*/ 3 h 54"/>
              <a:gd name="T50" fmla="*/ 28 w 33"/>
              <a:gd name="T51" fmla="*/ 0 h 54"/>
              <a:gd name="T52" fmla="*/ 28 w 33"/>
              <a:gd name="T53" fmla="*/ 5 h 54"/>
              <a:gd name="T54" fmla="*/ 23 w 33"/>
              <a:gd name="T55" fmla="*/ 3 h 54"/>
              <a:gd name="T56" fmla="*/ 19 w 33"/>
              <a:gd name="T57" fmla="*/ 27 h 54"/>
              <a:gd name="T58" fmla="*/ 12 w 33"/>
              <a:gd name="T59" fmla="*/ 31 h 54"/>
              <a:gd name="T60" fmla="*/ 13 w 33"/>
              <a:gd name="T61" fmla="*/ 25 h 54"/>
              <a:gd name="T62" fmla="*/ 9 w 33"/>
              <a:gd name="T63" fmla="*/ 29 h 54"/>
              <a:gd name="T64" fmla="*/ 12 w 33"/>
              <a:gd name="T65" fmla="*/ 32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" h="54">
                <a:moveTo>
                  <a:pt x="12" y="32"/>
                </a:moveTo>
                <a:cubicBezTo>
                  <a:pt x="7" y="38"/>
                  <a:pt x="11" y="29"/>
                  <a:pt x="8" y="30"/>
                </a:cubicBezTo>
                <a:cubicBezTo>
                  <a:pt x="7" y="32"/>
                  <a:pt x="7" y="34"/>
                  <a:pt x="7" y="35"/>
                </a:cubicBezTo>
                <a:cubicBezTo>
                  <a:pt x="10" y="30"/>
                  <a:pt x="10" y="39"/>
                  <a:pt x="13" y="34"/>
                </a:cubicBezTo>
                <a:cubicBezTo>
                  <a:pt x="15" y="37"/>
                  <a:pt x="12" y="40"/>
                  <a:pt x="11" y="41"/>
                </a:cubicBezTo>
                <a:cubicBezTo>
                  <a:pt x="7" y="40"/>
                  <a:pt x="11" y="38"/>
                  <a:pt x="9" y="35"/>
                </a:cubicBezTo>
                <a:cubicBezTo>
                  <a:pt x="8" y="37"/>
                  <a:pt x="8" y="37"/>
                  <a:pt x="9" y="39"/>
                </a:cubicBezTo>
                <a:cubicBezTo>
                  <a:pt x="6" y="41"/>
                  <a:pt x="6" y="47"/>
                  <a:pt x="1" y="46"/>
                </a:cubicBezTo>
                <a:cubicBezTo>
                  <a:pt x="0" y="48"/>
                  <a:pt x="1" y="49"/>
                  <a:pt x="1" y="51"/>
                </a:cubicBezTo>
                <a:cubicBezTo>
                  <a:pt x="3" y="54"/>
                  <a:pt x="5" y="49"/>
                  <a:pt x="7" y="50"/>
                </a:cubicBezTo>
                <a:cubicBezTo>
                  <a:pt x="7" y="50"/>
                  <a:pt x="6" y="50"/>
                  <a:pt x="6" y="50"/>
                </a:cubicBezTo>
                <a:cubicBezTo>
                  <a:pt x="8" y="49"/>
                  <a:pt x="8" y="49"/>
                  <a:pt x="8" y="49"/>
                </a:cubicBezTo>
                <a:cubicBezTo>
                  <a:pt x="6" y="50"/>
                  <a:pt x="6" y="46"/>
                  <a:pt x="7" y="45"/>
                </a:cubicBezTo>
                <a:cubicBezTo>
                  <a:pt x="7" y="45"/>
                  <a:pt x="8" y="43"/>
                  <a:pt x="9" y="44"/>
                </a:cubicBezTo>
                <a:cubicBezTo>
                  <a:pt x="8" y="46"/>
                  <a:pt x="8" y="46"/>
                  <a:pt x="8" y="46"/>
                </a:cubicBezTo>
                <a:cubicBezTo>
                  <a:pt x="10" y="45"/>
                  <a:pt x="10" y="41"/>
                  <a:pt x="12" y="41"/>
                </a:cubicBezTo>
                <a:cubicBezTo>
                  <a:pt x="12" y="42"/>
                  <a:pt x="12" y="42"/>
                  <a:pt x="12" y="43"/>
                </a:cubicBezTo>
                <a:cubicBezTo>
                  <a:pt x="12" y="40"/>
                  <a:pt x="14" y="39"/>
                  <a:pt x="15" y="36"/>
                </a:cubicBezTo>
                <a:cubicBezTo>
                  <a:pt x="16" y="39"/>
                  <a:pt x="16" y="39"/>
                  <a:pt x="16" y="39"/>
                </a:cubicBezTo>
                <a:cubicBezTo>
                  <a:pt x="15" y="35"/>
                  <a:pt x="20" y="32"/>
                  <a:pt x="23" y="30"/>
                </a:cubicBezTo>
                <a:cubicBezTo>
                  <a:pt x="23" y="30"/>
                  <a:pt x="22" y="31"/>
                  <a:pt x="22" y="30"/>
                </a:cubicBezTo>
                <a:cubicBezTo>
                  <a:pt x="23" y="28"/>
                  <a:pt x="26" y="28"/>
                  <a:pt x="26" y="30"/>
                </a:cubicBezTo>
                <a:cubicBezTo>
                  <a:pt x="26" y="27"/>
                  <a:pt x="33" y="26"/>
                  <a:pt x="33" y="21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2"/>
                  <a:pt x="32" y="3"/>
                  <a:pt x="31" y="3"/>
                </a:cubicBezTo>
                <a:cubicBezTo>
                  <a:pt x="29" y="2"/>
                  <a:pt x="29" y="3"/>
                  <a:pt x="28" y="0"/>
                </a:cubicBezTo>
                <a:cubicBezTo>
                  <a:pt x="28" y="2"/>
                  <a:pt x="30" y="3"/>
                  <a:pt x="28" y="5"/>
                </a:cubicBezTo>
                <a:cubicBezTo>
                  <a:pt x="28" y="4"/>
                  <a:pt x="26" y="1"/>
                  <a:pt x="23" y="3"/>
                </a:cubicBezTo>
                <a:cubicBezTo>
                  <a:pt x="20" y="10"/>
                  <a:pt x="22" y="19"/>
                  <a:pt x="19" y="27"/>
                </a:cubicBezTo>
                <a:cubicBezTo>
                  <a:pt x="18" y="25"/>
                  <a:pt x="14" y="30"/>
                  <a:pt x="12" y="31"/>
                </a:cubicBezTo>
                <a:cubicBezTo>
                  <a:pt x="11" y="29"/>
                  <a:pt x="12" y="27"/>
                  <a:pt x="13" y="25"/>
                </a:cubicBezTo>
                <a:cubicBezTo>
                  <a:pt x="12" y="26"/>
                  <a:pt x="11" y="28"/>
                  <a:pt x="9" y="29"/>
                </a:cubicBezTo>
                <a:lnTo>
                  <a:pt x="12" y="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2" name="Freeform 167">
            <a:extLst>
              <a:ext uri="{FF2B5EF4-FFF2-40B4-BE49-F238E27FC236}">
                <a16:creationId xmlns:a16="http://schemas.microsoft.com/office/drawing/2014/main" id="{D84F55EF-E8C7-4B54-A447-DB284EDDBC47}"/>
              </a:ext>
            </a:extLst>
          </p:cNvPr>
          <p:cNvSpPr>
            <a:spLocks/>
          </p:cNvSpPr>
          <p:nvPr/>
        </p:nvSpPr>
        <p:spPr bwMode="auto">
          <a:xfrm>
            <a:off x="3828607" y="2038468"/>
            <a:ext cx="2216" cy="0"/>
          </a:xfrm>
          <a:custGeom>
            <a:avLst/>
            <a:gdLst>
              <a:gd name="T0" fmla="*/ 2 w 2"/>
              <a:gd name="T1" fmla="*/ 0 w 2"/>
              <a:gd name="T2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3" name="Freeform 168">
            <a:extLst>
              <a:ext uri="{FF2B5EF4-FFF2-40B4-BE49-F238E27FC236}">
                <a16:creationId xmlns:a16="http://schemas.microsoft.com/office/drawing/2014/main" id="{A41A9DD7-387D-400F-82F3-6322E2483C7F}"/>
              </a:ext>
            </a:extLst>
          </p:cNvPr>
          <p:cNvSpPr>
            <a:spLocks/>
          </p:cNvSpPr>
          <p:nvPr/>
        </p:nvSpPr>
        <p:spPr bwMode="auto">
          <a:xfrm>
            <a:off x="3814205" y="2061733"/>
            <a:ext cx="2216" cy="0"/>
          </a:xfrm>
          <a:custGeom>
            <a:avLst/>
            <a:gdLst>
              <a:gd name="T0" fmla="*/ 2 w 2"/>
              <a:gd name="T1" fmla="*/ 2 w 2"/>
              <a:gd name="T2" fmla="*/ 0 w 2"/>
              <a:gd name="T3" fmla="*/ 2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2">
                <a:moveTo>
                  <a:pt x="2" y="0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4" name="Freeform 169">
            <a:extLst>
              <a:ext uri="{FF2B5EF4-FFF2-40B4-BE49-F238E27FC236}">
                <a16:creationId xmlns:a16="http://schemas.microsoft.com/office/drawing/2014/main" id="{3868D6A2-BDEB-4D08-A3AA-B1E28AB3C49A}"/>
              </a:ext>
            </a:extLst>
          </p:cNvPr>
          <p:cNvSpPr>
            <a:spLocks/>
          </p:cNvSpPr>
          <p:nvPr/>
        </p:nvSpPr>
        <p:spPr bwMode="auto">
          <a:xfrm>
            <a:off x="3844117" y="1988614"/>
            <a:ext cx="2216" cy="4432"/>
          </a:xfrm>
          <a:custGeom>
            <a:avLst/>
            <a:gdLst>
              <a:gd name="T0" fmla="*/ 1 w 1"/>
              <a:gd name="T1" fmla="*/ 2 h 2"/>
              <a:gd name="T2" fmla="*/ 1 w 1"/>
              <a:gd name="T3" fmla="*/ 0 h 2"/>
              <a:gd name="T4" fmla="*/ 0 w 1"/>
              <a:gd name="T5" fmla="*/ 1 h 2"/>
              <a:gd name="T6" fmla="*/ 1 w 1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2"/>
                </a:moveTo>
                <a:cubicBezTo>
                  <a:pt x="1" y="1"/>
                  <a:pt x="1" y="1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2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5" name="Freeform 170">
            <a:extLst>
              <a:ext uri="{FF2B5EF4-FFF2-40B4-BE49-F238E27FC236}">
                <a16:creationId xmlns:a16="http://schemas.microsoft.com/office/drawing/2014/main" id="{4E89BD9A-2807-43B5-BB70-131352B050D9}"/>
              </a:ext>
            </a:extLst>
          </p:cNvPr>
          <p:cNvSpPr>
            <a:spLocks/>
          </p:cNvSpPr>
          <p:nvPr/>
        </p:nvSpPr>
        <p:spPr bwMode="auto">
          <a:xfrm>
            <a:off x="3854088" y="1995261"/>
            <a:ext cx="2216" cy="2216"/>
          </a:xfrm>
          <a:custGeom>
            <a:avLst/>
            <a:gdLst>
              <a:gd name="T0" fmla="*/ 0 w 2"/>
              <a:gd name="T1" fmla="*/ 0 h 2"/>
              <a:gd name="T2" fmla="*/ 2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6" name="Freeform 171">
            <a:extLst>
              <a:ext uri="{FF2B5EF4-FFF2-40B4-BE49-F238E27FC236}">
                <a16:creationId xmlns:a16="http://schemas.microsoft.com/office/drawing/2014/main" id="{28F42D75-8B96-4D6F-85EE-1C6CF28340DD}"/>
              </a:ext>
            </a:extLst>
          </p:cNvPr>
          <p:cNvSpPr>
            <a:spLocks/>
          </p:cNvSpPr>
          <p:nvPr/>
        </p:nvSpPr>
        <p:spPr bwMode="auto">
          <a:xfrm>
            <a:off x="3736655" y="209607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7" name="Freeform 172">
            <a:extLst>
              <a:ext uri="{FF2B5EF4-FFF2-40B4-BE49-F238E27FC236}">
                <a16:creationId xmlns:a16="http://schemas.microsoft.com/office/drawing/2014/main" id="{CE875793-EC67-4F2B-A744-953CD64B3A01}"/>
              </a:ext>
            </a:extLst>
          </p:cNvPr>
          <p:cNvSpPr>
            <a:spLocks/>
          </p:cNvSpPr>
          <p:nvPr/>
        </p:nvSpPr>
        <p:spPr bwMode="auto">
          <a:xfrm>
            <a:off x="3770999" y="2029605"/>
            <a:ext cx="57609" cy="59825"/>
          </a:xfrm>
          <a:custGeom>
            <a:avLst/>
            <a:gdLst>
              <a:gd name="T0" fmla="*/ 10 w 25"/>
              <a:gd name="T1" fmla="*/ 25 h 26"/>
              <a:gd name="T2" fmla="*/ 10 w 25"/>
              <a:gd name="T3" fmla="*/ 20 h 26"/>
              <a:gd name="T4" fmla="*/ 9 w 25"/>
              <a:gd name="T5" fmla="*/ 20 h 26"/>
              <a:gd name="T6" fmla="*/ 16 w 25"/>
              <a:gd name="T7" fmla="*/ 13 h 26"/>
              <a:gd name="T8" fmla="*/ 20 w 25"/>
              <a:gd name="T9" fmla="*/ 14 h 26"/>
              <a:gd name="T10" fmla="*/ 22 w 25"/>
              <a:gd name="T11" fmla="*/ 8 h 26"/>
              <a:gd name="T12" fmla="*/ 25 w 25"/>
              <a:gd name="T13" fmla="*/ 4 h 26"/>
              <a:gd name="T14" fmla="*/ 22 w 25"/>
              <a:gd name="T15" fmla="*/ 4 h 26"/>
              <a:gd name="T16" fmla="*/ 22 w 25"/>
              <a:gd name="T17" fmla="*/ 3 h 26"/>
              <a:gd name="T18" fmla="*/ 18 w 25"/>
              <a:gd name="T19" fmla="*/ 8 h 26"/>
              <a:gd name="T20" fmla="*/ 18 w 25"/>
              <a:gd name="T21" fmla="*/ 6 h 26"/>
              <a:gd name="T22" fmla="*/ 13 w 25"/>
              <a:gd name="T23" fmla="*/ 14 h 26"/>
              <a:gd name="T24" fmla="*/ 10 w 25"/>
              <a:gd name="T25" fmla="*/ 15 h 26"/>
              <a:gd name="T26" fmla="*/ 4 w 25"/>
              <a:gd name="T27" fmla="*/ 26 h 26"/>
              <a:gd name="T28" fmla="*/ 7 w 25"/>
              <a:gd name="T29" fmla="*/ 22 h 26"/>
              <a:gd name="T30" fmla="*/ 10 w 25"/>
              <a:gd name="T31" fmla="*/ 25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" h="26">
                <a:moveTo>
                  <a:pt x="10" y="25"/>
                </a:moveTo>
                <a:cubicBezTo>
                  <a:pt x="11" y="23"/>
                  <a:pt x="8" y="22"/>
                  <a:pt x="10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10" y="18"/>
                  <a:pt x="14" y="15"/>
                  <a:pt x="16" y="13"/>
                </a:cubicBezTo>
                <a:cubicBezTo>
                  <a:pt x="17" y="14"/>
                  <a:pt x="19" y="12"/>
                  <a:pt x="20" y="14"/>
                </a:cubicBezTo>
                <a:cubicBezTo>
                  <a:pt x="21" y="12"/>
                  <a:pt x="22" y="10"/>
                  <a:pt x="22" y="8"/>
                </a:cubicBezTo>
                <a:cubicBezTo>
                  <a:pt x="23" y="8"/>
                  <a:pt x="23" y="5"/>
                  <a:pt x="25" y="4"/>
                </a:cubicBezTo>
                <a:cubicBezTo>
                  <a:pt x="24" y="4"/>
                  <a:pt x="24" y="0"/>
                  <a:pt x="22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19" y="4"/>
                  <a:pt x="20" y="7"/>
                  <a:pt x="18" y="8"/>
                </a:cubicBezTo>
                <a:cubicBezTo>
                  <a:pt x="17" y="8"/>
                  <a:pt x="19" y="5"/>
                  <a:pt x="18" y="6"/>
                </a:cubicBezTo>
                <a:cubicBezTo>
                  <a:pt x="16" y="9"/>
                  <a:pt x="10" y="11"/>
                  <a:pt x="13" y="14"/>
                </a:cubicBezTo>
                <a:cubicBezTo>
                  <a:pt x="12" y="16"/>
                  <a:pt x="11" y="15"/>
                  <a:pt x="10" y="15"/>
                </a:cubicBezTo>
                <a:cubicBezTo>
                  <a:pt x="11" y="21"/>
                  <a:pt x="0" y="22"/>
                  <a:pt x="4" y="26"/>
                </a:cubicBezTo>
                <a:cubicBezTo>
                  <a:pt x="5" y="25"/>
                  <a:pt x="7" y="24"/>
                  <a:pt x="7" y="22"/>
                </a:cubicBezTo>
                <a:lnTo>
                  <a:pt x="1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8" name="Freeform 173">
            <a:extLst>
              <a:ext uri="{FF2B5EF4-FFF2-40B4-BE49-F238E27FC236}">
                <a16:creationId xmlns:a16="http://schemas.microsoft.com/office/drawing/2014/main" id="{C71FDC19-5602-4EDA-B7F5-3007B5C5E511}"/>
              </a:ext>
            </a:extLst>
          </p:cNvPr>
          <p:cNvSpPr>
            <a:spLocks/>
          </p:cNvSpPr>
          <p:nvPr/>
        </p:nvSpPr>
        <p:spPr bwMode="auto">
          <a:xfrm>
            <a:off x="3837470" y="1999693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9" name="Freeform 174">
            <a:extLst>
              <a:ext uri="{FF2B5EF4-FFF2-40B4-BE49-F238E27FC236}">
                <a16:creationId xmlns:a16="http://schemas.microsoft.com/office/drawing/2014/main" id="{26E1A31B-61DC-496C-AA5D-8E0A21281420}"/>
              </a:ext>
            </a:extLst>
          </p:cNvPr>
          <p:cNvSpPr>
            <a:spLocks noEditPoints="1"/>
          </p:cNvSpPr>
          <p:nvPr/>
        </p:nvSpPr>
        <p:spPr bwMode="auto">
          <a:xfrm>
            <a:off x="3860735" y="1971996"/>
            <a:ext cx="62040" cy="57609"/>
          </a:xfrm>
          <a:custGeom>
            <a:avLst/>
            <a:gdLst>
              <a:gd name="T0" fmla="*/ 25 w 27"/>
              <a:gd name="T1" fmla="*/ 1 h 25"/>
              <a:gd name="T2" fmla="*/ 27 w 27"/>
              <a:gd name="T3" fmla="*/ 4 h 25"/>
              <a:gd name="T4" fmla="*/ 17 w 27"/>
              <a:gd name="T5" fmla="*/ 14 h 25"/>
              <a:gd name="T6" fmla="*/ 17 w 27"/>
              <a:gd name="T7" fmla="*/ 13 h 25"/>
              <a:gd name="T8" fmla="*/ 9 w 27"/>
              <a:gd name="T9" fmla="*/ 22 h 25"/>
              <a:gd name="T10" fmla="*/ 5 w 27"/>
              <a:gd name="T11" fmla="*/ 23 h 25"/>
              <a:gd name="T12" fmla="*/ 4 w 27"/>
              <a:gd name="T13" fmla="*/ 25 h 25"/>
              <a:gd name="T14" fmla="*/ 5 w 27"/>
              <a:gd name="T15" fmla="*/ 22 h 25"/>
              <a:gd name="T16" fmla="*/ 4 w 27"/>
              <a:gd name="T17" fmla="*/ 23 h 25"/>
              <a:gd name="T18" fmla="*/ 3 w 27"/>
              <a:gd name="T19" fmla="*/ 18 h 25"/>
              <a:gd name="T20" fmla="*/ 4 w 27"/>
              <a:gd name="T21" fmla="*/ 22 h 25"/>
              <a:gd name="T22" fmla="*/ 4 w 27"/>
              <a:gd name="T23" fmla="*/ 20 h 25"/>
              <a:gd name="T24" fmla="*/ 7 w 27"/>
              <a:gd name="T25" fmla="*/ 20 h 25"/>
              <a:gd name="T26" fmla="*/ 8 w 27"/>
              <a:gd name="T27" fmla="*/ 16 h 25"/>
              <a:gd name="T28" fmla="*/ 12 w 27"/>
              <a:gd name="T29" fmla="*/ 16 h 25"/>
              <a:gd name="T30" fmla="*/ 10 w 27"/>
              <a:gd name="T31" fmla="*/ 13 h 25"/>
              <a:gd name="T32" fmla="*/ 13 w 27"/>
              <a:gd name="T33" fmla="*/ 11 h 25"/>
              <a:gd name="T34" fmla="*/ 12 w 27"/>
              <a:gd name="T35" fmla="*/ 2 h 25"/>
              <a:gd name="T36" fmla="*/ 19 w 27"/>
              <a:gd name="T37" fmla="*/ 2 h 25"/>
              <a:gd name="T38" fmla="*/ 15 w 27"/>
              <a:gd name="T39" fmla="*/ 8 h 25"/>
              <a:gd name="T40" fmla="*/ 15 w 27"/>
              <a:gd name="T41" fmla="*/ 13 h 25"/>
              <a:gd name="T42" fmla="*/ 19 w 27"/>
              <a:gd name="T43" fmla="*/ 8 h 25"/>
              <a:gd name="T44" fmla="*/ 19 w 27"/>
              <a:gd name="T45" fmla="*/ 8 h 25"/>
              <a:gd name="T46" fmla="*/ 22 w 27"/>
              <a:gd name="T47" fmla="*/ 2 h 25"/>
              <a:gd name="T48" fmla="*/ 24 w 27"/>
              <a:gd name="T49" fmla="*/ 3 h 25"/>
              <a:gd name="T50" fmla="*/ 25 w 27"/>
              <a:gd name="T51" fmla="*/ 1 h 25"/>
              <a:gd name="T52" fmla="*/ 23 w 27"/>
              <a:gd name="T53" fmla="*/ 4 h 25"/>
              <a:gd name="T54" fmla="*/ 22 w 27"/>
              <a:gd name="T55" fmla="*/ 5 h 25"/>
              <a:gd name="T56" fmla="*/ 23 w 27"/>
              <a:gd name="T57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7" h="25">
                <a:moveTo>
                  <a:pt x="25" y="1"/>
                </a:moveTo>
                <a:cubicBezTo>
                  <a:pt x="27" y="4"/>
                  <a:pt x="27" y="4"/>
                  <a:pt x="27" y="4"/>
                </a:cubicBezTo>
                <a:cubicBezTo>
                  <a:pt x="23" y="9"/>
                  <a:pt x="21" y="10"/>
                  <a:pt x="17" y="14"/>
                </a:cubicBezTo>
                <a:cubicBezTo>
                  <a:pt x="17" y="14"/>
                  <a:pt x="17" y="13"/>
                  <a:pt x="17" y="13"/>
                </a:cubicBezTo>
                <a:cubicBezTo>
                  <a:pt x="15" y="16"/>
                  <a:pt x="10" y="19"/>
                  <a:pt x="9" y="22"/>
                </a:cubicBezTo>
                <a:cubicBezTo>
                  <a:pt x="8" y="23"/>
                  <a:pt x="5" y="24"/>
                  <a:pt x="5" y="23"/>
                </a:cubicBezTo>
                <a:cubicBezTo>
                  <a:pt x="5" y="23"/>
                  <a:pt x="5" y="24"/>
                  <a:pt x="4" y="25"/>
                </a:cubicBezTo>
                <a:cubicBezTo>
                  <a:pt x="3" y="24"/>
                  <a:pt x="5" y="23"/>
                  <a:pt x="5" y="22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2"/>
                  <a:pt x="0" y="21"/>
                  <a:pt x="3" y="18"/>
                </a:cubicBezTo>
                <a:cubicBezTo>
                  <a:pt x="7" y="19"/>
                  <a:pt x="1" y="20"/>
                  <a:pt x="4" y="22"/>
                </a:cubicBezTo>
                <a:cubicBezTo>
                  <a:pt x="5" y="21"/>
                  <a:pt x="4" y="20"/>
                  <a:pt x="4" y="20"/>
                </a:cubicBezTo>
                <a:cubicBezTo>
                  <a:pt x="6" y="18"/>
                  <a:pt x="6" y="19"/>
                  <a:pt x="7" y="20"/>
                </a:cubicBezTo>
                <a:cubicBezTo>
                  <a:pt x="6" y="18"/>
                  <a:pt x="9" y="18"/>
                  <a:pt x="8" y="16"/>
                </a:cubicBezTo>
                <a:cubicBezTo>
                  <a:pt x="11" y="14"/>
                  <a:pt x="10" y="18"/>
                  <a:pt x="12" y="16"/>
                </a:cubicBezTo>
                <a:cubicBezTo>
                  <a:pt x="10" y="13"/>
                  <a:pt x="10" y="13"/>
                  <a:pt x="10" y="13"/>
                </a:cubicBezTo>
                <a:cubicBezTo>
                  <a:pt x="13" y="11"/>
                  <a:pt x="13" y="11"/>
                  <a:pt x="13" y="11"/>
                </a:cubicBezTo>
                <a:cubicBezTo>
                  <a:pt x="16" y="6"/>
                  <a:pt x="9" y="7"/>
                  <a:pt x="12" y="2"/>
                </a:cubicBezTo>
                <a:cubicBezTo>
                  <a:pt x="12" y="3"/>
                  <a:pt x="16" y="4"/>
                  <a:pt x="19" y="2"/>
                </a:cubicBezTo>
                <a:cubicBezTo>
                  <a:pt x="18" y="4"/>
                  <a:pt x="17" y="7"/>
                  <a:pt x="15" y="8"/>
                </a:cubicBezTo>
                <a:cubicBezTo>
                  <a:pt x="19" y="8"/>
                  <a:pt x="12" y="12"/>
                  <a:pt x="15" y="13"/>
                </a:cubicBezTo>
                <a:cubicBezTo>
                  <a:pt x="15" y="10"/>
                  <a:pt x="17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7"/>
                  <a:pt x="19" y="3"/>
                  <a:pt x="22" y="2"/>
                </a:cubicBezTo>
                <a:cubicBezTo>
                  <a:pt x="23" y="1"/>
                  <a:pt x="24" y="2"/>
                  <a:pt x="24" y="3"/>
                </a:cubicBezTo>
                <a:cubicBezTo>
                  <a:pt x="24" y="2"/>
                  <a:pt x="25" y="0"/>
                  <a:pt x="25" y="1"/>
                </a:cubicBezTo>
                <a:close/>
                <a:moveTo>
                  <a:pt x="23" y="4"/>
                </a:moveTo>
                <a:cubicBezTo>
                  <a:pt x="22" y="5"/>
                  <a:pt x="22" y="5"/>
                  <a:pt x="22" y="5"/>
                </a:cubicBezTo>
                <a:cubicBezTo>
                  <a:pt x="23" y="5"/>
                  <a:pt x="23" y="4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1" name="Freeform 176">
            <a:extLst>
              <a:ext uri="{FF2B5EF4-FFF2-40B4-BE49-F238E27FC236}">
                <a16:creationId xmlns:a16="http://schemas.microsoft.com/office/drawing/2014/main" id="{1543DB81-D7B8-4F44-B507-BEE37B9B9C1A}"/>
              </a:ext>
            </a:extLst>
          </p:cNvPr>
          <p:cNvSpPr>
            <a:spLocks/>
          </p:cNvSpPr>
          <p:nvPr/>
        </p:nvSpPr>
        <p:spPr bwMode="auto">
          <a:xfrm>
            <a:off x="3971521" y="1790306"/>
            <a:ext cx="2216" cy="0"/>
          </a:xfrm>
          <a:custGeom>
            <a:avLst/>
            <a:gdLst>
              <a:gd name="T0" fmla="*/ 0 w 1"/>
              <a:gd name="T1" fmla="*/ 1 w 1"/>
              <a:gd name="T2" fmla="*/ 0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0" y="0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2" name="Freeform 177">
            <a:extLst>
              <a:ext uri="{FF2B5EF4-FFF2-40B4-BE49-F238E27FC236}">
                <a16:creationId xmlns:a16="http://schemas.microsoft.com/office/drawing/2014/main" id="{777F1C47-F1D2-492B-BBDC-264F682D49C5}"/>
              </a:ext>
            </a:extLst>
          </p:cNvPr>
          <p:cNvSpPr>
            <a:spLocks/>
          </p:cNvSpPr>
          <p:nvPr/>
        </p:nvSpPr>
        <p:spPr bwMode="auto">
          <a:xfrm>
            <a:off x="3993679" y="1728267"/>
            <a:ext cx="0" cy="4432"/>
          </a:xfrm>
          <a:custGeom>
            <a:avLst/>
            <a:gdLst>
              <a:gd name="T0" fmla="*/ 2 h 2"/>
              <a:gd name="T1" fmla="*/ 0 h 2"/>
              <a:gd name="T2" fmla="*/ 2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2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4" name="Freeform 179">
            <a:extLst>
              <a:ext uri="{FF2B5EF4-FFF2-40B4-BE49-F238E27FC236}">
                <a16:creationId xmlns:a16="http://schemas.microsoft.com/office/drawing/2014/main" id="{E0E2CBF8-290C-44CF-93E7-9AA5D46A6F7B}"/>
              </a:ext>
            </a:extLst>
          </p:cNvPr>
          <p:cNvSpPr>
            <a:spLocks/>
          </p:cNvSpPr>
          <p:nvPr/>
        </p:nvSpPr>
        <p:spPr bwMode="auto">
          <a:xfrm>
            <a:off x="4091171" y="1661795"/>
            <a:ext cx="2216" cy="0"/>
          </a:xfrm>
          <a:custGeom>
            <a:avLst/>
            <a:gdLst>
              <a:gd name="T0" fmla="*/ 0 w 1"/>
              <a:gd name="T1" fmla="*/ 1 w 1"/>
              <a:gd name="T2" fmla="*/ 0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0" y="0"/>
                </a:move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5" name="Rectangle 180">
            <a:extLst>
              <a:ext uri="{FF2B5EF4-FFF2-40B4-BE49-F238E27FC236}">
                <a16:creationId xmlns:a16="http://schemas.microsoft.com/office/drawing/2014/main" id="{7E00D8E9-EBA2-4A9E-9618-CC040376C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3679" y="1732698"/>
            <a:ext cx="1108" cy="1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6" name="Freeform 181">
            <a:extLst>
              <a:ext uri="{FF2B5EF4-FFF2-40B4-BE49-F238E27FC236}">
                <a16:creationId xmlns:a16="http://schemas.microsoft.com/office/drawing/2014/main" id="{CAB34529-2A7D-49F1-9200-9D5A3A721D47}"/>
              </a:ext>
            </a:extLst>
          </p:cNvPr>
          <p:cNvSpPr>
            <a:spLocks/>
          </p:cNvSpPr>
          <p:nvPr/>
        </p:nvSpPr>
        <p:spPr bwMode="auto">
          <a:xfrm>
            <a:off x="3933854" y="1792522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7" name="Freeform 182">
            <a:extLst>
              <a:ext uri="{FF2B5EF4-FFF2-40B4-BE49-F238E27FC236}">
                <a16:creationId xmlns:a16="http://schemas.microsoft.com/office/drawing/2014/main" id="{19B0271A-BC3F-47B5-A147-68D0A7A6BC5B}"/>
              </a:ext>
            </a:extLst>
          </p:cNvPr>
          <p:cNvSpPr>
            <a:spLocks/>
          </p:cNvSpPr>
          <p:nvPr/>
        </p:nvSpPr>
        <p:spPr bwMode="auto">
          <a:xfrm>
            <a:off x="3952688" y="1806924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8" name="Freeform 183">
            <a:extLst>
              <a:ext uri="{FF2B5EF4-FFF2-40B4-BE49-F238E27FC236}">
                <a16:creationId xmlns:a16="http://schemas.microsoft.com/office/drawing/2014/main" id="{FEB00783-C43B-4059-9D76-E722B77CA122}"/>
              </a:ext>
            </a:extLst>
          </p:cNvPr>
          <p:cNvSpPr>
            <a:spLocks/>
          </p:cNvSpPr>
          <p:nvPr/>
        </p:nvSpPr>
        <p:spPr bwMode="auto">
          <a:xfrm>
            <a:off x="3876245" y="1860102"/>
            <a:ext cx="2216" cy="4432"/>
          </a:xfrm>
          <a:custGeom>
            <a:avLst/>
            <a:gdLst>
              <a:gd name="T0" fmla="*/ 1 w 1"/>
              <a:gd name="T1" fmla="*/ 0 h 2"/>
              <a:gd name="T2" fmla="*/ 0 w 1"/>
              <a:gd name="T3" fmla="*/ 2 h 2"/>
              <a:gd name="T4" fmla="*/ 1 w 1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0" y="2"/>
                  <a:pt x="0" y="2"/>
                  <a:pt x="0" y="2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69" name="Freeform 184">
            <a:extLst>
              <a:ext uri="{FF2B5EF4-FFF2-40B4-BE49-F238E27FC236}">
                <a16:creationId xmlns:a16="http://schemas.microsoft.com/office/drawing/2014/main" id="{7180ED3F-B02C-49D3-91A1-3CF1C3844DA0}"/>
              </a:ext>
            </a:extLst>
          </p:cNvPr>
          <p:cNvSpPr>
            <a:spLocks/>
          </p:cNvSpPr>
          <p:nvPr/>
        </p:nvSpPr>
        <p:spPr bwMode="auto">
          <a:xfrm>
            <a:off x="3943826" y="1809140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2" name="Freeform 187">
            <a:extLst>
              <a:ext uri="{FF2B5EF4-FFF2-40B4-BE49-F238E27FC236}">
                <a16:creationId xmlns:a16="http://schemas.microsoft.com/office/drawing/2014/main" id="{90029617-67EC-43EA-BCFB-423EAF0EBA6C}"/>
              </a:ext>
            </a:extLst>
          </p:cNvPr>
          <p:cNvSpPr>
            <a:spLocks/>
          </p:cNvSpPr>
          <p:nvPr/>
        </p:nvSpPr>
        <p:spPr bwMode="auto">
          <a:xfrm>
            <a:off x="4134378" y="1631883"/>
            <a:ext cx="4432" cy="4432"/>
          </a:xfrm>
          <a:custGeom>
            <a:avLst/>
            <a:gdLst>
              <a:gd name="T0" fmla="*/ 0 w 2"/>
              <a:gd name="T1" fmla="*/ 1 h 2"/>
              <a:gd name="T2" fmla="*/ 2 w 2"/>
              <a:gd name="T3" fmla="*/ 2 h 2"/>
              <a:gd name="T4" fmla="*/ 0 w 2"/>
              <a:gd name="T5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1"/>
                </a:moveTo>
                <a:cubicBezTo>
                  <a:pt x="1" y="1"/>
                  <a:pt x="2" y="1"/>
                  <a:pt x="2" y="2"/>
                </a:cubicBezTo>
                <a:cubicBezTo>
                  <a:pt x="2" y="1"/>
                  <a:pt x="1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5" name="Freeform 190">
            <a:extLst>
              <a:ext uri="{FF2B5EF4-FFF2-40B4-BE49-F238E27FC236}">
                <a16:creationId xmlns:a16="http://schemas.microsoft.com/office/drawing/2014/main" id="{A3CDE2AD-CC4F-4E66-B325-871DEDDFE80D}"/>
              </a:ext>
            </a:extLst>
          </p:cNvPr>
          <p:cNvSpPr>
            <a:spLocks/>
          </p:cNvSpPr>
          <p:nvPr/>
        </p:nvSpPr>
        <p:spPr bwMode="auto">
          <a:xfrm>
            <a:off x="4162074" y="1696138"/>
            <a:ext cx="2216" cy="2216"/>
          </a:xfrm>
          <a:custGeom>
            <a:avLst/>
            <a:gdLst>
              <a:gd name="T0" fmla="*/ 1 w 1"/>
              <a:gd name="T1" fmla="*/ 1 h 1"/>
              <a:gd name="T2" fmla="*/ 0 w 1"/>
              <a:gd name="T3" fmla="*/ 0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1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8" name="Freeform 193">
            <a:extLst>
              <a:ext uri="{FF2B5EF4-FFF2-40B4-BE49-F238E27FC236}">
                <a16:creationId xmlns:a16="http://schemas.microsoft.com/office/drawing/2014/main" id="{72D6CC3A-FCB3-438A-BC4F-C4433BA305B6}"/>
              </a:ext>
            </a:extLst>
          </p:cNvPr>
          <p:cNvSpPr>
            <a:spLocks/>
          </p:cNvSpPr>
          <p:nvPr/>
        </p:nvSpPr>
        <p:spPr bwMode="auto">
          <a:xfrm>
            <a:off x="3950472" y="1931005"/>
            <a:ext cx="2216" cy="2216"/>
          </a:xfrm>
          <a:custGeom>
            <a:avLst/>
            <a:gdLst>
              <a:gd name="T0" fmla="*/ 0 w 1"/>
              <a:gd name="T1" fmla="*/ 0 h 1"/>
              <a:gd name="T2" fmla="*/ 1 w 1"/>
              <a:gd name="T3" fmla="*/ 1 h 1"/>
              <a:gd name="T4" fmla="*/ 0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0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0" name="Freeform 195">
            <a:extLst>
              <a:ext uri="{FF2B5EF4-FFF2-40B4-BE49-F238E27FC236}">
                <a16:creationId xmlns:a16="http://schemas.microsoft.com/office/drawing/2014/main" id="{A5741FC6-5587-4AD0-8107-7336C9EC3577}"/>
              </a:ext>
            </a:extLst>
          </p:cNvPr>
          <p:cNvSpPr>
            <a:spLocks/>
          </p:cNvSpPr>
          <p:nvPr/>
        </p:nvSpPr>
        <p:spPr bwMode="auto">
          <a:xfrm>
            <a:off x="3971522" y="191217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1" name="Freeform 196">
            <a:extLst>
              <a:ext uri="{FF2B5EF4-FFF2-40B4-BE49-F238E27FC236}">
                <a16:creationId xmlns:a16="http://schemas.microsoft.com/office/drawing/2014/main" id="{C4D9B460-C7DE-4C1B-B62F-ED596BBB5B23}"/>
              </a:ext>
            </a:extLst>
          </p:cNvPr>
          <p:cNvSpPr>
            <a:spLocks/>
          </p:cNvSpPr>
          <p:nvPr/>
        </p:nvSpPr>
        <p:spPr bwMode="auto">
          <a:xfrm>
            <a:off x="3899511" y="183019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2" name="Freeform 197">
            <a:extLst>
              <a:ext uri="{FF2B5EF4-FFF2-40B4-BE49-F238E27FC236}">
                <a16:creationId xmlns:a16="http://schemas.microsoft.com/office/drawing/2014/main" id="{8276F491-782C-403F-AB78-AC961A633ABD}"/>
              </a:ext>
            </a:extLst>
          </p:cNvPr>
          <p:cNvSpPr>
            <a:spLocks/>
          </p:cNvSpPr>
          <p:nvPr/>
        </p:nvSpPr>
        <p:spPr bwMode="auto">
          <a:xfrm>
            <a:off x="3971522" y="191217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3" name="Freeform 198">
            <a:extLst>
              <a:ext uri="{FF2B5EF4-FFF2-40B4-BE49-F238E27FC236}">
                <a16:creationId xmlns:a16="http://schemas.microsoft.com/office/drawing/2014/main" id="{788CCF27-7D9C-449A-8674-00239139CFF9}"/>
              </a:ext>
            </a:extLst>
          </p:cNvPr>
          <p:cNvSpPr>
            <a:spLocks/>
          </p:cNvSpPr>
          <p:nvPr/>
        </p:nvSpPr>
        <p:spPr bwMode="auto">
          <a:xfrm>
            <a:off x="4049072" y="1804708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0" y="1"/>
                  <a:pt x="0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4" name="Freeform 199">
            <a:extLst>
              <a:ext uri="{FF2B5EF4-FFF2-40B4-BE49-F238E27FC236}">
                <a16:creationId xmlns:a16="http://schemas.microsoft.com/office/drawing/2014/main" id="{6D8EAC56-DC2D-473A-A921-BFBD979C63D2}"/>
              </a:ext>
            </a:extLst>
          </p:cNvPr>
          <p:cNvSpPr>
            <a:spLocks/>
          </p:cNvSpPr>
          <p:nvPr/>
        </p:nvSpPr>
        <p:spPr bwMode="auto">
          <a:xfrm>
            <a:off x="4025808" y="1818003"/>
            <a:ext cx="3323" cy="0"/>
          </a:xfrm>
          <a:custGeom>
            <a:avLst/>
            <a:gdLst>
              <a:gd name="T0" fmla="*/ 3 w 3"/>
              <a:gd name="T1" fmla="*/ 0 w 3"/>
              <a:gd name="T2" fmla="*/ 3 w 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">
                <a:moveTo>
                  <a:pt x="3" y="0"/>
                </a:moveTo>
                <a:lnTo>
                  <a:pt x="0" y="0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5" name="Freeform 200">
            <a:extLst>
              <a:ext uri="{FF2B5EF4-FFF2-40B4-BE49-F238E27FC236}">
                <a16:creationId xmlns:a16="http://schemas.microsoft.com/office/drawing/2014/main" id="{36BDEA6F-54D3-4E7D-A794-D3CD17A7978E}"/>
              </a:ext>
            </a:extLst>
          </p:cNvPr>
          <p:cNvSpPr>
            <a:spLocks/>
          </p:cNvSpPr>
          <p:nvPr/>
        </p:nvSpPr>
        <p:spPr bwMode="auto">
          <a:xfrm>
            <a:off x="4113328" y="1623019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6" name="Freeform 201">
            <a:extLst>
              <a:ext uri="{FF2B5EF4-FFF2-40B4-BE49-F238E27FC236}">
                <a16:creationId xmlns:a16="http://schemas.microsoft.com/office/drawing/2014/main" id="{42986D2E-1B1E-4C4E-B954-54611198BC66}"/>
              </a:ext>
            </a:extLst>
          </p:cNvPr>
          <p:cNvSpPr>
            <a:spLocks/>
          </p:cNvSpPr>
          <p:nvPr/>
        </p:nvSpPr>
        <p:spPr bwMode="auto">
          <a:xfrm>
            <a:off x="3971522" y="1912171"/>
            <a:ext cx="0" cy="2216"/>
          </a:xfrm>
          <a:custGeom>
            <a:avLst/>
            <a:gdLst>
              <a:gd name="T0" fmla="*/ 0 h 1"/>
              <a:gd name="T1" fmla="*/ 1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7" name="Freeform 202">
            <a:extLst>
              <a:ext uri="{FF2B5EF4-FFF2-40B4-BE49-F238E27FC236}">
                <a16:creationId xmlns:a16="http://schemas.microsoft.com/office/drawing/2014/main" id="{379B5CF8-4034-4323-B1B5-E1F1CB55D5AD}"/>
              </a:ext>
            </a:extLst>
          </p:cNvPr>
          <p:cNvSpPr>
            <a:spLocks/>
          </p:cNvSpPr>
          <p:nvPr/>
        </p:nvSpPr>
        <p:spPr bwMode="auto">
          <a:xfrm>
            <a:off x="4061258" y="1758178"/>
            <a:ext cx="2216" cy="2216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8" name="Freeform 203">
            <a:extLst>
              <a:ext uri="{FF2B5EF4-FFF2-40B4-BE49-F238E27FC236}">
                <a16:creationId xmlns:a16="http://schemas.microsoft.com/office/drawing/2014/main" id="{5FF614DE-A5DD-4826-AD40-53C0DC9BADE1}"/>
              </a:ext>
            </a:extLst>
          </p:cNvPr>
          <p:cNvSpPr>
            <a:spLocks/>
          </p:cNvSpPr>
          <p:nvPr/>
        </p:nvSpPr>
        <p:spPr bwMode="auto">
          <a:xfrm>
            <a:off x="4053504" y="1740453"/>
            <a:ext cx="29912" cy="22157"/>
          </a:xfrm>
          <a:custGeom>
            <a:avLst/>
            <a:gdLst>
              <a:gd name="T0" fmla="*/ 9 w 13"/>
              <a:gd name="T1" fmla="*/ 5 h 10"/>
              <a:gd name="T2" fmla="*/ 9 w 13"/>
              <a:gd name="T3" fmla="*/ 6 h 10"/>
              <a:gd name="T4" fmla="*/ 12 w 13"/>
              <a:gd name="T5" fmla="*/ 0 h 10"/>
              <a:gd name="T6" fmla="*/ 7 w 13"/>
              <a:gd name="T7" fmla="*/ 1 h 10"/>
              <a:gd name="T8" fmla="*/ 4 w 13"/>
              <a:gd name="T9" fmla="*/ 4 h 10"/>
              <a:gd name="T10" fmla="*/ 5 w 13"/>
              <a:gd name="T11" fmla="*/ 6 h 10"/>
              <a:gd name="T12" fmla="*/ 2 w 13"/>
              <a:gd name="T13" fmla="*/ 6 h 10"/>
              <a:gd name="T14" fmla="*/ 0 w 13"/>
              <a:gd name="T15" fmla="*/ 8 h 10"/>
              <a:gd name="T16" fmla="*/ 3 w 13"/>
              <a:gd name="T17" fmla="*/ 6 h 10"/>
              <a:gd name="T18" fmla="*/ 3 w 13"/>
              <a:gd name="T19" fmla="*/ 8 h 10"/>
              <a:gd name="T20" fmla="*/ 4 w 13"/>
              <a:gd name="T21" fmla="*/ 8 h 10"/>
              <a:gd name="T22" fmla="*/ 9 w 13"/>
              <a:gd name="T23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" h="10">
                <a:moveTo>
                  <a:pt x="9" y="5"/>
                </a:moveTo>
                <a:cubicBezTo>
                  <a:pt x="9" y="6"/>
                  <a:pt x="9" y="6"/>
                  <a:pt x="9" y="6"/>
                </a:cubicBezTo>
                <a:cubicBezTo>
                  <a:pt x="10" y="4"/>
                  <a:pt x="13" y="2"/>
                  <a:pt x="12" y="0"/>
                </a:cubicBezTo>
                <a:cubicBezTo>
                  <a:pt x="12" y="1"/>
                  <a:pt x="8" y="2"/>
                  <a:pt x="7" y="1"/>
                </a:cubicBezTo>
                <a:cubicBezTo>
                  <a:pt x="7" y="2"/>
                  <a:pt x="4" y="3"/>
                  <a:pt x="4" y="4"/>
                </a:cubicBezTo>
                <a:cubicBezTo>
                  <a:pt x="6" y="3"/>
                  <a:pt x="5" y="5"/>
                  <a:pt x="5" y="6"/>
                </a:cubicBezTo>
                <a:cubicBezTo>
                  <a:pt x="3" y="7"/>
                  <a:pt x="4" y="5"/>
                  <a:pt x="2" y="6"/>
                </a:cubicBezTo>
                <a:cubicBezTo>
                  <a:pt x="0" y="8"/>
                  <a:pt x="0" y="8"/>
                  <a:pt x="0" y="8"/>
                </a:cubicBezTo>
                <a:cubicBezTo>
                  <a:pt x="3" y="6"/>
                  <a:pt x="3" y="6"/>
                  <a:pt x="3" y="6"/>
                </a:cubicBezTo>
                <a:cubicBezTo>
                  <a:pt x="3" y="8"/>
                  <a:pt x="3" y="8"/>
                  <a:pt x="3" y="8"/>
                </a:cubicBezTo>
                <a:cubicBezTo>
                  <a:pt x="4" y="8"/>
                  <a:pt x="4" y="8"/>
                  <a:pt x="4" y="8"/>
                </a:cubicBezTo>
                <a:cubicBezTo>
                  <a:pt x="6" y="4"/>
                  <a:pt x="6" y="10"/>
                  <a:pt x="9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89" name="Freeform 204">
            <a:extLst>
              <a:ext uri="{FF2B5EF4-FFF2-40B4-BE49-F238E27FC236}">
                <a16:creationId xmlns:a16="http://schemas.microsoft.com/office/drawing/2014/main" id="{341B90D0-06A9-4073-9177-E43047BE7AA3}"/>
              </a:ext>
            </a:extLst>
          </p:cNvPr>
          <p:cNvSpPr>
            <a:spLocks/>
          </p:cNvSpPr>
          <p:nvPr/>
        </p:nvSpPr>
        <p:spPr bwMode="auto">
          <a:xfrm>
            <a:off x="4074553" y="1753747"/>
            <a:ext cx="0" cy="2216"/>
          </a:xfrm>
          <a:custGeom>
            <a:avLst/>
            <a:gdLst>
              <a:gd name="T0" fmla="*/ 0 h 1"/>
              <a:gd name="T1" fmla="*/ 1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0" name="Freeform 206">
            <a:extLst>
              <a:ext uri="{FF2B5EF4-FFF2-40B4-BE49-F238E27FC236}">
                <a16:creationId xmlns:a16="http://schemas.microsoft.com/office/drawing/2014/main" id="{5E7CDF13-2634-4B04-A0C6-78D04B468525}"/>
              </a:ext>
            </a:extLst>
          </p:cNvPr>
          <p:cNvSpPr>
            <a:spLocks/>
          </p:cNvSpPr>
          <p:nvPr/>
        </p:nvSpPr>
        <p:spPr bwMode="auto">
          <a:xfrm>
            <a:off x="4113328" y="1723834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1"/>
                  <a:pt x="1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1" name="Freeform 207">
            <a:extLst>
              <a:ext uri="{FF2B5EF4-FFF2-40B4-BE49-F238E27FC236}">
                <a16:creationId xmlns:a16="http://schemas.microsoft.com/office/drawing/2014/main" id="{59A60017-C6B0-4B19-9B5A-82C8E7A08986}"/>
              </a:ext>
            </a:extLst>
          </p:cNvPr>
          <p:cNvSpPr>
            <a:spLocks/>
          </p:cNvSpPr>
          <p:nvPr/>
        </p:nvSpPr>
        <p:spPr bwMode="auto">
          <a:xfrm>
            <a:off x="3860736" y="1963134"/>
            <a:ext cx="8863" cy="4432"/>
          </a:xfrm>
          <a:custGeom>
            <a:avLst/>
            <a:gdLst>
              <a:gd name="T0" fmla="*/ 0 w 4"/>
              <a:gd name="T1" fmla="*/ 2 h 2"/>
              <a:gd name="T2" fmla="*/ 3 w 4"/>
              <a:gd name="T3" fmla="*/ 0 h 2"/>
              <a:gd name="T4" fmla="*/ 0 w 4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2">
                <a:moveTo>
                  <a:pt x="0" y="2"/>
                </a:moveTo>
                <a:cubicBezTo>
                  <a:pt x="1" y="2"/>
                  <a:pt x="4" y="1"/>
                  <a:pt x="3" y="0"/>
                </a:cubicBezTo>
                <a:cubicBezTo>
                  <a:pt x="0" y="2"/>
                  <a:pt x="0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2" name="Rectangle 208">
            <a:extLst>
              <a:ext uri="{FF2B5EF4-FFF2-40B4-BE49-F238E27FC236}">
                <a16:creationId xmlns:a16="http://schemas.microsoft.com/office/drawing/2014/main" id="{52AA8676-2647-4C00-8034-8DC51629A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771" y="1618588"/>
            <a:ext cx="1109" cy="22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3" name="Freeform 209">
            <a:extLst>
              <a:ext uri="{FF2B5EF4-FFF2-40B4-BE49-F238E27FC236}">
                <a16:creationId xmlns:a16="http://schemas.microsoft.com/office/drawing/2014/main" id="{BFAC8291-4F25-466F-A4F6-D39EF28EA305}"/>
              </a:ext>
            </a:extLst>
          </p:cNvPr>
          <p:cNvSpPr>
            <a:spLocks/>
          </p:cNvSpPr>
          <p:nvPr/>
        </p:nvSpPr>
        <p:spPr bwMode="auto">
          <a:xfrm>
            <a:off x="4070122" y="1740453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4" name="Freeform 210">
            <a:extLst>
              <a:ext uri="{FF2B5EF4-FFF2-40B4-BE49-F238E27FC236}">
                <a16:creationId xmlns:a16="http://schemas.microsoft.com/office/drawing/2014/main" id="{12BD5C9B-FBF0-4E62-8E38-00FF135C12B1}"/>
              </a:ext>
            </a:extLst>
          </p:cNvPr>
          <p:cNvSpPr>
            <a:spLocks/>
          </p:cNvSpPr>
          <p:nvPr/>
        </p:nvSpPr>
        <p:spPr bwMode="auto">
          <a:xfrm>
            <a:off x="4196419" y="1620805"/>
            <a:ext cx="6647" cy="6647"/>
          </a:xfrm>
          <a:custGeom>
            <a:avLst/>
            <a:gdLst>
              <a:gd name="T0" fmla="*/ 0 w 3"/>
              <a:gd name="T1" fmla="*/ 2 h 3"/>
              <a:gd name="T2" fmla="*/ 3 w 3"/>
              <a:gd name="T3" fmla="*/ 3 h 3"/>
              <a:gd name="T4" fmla="*/ 3 w 3"/>
              <a:gd name="T5" fmla="*/ 0 h 3"/>
              <a:gd name="T6" fmla="*/ 0 w 3"/>
              <a:gd name="T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3">
                <a:moveTo>
                  <a:pt x="0" y="2"/>
                </a:moveTo>
                <a:cubicBezTo>
                  <a:pt x="1" y="2"/>
                  <a:pt x="2" y="2"/>
                  <a:pt x="3" y="3"/>
                </a:cubicBezTo>
                <a:cubicBezTo>
                  <a:pt x="3" y="2"/>
                  <a:pt x="3" y="1"/>
                  <a:pt x="3" y="0"/>
                </a:cubicBezTo>
                <a:cubicBezTo>
                  <a:pt x="3" y="1"/>
                  <a:pt x="2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96" name="Freeform 212">
            <a:extLst>
              <a:ext uri="{FF2B5EF4-FFF2-40B4-BE49-F238E27FC236}">
                <a16:creationId xmlns:a16="http://schemas.microsoft.com/office/drawing/2014/main" id="{EB0A62F3-41AE-447F-AACA-D6D8428DAC51}"/>
              </a:ext>
            </a:extLst>
          </p:cNvPr>
          <p:cNvSpPr>
            <a:spLocks noEditPoints="1"/>
          </p:cNvSpPr>
          <p:nvPr/>
        </p:nvSpPr>
        <p:spPr bwMode="auto">
          <a:xfrm>
            <a:off x="3523946" y="1547358"/>
            <a:ext cx="818711" cy="823142"/>
          </a:xfrm>
          <a:custGeom>
            <a:avLst/>
            <a:gdLst>
              <a:gd name="T0" fmla="*/ 143 w 356"/>
              <a:gd name="T1" fmla="*/ 218 h 358"/>
              <a:gd name="T2" fmla="*/ 114 w 356"/>
              <a:gd name="T3" fmla="*/ 247 h 358"/>
              <a:gd name="T4" fmla="*/ 84 w 356"/>
              <a:gd name="T5" fmla="*/ 278 h 358"/>
              <a:gd name="T6" fmla="*/ 51 w 356"/>
              <a:gd name="T7" fmla="*/ 306 h 358"/>
              <a:gd name="T8" fmla="*/ 5 w 356"/>
              <a:gd name="T9" fmla="*/ 358 h 358"/>
              <a:gd name="T10" fmla="*/ 18 w 356"/>
              <a:gd name="T11" fmla="*/ 327 h 358"/>
              <a:gd name="T12" fmla="*/ 46 w 356"/>
              <a:gd name="T13" fmla="*/ 296 h 358"/>
              <a:gd name="T14" fmla="*/ 64 w 356"/>
              <a:gd name="T15" fmla="*/ 266 h 358"/>
              <a:gd name="T16" fmla="*/ 93 w 356"/>
              <a:gd name="T17" fmla="*/ 242 h 358"/>
              <a:gd name="T18" fmla="*/ 116 w 356"/>
              <a:gd name="T19" fmla="*/ 212 h 358"/>
              <a:gd name="T20" fmla="*/ 143 w 356"/>
              <a:gd name="T21" fmla="*/ 179 h 358"/>
              <a:gd name="T22" fmla="*/ 134 w 356"/>
              <a:gd name="T23" fmla="*/ 190 h 358"/>
              <a:gd name="T24" fmla="*/ 119 w 356"/>
              <a:gd name="T25" fmla="*/ 196 h 358"/>
              <a:gd name="T26" fmla="*/ 144 w 356"/>
              <a:gd name="T27" fmla="*/ 168 h 358"/>
              <a:gd name="T28" fmla="*/ 157 w 356"/>
              <a:gd name="T29" fmla="*/ 162 h 358"/>
              <a:gd name="T30" fmla="*/ 176 w 356"/>
              <a:gd name="T31" fmla="*/ 145 h 358"/>
              <a:gd name="T32" fmla="*/ 159 w 356"/>
              <a:gd name="T33" fmla="*/ 156 h 358"/>
              <a:gd name="T34" fmla="*/ 189 w 356"/>
              <a:gd name="T35" fmla="*/ 125 h 358"/>
              <a:gd name="T36" fmla="*/ 189 w 356"/>
              <a:gd name="T37" fmla="*/ 128 h 358"/>
              <a:gd name="T38" fmla="*/ 204 w 356"/>
              <a:gd name="T39" fmla="*/ 127 h 358"/>
              <a:gd name="T40" fmla="*/ 206 w 356"/>
              <a:gd name="T41" fmla="*/ 122 h 358"/>
              <a:gd name="T42" fmla="*/ 216 w 356"/>
              <a:gd name="T43" fmla="*/ 100 h 358"/>
              <a:gd name="T44" fmla="*/ 222 w 356"/>
              <a:gd name="T45" fmla="*/ 93 h 358"/>
              <a:gd name="T46" fmla="*/ 231 w 356"/>
              <a:gd name="T47" fmla="*/ 91 h 358"/>
              <a:gd name="T48" fmla="*/ 238 w 356"/>
              <a:gd name="T49" fmla="*/ 80 h 358"/>
              <a:gd name="T50" fmla="*/ 250 w 356"/>
              <a:gd name="T51" fmla="*/ 78 h 358"/>
              <a:gd name="T52" fmla="*/ 261 w 356"/>
              <a:gd name="T53" fmla="*/ 65 h 358"/>
              <a:gd name="T54" fmla="*/ 270 w 356"/>
              <a:gd name="T55" fmla="*/ 65 h 358"/>
              <a:gd name="T56" fmla="*/ 301 w 356"/>
              <a:gd name="T57" fmla="*/ 26 h 358"/>
              <a:gd name="T58" fmla="*/ 310 w 356"/>
              <a:gd name="T59" fmla="*/ 27 h 358"/>
              <a:gd name="T60" fmla="*/ 316 w 356"/>
              <a:gd name="T61" fmla="*/ 12 h 358"/>
              <a:gd name="T62" fmla="*/ 332 w 356"/>
              <a:gd name="T63" fmla="*/ 0 h 358"/>
              <a:gd name="T64" fmla="*/ 339 w 356"/>
              <a:gd name="T65" fmla="*/ 15 h 358"/>
              <a:gd name="T66" fmla="*/ 334 w 356"/>
              <a:gd name="T67" fmla="*/ 26 h 358"/>
              <a:gd name="T68" fmla="*/ 350 w 356"/>
              <a:gd name="T69" fmla="*/ 13 h 358"/>
              <a:gd name="T70" fmla="*/ 342 w 356"/>
              <a:gd name="T71" fmla="*/ 32 h 358"/>
              <a:gd name="T72" fmla="*/ 329 w 356"/>
              <a:gd name="T73" fmla="*/ 47 h 358"/>
              <a:gd name="T74" fmla="*/ 315 w 356"/>
              <a:gd name="T75" fmla="*/ 65 h 358"/>
              <a:gd name="T76" fmla="*/ 284 w 356"/>
              <a:gd name="T77" fmla="*/ 91 h 358"/>
              <a:gd name="T78" fmla="*/ 238 w 356"/>
              <a:gd name="T79" fmla="*/ 130 h 358"/>
              <a:gd name="T80" fmla="*/ 229 w 356"/>
              <a:gd name="T81" fmla="*/ 139 h 358"/>
              <a:gd name="T82" fmla="*/ 219 w 356"/>
              <a:gd name="T83" fmla="*/ 162 h 358"/>
              <a:gd name="T84" fmla="*/ 196 w 356"/>
              <a:gd name="T85" fmla="*/ 185 h 358"/>
              <a:gd name="T86" fmla="*/ 188 w 356"/>
              <a:gd name="T87" fmla="*/ 196 h 358"/>
              <a:gd name="T88" fmla="*/ 181 w 356"/>
              <a:gd name="T89" fmla="*/ 207 h 358"/>
              <a:gd name="T90" fmla="*/ 156 w 356"/>
              <a:gd name="T91" fmla="*/ 203 h 358"/>
              <a:gd name="T92" fmla="*/ 191 w 356"/>
              <a:gd name="T93" fmla="*/ 155 h 358"/>
              <a:gd name="T94" fmla="*/ 164 w 356"/>
              <a:gd name="T95" fmla="*/ 189 h 358"/>
              <a:gd name="T96" fmla="*/ 182 w 356"/>
              <a:gd name="T97" fmla="*/ 182 h 358"/>
              <a:gd name="T98" fmla="*/ 289 w 356"/>
              <a:gd name="T99" fmla="*/ 75 h 358"/>
              <a:gd name="T100" fmla="*/ 301 w 356"/>
              <a:gd name="T101" fmla="*/ 58 h 358"/>
              <a:gd name="T102" fmla="*/ 300 w 356"/>
              <a:gd name="T103" fmla="*/ 50 h 358"/>
              <a:gd name="T104" fmla="*/ 249 w 356"/>
              <a:gd name="T105" fmla="*/ 120 h 358"/>
              <a:gd name="T106" fmla="*/ 254 w 356"/>
              <a:gd name="T107" fmla="*/ 123 h 358"/>
              <a:gd name="T108" fmla="*/ 263 w 356"/>
              <a:gd name="T109" fmla="*/ 97 h 358"/>
              <a:gd name="T110" fmla="*/ 278 w 356"/>
              <a:gd name="T111" fmla="*/ 78 h 358"/>
              <a:gd name="T112" fmla="*/ 256 w 356"/>
              <a:gd name="T113" fmla="*/ 100 h 358"/>
              <a:gd name="T114" fmla="*/ 233 w 356"/>
              <a:gd name="T115" fmla="*/ 111 h 358"/>
              <a:gd name="T116" fmla="*/ 213 w 356"/>
              <a:gd name="T117" fmla="*/ 149 h 358"/>
              <a:gd name="T118" fmla="*/ 204 w 356"/>
              <a:gd name="T119" fmla="*/ 161 h 358"/>
              <a:gd name="T120" fmla="*/ 159 w 356"/>
              <a:gd name="T121" fmla="*/ 166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56" h="358">
                <a:moveTo>
                  <a:pt x="155" y="205"/>
                </a:moveTo>
                <a:cubicBezTo>
                  <a:pt x="154" y="206"/>
                  <a:pt x="154" y="206"/>
                  <a:pt x="154" y="206"/>
                </a:cubicBezTo>
                <a:cubicBezTo>
                  <a:pt x="154" y="205"/>
                  <a:pt x="154" y="205"/>
                  <a:pt x="154" y="205"/>
                </a:cubicBezTo>
                <a:cubicBezTo>
                  <a:pt x="152" y="206"/>
                  <a:pt x="152" y="206"/>
                  <a:pt x="152" y="206"/>
                </a:cubicBezTo>
                <a:cubicBezTo>
                  <a:pt x="152" y="207"/>
                  <a:pt x="152" y="207"/>
                  <a:pt x="152" y="207"/>
                </a:cubicBezTo>
                <a:cubicBezTo>
                  <a:pt x="152" y="206"/>
                  <a:pt x="152" y="206"/>
                  <a:pt x="152" y="206"/>
                </a:cubicBezTo>
                <a:cubicBezTo>
                  <a:pt x="151" y="207"/>
                  <a:pt x="151" y="207"/>
                  <a:pt x="151" y="207"/>
                </a:cubicBezTo>
                <a:cubicBezTo>
                  <a:pt x="151" y="209"/>
                  <a:pt x="149" y="213"/>
                  <a:pt x="149" y="214"/>
                </a:cubicBezTo>
                <a:cubicBezTo>
                  <a:pt x="149" y="216"/>
                  <a:pt x="148" y="218"/>
                  <a:pt x="147" y="218"/>
                </a:cubicBezTo>
                <a:cubicBezTo>
                  <a:pt x="148" y="218"/>
                  <a:pt x="148" y="216"/>
                  <a:pt x="147" y="216"/>
                </a:cubicBezTo>
                <a:cubicBezTo>
                  <a:pt x="145" y="217"/>
                  <a:pt x="142" y="215"/>
                  <a:pt x="141" y="220"/>
                </a:cubicBezTo>
                <a:cubicBezTo>
                  <a:pt x="143" y="218"/>
                  <a:pt x="143" y="218"/>
                  <a:pt x="143" y="218"/>
                </a:cubicBezTo>
                <a:cubicBezTo>
                  <a:pt x="142" y="225"/>
                  <a:pt x="142" y="225"/>
                  <a:pt x="142" y="225"/>
                </a:cubicBezTo>
                <a:cubicBezTo>
                  <a:pt x="140" y="225"/>
                  <a:pt x="142" y="221"/>
                  <a:pt x="142" y="220"/>
                </a:cubicBezTo>
                <a:cubicBezTo>
                  <a:pt x="141" y="224"/>
                  <a:pt x="135" y="223"/>
                  <a:pt x="136" y="227"/>
                </a:cubicBezTo>
                <a:cubicBezTo>
                  <a:pt x="134" y="225"/>
                  <a:pt x="132" y="223"/>
                  <a:pt x="130" y="225"/>
                </a:cubicBezTo>
                <a:cubicBezTo>
                  <a:pt x="133" y="226"/>
                  <a:pt x="130" y="227"/>
                  <a:pt x="133" y="228"/>
                </a:cubicBezTo>
                <a:cubicBezTo>
                  <a:pt x="133" y="229"/>
                  <a:pt x="130" y="229"/>
                  <a:pt x="131" y="231"/>
                </a:cubicBezTo>
                <a:cubicBezTo>
                  <a:pt x="131" y="230"/>
                  <a:pt x="131" y="230"/>
                  <a:pt x="131" y="230"/>
                </a:cubicBezTo>
                <a:cubicBezTo>
                  <a:pt x="125" y="231"/>
                  <a:pt x="128" y="235"/>
                  <a:pt x="127" y="238"/>
                </a:cubicBezTo>
                <a:cubicBezTo>
                  <a:pt x="124" y="242"/>
                  <a:pt x="122" y="243"/>
                  <a:pt x="119" y="246"/>
                </a:cubicBezTo>
                <a:cubicBezTo>
                  <a:pt x="118" y="245"/>
                  <a:pt x="114" y="244"/>
                  <a:pt x="113" y="245"/>
                </a:cubicBezTo>
                <a:cubicBezTo>
                  <a:pt x="114" y="247"/>
                  <a:pt x="112" y="250"/>
                  <a:pt x="113" y="252"/>
                </a:cubicBezTo>
                <a:cubicBezTo>
                  <a:pt x="116" y="250"/>
                  <a:pt x="114" y="249"/>
                  <a:pt x="114" y="247"/>
                </a:cubicBezTo>
                <a:cubicBezTo>
                  <a:pt x="117" y="248"/>
                  <a:pt x="116" y="249"/>
                  <a:pt x="119" y="248"/>
                </a:cubicBezTo>
                <a:cubicBezTo>
                  <a:pt x="117" y="249"/>
                  <a:pt x="114" y="254"/>
                  <a:pt x="111" y="254"/>
                </a:cubicBezTo>
                <a:cubicBezTo>
                  <a:pt x="111" y="254"/>
                  <a:pt x="111" y="254"/>
                  <a:pt x="111" y="254"/>
                </a:cubicBezTo>
                <a:cubicBezTo>
                  <a:pt x="108" y="255"/>
                  <a:pt x="104" y="251"/>
                  <a:pt x="103" y="257"/>
                </a:cubicBezTo>
                <a:cubicBezTo>
                  <a:pt x="102" y="260"/>
                  <a:pt x="102" y="260"/>
                  <a:pt x="102" y="260"/>
                </a:cubicBezTo>
                <a:cubicBezTo>
                  <a:pt x="102" y="259"/>
                  <a:pt x="102" y="259"/>
                  <a:pt x="102" y="259"/>
                </a:cubicBezTo>
                <a:cubicBezTo>
                  <a:pt x="99" y="262"/>
                  <a:pt x="98" y="259"/>
                  <a:pt x="96" y="263"/>
                </a:cubicBezTo>
                <a:cubicBezTo>
                  <a:pt x="96" y="263"/>
                  <a:pt x="96" y="263"/>
                  <a:pt x="96" y="263"/>
                </a:cubicBezTo>
                <a:cubicBezTo>
                  <a:pt x="94" y="263"/>
                  <a:pt x="94" y="267"/>
                  <a:pt x="93" y="269"/>
                </a:cubicBezTo>
                <a:cubicBezTo>
                  <a:pt x="91" y="268"/>
                  <a:pt x="92" y="267"/>
                  <a:pt x="91" y="266"/>
                </a:cubicBezTo>
                <a:cubicBezTo>
                  <a:pt x="88" y="268"/>
                  <a:pt x="87" y="274"/>
                  <a:pt x="86" y="277"/>
                </a:cubicBezTo>
                <a:cubicBezTo>
                  <a:pt x="84" y="278"/>
                  <a:pt x="84" y="278"/>
                  <a:pt x="84" y="278"/>
                </a:cubicBezTo>
                <a:cubicBezTo>
                  <a:pt x="84" y="277"/>
                  <a:pt x="84" y="274"/>
                  <a:pt x="83" y="273"/>
                </a:cubicBezTo>
                <a:cubicBezTo>
                  <a:pt x="82" y="275"/>
                  <a:pt x="83" y="275"/>
                  <a:pt x="81" y="276"/>
                </a:cubicBezTo>
                <a:cubicBezTo>
                  <a:pt x="81" y="275"/>
                  <a:pt x="81" y="274"/>
                  <a:pt x="80" y="272"/>
                </a:cubicBezTo>
                <a:cubicBezTo>
                  <a:pt x="76" y="274"/>
                  <a:pt x="83" y="276"/>
                  <a:pt x="78" y="275"/>
                </a:cubicBezTo>
                <a:cubicBezTo>
                  <a:pt x="77" y="276"/>
                  <a:pt x="77" y="278"/>
                  <a:pt x="78" y="279"/>
                </a:cubicBezTo>
                <a:cubicBezTo>
                  <a:pt x="75" y="280"/>
                  <a:pt x="75" y="280"/>
                  <a:pt x="75" y="280"/>
                </a:cubicBezTo>
                <a:cubicBezTo>
                  <a:pt x="76" y="281"/>
                  <a:pt x="74" y="284"/>
                  <a:pt x="73" y="285"/>
                </a:cubicBezTo>
                <a:cubicBezTo>
                  <a:pt x="73" y="286"/>
                  <a:pt x="76" y="285"/>
                  <a:pt x="76" y="284"/>
                </a:cubicBezTo>
                <a:cubicBezTo>
                  <a:pt x="77" y="286"/>
                  <a:pt x="75" y="288"/>
                  <a:pt x="74" y="289"/>
                </a:cubicBezTo>
                <a:cubicBezTo>
                  <a:pt x="71" y="286"/>
                  <a:pt x="68" y="295"/>
                  <a:pt x="66" y="291"/>
                </a:cubicBezTo>
                <a:cubicBezTo>
                  <a:pt x="63" y="296"/>
                  <a:pt x="57" y="303"/>
                  <a:pt x="55" y="307"/>
                </a:cubicBezTo>
                <a:cubicBezTo>
                  <a:pt x="53" y="307"/>
                  <a:pt x="51" y="309"/>
                  <a:pt x="51" y="306"/>
                </a:cubicBezTo>
                <a:cubicBezTo>
                  <a:pt x="48" y="310"/>
                  <a:pt x="49" y="315"/>
                  <a:pt x="44" y="317"/>
                </a:cubicBezTo>
                <a:cubicBezTo>
                  <a:pt x="44" y="317"/>
                  <a:pt x="46" y="316"/>
                  <a:pt x="45" y="315"/>
                </a:cubicBezTo>
                <a:cubicBezTo>
                  <a:pt x="44" y="318"/>
                  <a:pt x="39" y="318"/>
                  <a:pt x="36" y="322"/>
                </a:cubicBezTo>
                <a:cubicBezTo>
                  <a:pt x="37" y="322"/>
                  <a:pt x="37" y="321"/>
                  <a:pt x="36" y="321"/>
                </a:cubicBezTo>
                <a:cubicBezTo>
                  <a:pt x="37" y="321"/>
                  <a:pt x="36" y="323"/>
                  <a:pt x="35" y="324"/>
                </a:cubicBezTo>
                <a:cubicBezTo>
                  <a:pt x="35" y="325"/>
                  <a:pt x="36" y="323"/>
                  <a:pt x="35" y="323"/>
                </a:cubicBezTo>
                <a:cubicBezTo>
                  <a:pt x="27" y="329"/>
                  <a:pt x="25" y="338"/>
                  <a:pt x="18" y="345"/>
                </a:cubicBezTo>
                <a:cubicBezTo>
                  <a:pt x="20" y="343"/>
                  <a:pt x="19" y="340"/>
                  <a:pt x="18" y="339"/>
                </a:cubicBezTo>
                <a:cubicBezTo>
                  <a:pt x="16" y="341"/>
                  <a:pt x="16" y="341"/>
                  <a:pt x="16" y="341"/>
                </a:cubicBezTo>
                <a:cubicBezTo>
                  <a:pt x="17" y="343"/>
                  <a:pt x="15" y="344"/>
                  <a:pt x="15" y="346"/>
                </a:cubicBezTo>
                <a:cubicBezTo>
                  <a:pt x="14" y="346"/>
                  <a:pt x="13" y="346"/>
                  <a:pt x="13" y="345"/>
                </a:cubicBezTo>
                <a:cubicBezTo>
                  <a:pt x="8" y="347"/>
                  <a:pt x="11" y="355"/>
                  <a:pt x="5" y="358"/>
                </a:cubicBezTo>
                <a:cubicBezTo>
                  <a:pt x="7" y="349"/>
                  <a:pt x="7" y="349"/>
                  <a:pt x="7" y="349"/>
                </a:cubicBezTo>
                <a:cubicBezTo>
                  <a:pt x="4" y="349"/>
                  <a:pt x="4" y="349"/>
                  <a:pt x="4" y="349"/>
                </a:cubicBezTo>
                <a:cubicBezTo>
                  <a:pt x="5" y="345"/>
                  <a:pt x="5" y="345"/>
                  <a:pt x="5" y="345"/>
                </a:cubicBezTo>
                <a:cubicBezTo>
                  <a:pt x="3" y="345"/>
                  <a:pt x="4" y="349"/>
                  <a:pt x="2" y="348"/>
                </a:cubicBezTo>
                <a:cubicBezTo>
                  <a:pt x="2" y="347"/>
                  <a:pt x="3" y="346"/>
                  <a:pt x="2" y="346"/>
                </a:cubicBezTo>
                <a:cubicBezTo>
                  <a:pt x="0" y="346"/>
                  <a:pt x="1" y="348"/>
                  <a:pt x="0" y="349"/>
                </a:cubicBezTo>
                <a:cubicBezTo>
                  <a:pt x="0" y="343"/>
                  <a:pt x="6" y="338"/>
                  <a:pt x="8" y="334"/>
                </a:cubicBezTo>
                <a:cubicBezTo>
                  <a:pt x="9" y="334"/>
                  <a:pt x="9" y="335"/>
                  <a:pt x="9" y="336"/>
                </a:cubicBezTo>
                <a:cubicBezTo>
                  <a:pt x="10" y="334"/>
                  <a:pt x="12" y="334"/>
                  <a:pt x="13" y="332"/>
                </a:cubicBezTo>
                <a:cubicBezTo>
                  <a:pt x="12" y="330"/>
                  <a:pt x="11" y="332"/>
                  <a:pt x="10" y="333"/>
                </a:cubicBezTo>
                <a:cubicBezTo>
                  <a:pt x="9" y="332"/>
                  <a:pt x="10" y="331"/>
                  <a:pt x="10" y="330"/>
                </a:cubicBezTo>
                <a:cubicBezTo>
                  <a:pt x="12" y="332"/>
                  <a:pt x="15" y="326"/>
                  <a:pt x="18" y="327"/>
                </a:cubicBezTo>
                <a:cubicBezTo>
                  <a:pt x="22" y="322"/>
                  <a:pt x="14" y="324"/>
                  <a:pt x="19" y="320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23" y="317"/>
                  <a:pt x="25" y="313"/>
                  <a:pt x="29" y="310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28" y="312"/>
                  <a:pt x="29" y="311"/>
                  <a:pt x="30" y="312"/>
                </a:cubicBezTo>
                <a:cubicBezTo>
                  <a:pt x="33" y="310"/>
                  <a:pt x="33" y="306"/>
                  <a:pt x="36" y="306"/>
                </a:cubicBezTo>
                <a:cubicBezTo>
                  <a:pt x="37" y="302"/>
                  <a:pt x="40" y="297"/>
                  <a:pt x="42" y="293"/>
                </a:cubicBezTo>
                <a:cubicBezTo>
                  <a:pt x="44" y="295"/>
                  <a:pt x="40" y="299"/>
                  <a:pt x="40" y="301"/>
                </a:cubicBezTo>
                <a:cubicBezTo>
                  <a:pt x="42" y="299"/>
                  <a:pt x="42" y="299"/>
                  <a:pt x="42" y="299"/>
                </a:cubicBezTo>
                <a:cubicBezTo>
                  <a:pt x="41" y="300"/>
                  <a:pt x="41" y="302"/>
                  <a:pt x="41" y="304"/>
                </a:cubicBezTo>
                <a:cubicBezTo>
                  <a:pt x="44" y="302"/>
                  <a:pt x="43" y="299"/>
                  <a:pt x="44" y="297"/>
                </a:cubicBezTo>
                <a:cubicBezTo>
                  <a:pt x="45" y="297"/>
                  <a:pt x="45" y="297"/>
                  <a:pt x="46" y="296"/>
                </a:cubicBezTo>
                <a:cubicBezTo>
                  <a:pt x="45" y="295"/>
                  <a:pt x="45" y="295"/>
                  <a:pt x="45" y="295"/>
                </a:cubicBezTo>
                <a:cubicBezTo>
                  <a:pt x="45" y="295"/>
                  <a:pt x="46" y="295"/>
                  <a:pt x="46" y="295"/>
                </a:cubicBezTo>
                <a:cubicBezTo>
                  <a:pt x="49" y="290"/>
                  <a:pt x="49" y="290"/>
                  <a:pt x="49" y="290"/>
                </a:cubicBezTo>
                <a:cubicBezTo>
                  <a:pt x="48" y="290"/>
                  <a:pt x="46" y="289"/>
                  <a:pt x="45" y="290"/>
                </a:cubicBezTo>
                <a:cubicBezTo>
                  <a:pt x="47" y="290"/>
                  <a:pt x="46" y="291"/>
                  <a:pt x="45" y="292"/>
                </a:cubicBezTo>
                <a:cubicBezTo>
                  <a:pt x="45" y="291"/>
                  <a:pt x="43" y="293"/>
                  <a:pt x="42" y="292"/>
                </a:cubicBezTo>
                <a:cubicBezTo>
                  <a:pt x="44" y="290"/>
                  <a:pt x="47" y="287"/>
                  <a:pt x="48" y="286"/>
                </a:cubicBezTo>
                <a:cubicBezTo>
                  <a:pt x="49" y="287"/>
                  <a:pt x="49" y="287"/>
                  <a:pt x="49" y="287"/>
                </a:cubicBezTo>
                <a:cubicBezTo>
                  <a:pt x="52" y="285"/>
                  <a:pt x="53" y="282"/>
                  <a:pt x="54" y="281"/>
                </a:cubicBezTo>
                <a:cubicBezTo>
                  <a:pt x="55" y="282"/>
                  <a:pt x="55" y="282"/>
                  <a:pt x="55" y="282"/>
                </a:cubicBezTo>
                <a:cubicBezTo>
                  <a:pt x="57" y="281"/>
                  <a:pt x="59" y="278"/>
                  <a:pt x="62" y="277"/>
                </a:cubicBezTo>
                <a:cubicBezTo>
                  <a:pt x="63" y="273"/>
                  <a:pt x="64" y="270"/>
                  <a:pt x="64" y="266"/>
                </a:cubicBezTo>
                <a:cubicBezTo>
                  <a:pt x="63" y="264"/>
                  <a:pt x="72" y="263"/>
                  <a:pt x="72" y="258"/>
                </a:cubicBezTo>
                <a:cubicBezTo>
                  <a:pt x="72" y="258"/>
                  <a:pt x="72" y="261"/>
                  <a:pt x="72" y="262"/>
                </a:cubicBezTo>
                <a:cubicBezTo>
                  <a:pt x="73" y="261"/>
                  <a:pt x="73" y="258"/>
                  <a:pt x="75" y="259"/>
                </a:cubicBezTo>
                <a:cubicBezTo>
                  <a:pt x="71" y="262"/>
                  <a:pt x="76" y="260"/>
                  <a:pt x="75" y="262"/>
                </a:cubicBezTo>
                <a:cubicBezTo>
                  <a:pt x="77" y="261"/>
                  <a:pt x="78" y="259"/>
                  <a:pt x="78" y="257"/>
                </a:cubicBezTo>
                <a:cubicBezTo>
                  <a:pt x="76" y="260"/>
                  <a:pt x="77" y="254"/>
                  <a:pt x="75" y="257"/>
                </a:cubicBezTo>
                <a:cubicBezTo>
                  <a:pt x="76" y="254"/>
                  <a:pt x="78" y="250"/>
                  <a:pt x="81" y="249"/>
                </a:cubicBezTo>
                <a:cubicBezTo>
                  <a:pt x="81" y="249"/>
                  <a:pt x="82" y="249"/>
                  <a:pt x="83" y="249"/>
                </a:cubicBezTo>
                <a:cubicBezTo>
                  <a:pt x="83" y="247"/>
                  <a:pt x="83" y="247"/>
                  <a:pt x="83" y="247"/>
                </a:cubicBezTo>
                <a:cubicBezTo>
                  <a:pt x="84" y="246"/>
                  <a:pt x="82" y="250"/>
                  <a:pt x="85" y="249"/>
                </a:cubicBezTo>
                <a:cubicBezTo>
                  <a:pt x="85" y="244"/>
                  <a:pt x="93" y="243"/>
                  <a:pt x="90" y="238"/>
                </a:cubicBezTo>
                <a:cubicBezTo>
                  <a:pt x="94" y="238"/>
                  <a:pt x="88" y="243"/>
                  <a:pt x="93" y="242"/>
                </a:cubicBezTo>
                <a:cubicBezTo>
                  <a:pt x="92" y="245"/>
                  <a:pt x="89" y="245"/>
                  <a:pt x="90" y="248"/>
                </a:cubicBezTo>
                <a:cubicBezTo>
                  <a:pt x="91" y="246"/>
                  <a:pt x="92" y="249"/>
                  <a:pt x="93" y="248"/>
                </a:cubicBezTo>
                <a:cubicBezTo>
                  <a:pt x="94" y="245"/>
                  <a:pt x="94" y="245"/>
                  <a:pt x="94" y="245"/>
                </a:cubicBezTo>
                <a:cubicBezTo>
                  <a:pt x="93" y="245"/>
                  <a:pt x="93" y="245"/>
                  <a:pt x="93" y="245"/>
                </a:cubicBezTo>
                <a:cubicBezTo>
                  <a:pt x="95" y="241"/>
                  <a:pt x="100" y="237"/>
                  <a:pt x="103" y="233"/>
                </a:cubicBezTo>
                <a:cubicBezTo>
                  <a:pt x="105" y="228"/>
                  <a:pt x="104" y="224"/>
                  <a:pt x="108" y="220"/>
                </a:cubicBezTo>
                <a:cubicBezTo>
                  <a:pt x="108" y="222"/>
                  <a:pt x="112" y="218"/>
                  <a:pt x="112" y="222"/>
                </a:cubicBezTo>
                <a:cubicBezTo>
                  <a:pt x="114" y="221"/>
                  <a:pt x="115" y="219"/>
                  <a:pt x="114" y="218"/>
                </a:cubicBezTo>
                <a:cubicBezTo>
                  <a:pt x="113" y="219"/>
                  <a:pt x="114" y="218"/>
                  <a:pt x="112" y="219"/>
                </a:cubicBezTo>
                <a:cubicBezTo>
                  <a:pt x="112" y="217"/>
                  <a:pt x="114" y="215"/>
                  <a:pt x="115" y="215"/>
                </a:cubicBezTo>
                <a:cubicBezTo>
                  <a:pt x="115" y="215"/>
                  <a:pt x="115" y="215"/>
                  <a:pt x="115" y="216"/>
                </a:cubicBezTo>
                <a:cubicBezTo>
                  <a:pt x="118" y="215"/>
                  <a:pt x="115" y="214"/>
                  <a:pt x="116" y="212"/>
                </a:cubicBezTo>
                <a:cubicBezTo>
                  <a:pt x="118" y="213"/>
                  <a:pt x="119" y="210"/>
                  <a:pt x="121" y="209"/>
                </a:cubicBezTo>
                <a:cubicBezTo>
                  <a:pt x="121" y="206"/>
                  <a:pt x="121" y="206"/>
                  <a:pt x="121" y="206"/>
                </a:cubicBezTo>
                <a:cubicBezTo>
                  <a:pt x="121" y="208"/>
                  <a:pt x="123" y="205"/>
                  <a:pt x="125" y="205"/>
                </a:cubicBezTo>
                <a:cubicBezTo>
                  <a:pt x="125" y="203"/>
                  <a:pt x="125" y="201"/>
                  <a:pt x="127" y="199"/>
                </a:cubicBezTo>
                <a:cubicBezTo>
                  <a:pt x="127" y="201"/>
                  <a:pt x="130" y="198"/>
                  <a:pt x="131" y="200"/>
                </a:cubicBezTo>
                <a:cubicBezTo>
                  <a:pt x="135" y="198"/>
                  <a:pt x="133" y="191"/>
                  <a:pt x="138" y="190"/>
                </a:cubicBezTo>
                <a:cubicBezTo>
                  <a:pt x="138" y="190"/>
                  <a:pt x="138" y="191"/>
                  <a:pt x="139" y="191"/>
                </a:cubicBezTo>
                <a:cubicBezTo>
                  <a:pt x="140" y="190"/>
                  <a:pt x="141" y="189"/>
                  <a:pt x="142" y="188"/>
                </a:cubicBezTo>
                <a:cubicBezTo>
                  <a:pt x="142" y="188"/>
                  <a:pt x="142" y="188"/>
                  <a:pt x="142" y="188"/>
                </a:cubicBezTo>
                <a:cubicBezTo>
                  <a:pt x="142" y="188"/>
                  <a:pt x="142" y="188"/>
                  <a:pt x="142" y="188"/>
                </a:cubicBezTo>
                <a:cubicBezTo>
                  <a:pt x="142" y="187"/>
                  <a:pt x="142" y="187"/>
                  <a:pt x="142" y="187"/>
                </a:cubicBezTo>
                <a:cubicBezTo>
                  <a:pt x="142" y="184"/>
                  <a:pt x="141" y="182"/>
                  <a:pt x="143" y="179"/>
                </a:cubicBezTo>
                <a:cubicBezTo>
                  <a:pt x="141" y="178"/>
                  <a:pt x="140" y="180"/>
                  <a:pt x="139" y="182"/>
                </a:cubicBezTo>
                <a:cubicBezTo>
                  <a:pt x="140" y="184"/>
                  <a:pt x="140" y="184"/>
                  <a:pt x="140" y="184"/>
                </a:cubicBezTo>
                <a:cubicBezTo>
                  <a:pt x="137" y="183"/>
                  <a:pt x="138" y="186"/>
                  <a:pt x="136" y="186"/>
                </a:cubicBezTo>
                <a:cubicBezTo>
                  <a:pt x="136" y="182"/>
                  <a:pt x="141" y="179"/>
                  <a:pt x="142" y="174"/>
                </a:cubicBezTo>
                <a:cubicBezTo>
                  <a:pt x="138" y="174"/>
                  <a:pt x="134" y="177"/>
                  <a:pt x="132" y="181"/>
                </a:cubicBezTo>
                <a:cubicBezTo>
                  <a:pt x="134" y="180"/>
                  <a:pt x="134" y="180"/>
                  <a:pt x="134" y="180"/>
                </a:cubicBezTo>
                <a:cubicBezTo>
                  <a:pt x="132" y="182"/>
                  <a:pt x="132" y="182"/>
                  <a:pt x="132" y="182"/>
                </a:cubicBezTo>
                <a:cubicBezTo>
                  <a:pt x="135" y="182"/>
                  <a:pt x="135" y="182"/>
                  <a:pt x="135" y="182"/>
                </a:cubicBezTo>
                <a:cubicBezTo>
                  <a:pt x="133" y="183"/>
                  <a:pt x="132" y="185"/>
                  <a:pt x="131" y="186"/>
                </a:cubicBezTo>
                <a:cubicBezTo>
                  <a:pt x="133" y="184"/>
                  <a:pt x="135" y="186"/>
                  <a:pt x="134" y="186"/>
                </a:cubicBezTo>
                <a:cubicBezTo>
                  <a:pt x="131" y="187"/>
                  <a:pt x="133" y="189"/>
                  <a:pt x="131" y="190"/>
                </a:cubicBezTo>
                <a:cubicBezTo>
                  <a:pt x="132" y="189"/>
                  <a:pt x="133" y="189"/>
                  <a:pt x="134" y="190"/>
                </a:cubicBezTo>
                <a:cubicBezTo>
                  <a:pt x="129" y="191"/>
                  <a:pt x="130" y="193"/>
                  <a:pt x="125" y="193"/>
                </a:cubicBezTo>
                <a:cubicBezTo>
                  <a:pt x="128" y="195"/>
                  <a:pt x="122" y="197"/>
                  <a:pt x="124" y="199"/>
                </a:cubicBezTo>
                <a:cubicBezTo>
                  <a:pt x="125" y="198"/>
                  <a:pt x="125" y="198"/>
                  <a:pt x="125" y="198"/>
                </a:cubicBezTo>
                <a:cubicBezTo>
                  <a:pt x="124" y="202"/>
                  <a:pt x="124" y="202"/>
                  <a:pt x="124" y="202"/>
                </a:cubicBezTo>
                <a:cubicBezTo>
                  <a:pt x="120" y="202"/>
                  <a:pt x="124" y="198"/>
                  <a:pt x="120" y="200"/>
                </a:cubicBezTo>
                <a:cubicBezTo>
                  <a:pt x="116" y="203"/>
                  <a:pt x="119" y="205"/>
                  <a:pt x="117" y="208"/>
                </a:cubicBezTo>
                <a:cubicBezTo>
                  <a:pt x="116" y="206"/>
                  <a:pt x="117" y="202"/>
                  <a:pt x="119" y="201"/>
                </a:cubicBezTo>
                <a:cubicBezTo>
                  <a:pt x="117" y="201"/>
                  <a:pt x="117" y="201"/>
                  <a:pt x="117" y="201"/>
                </a:cubicBezTo>
                <a:cubicBezTo>
                  <a:pt x="117" y="200"/>
                  <a:pt x="120" y="197"/>
                  <a:pt x="121" y="196"/>
                </a:cubicBezTo>
                <a:cubicBezTo>
                  <a:pt x="120" y="200"/>
                  <a:pt x="123" y="195"/>
                  <a:pt x="125" y="195"/>
                </a:cubicBezTo>
                <a:cubicBezTo>
                  <a:pt x="124" y="194"/>
                  <a:pt x="123" y="196"/>
                  <a:pt x="123" y="193"/>
                </a:cubicBezTo>
                <a:cubicBezTo>
                  <a:pt x="122" y="194"/>
                  <a:pt x="121" y="195"/>
                  <a:pt x="119" y="196"/>
                </a:cubicBezTo>
                <a:cubicBezTo>
                  <a:pt x="124" y="193"/>
                  <a:pt x="118" y="188"/>
                  <a:pt x="123" y="185"/>
                </a:cubicBezTo>
                <a:cubicBezTo>
                  <a:pt x="122" y="187"/>
                  <a:pt x="126" y="186"/>
                  <a:pt x="127" y="187"/>
                </a:cubicBezTo>
                <a:cubicBezTo>
                  <a:pt x="127" y="186"/>
                  <a:pt x="129" y="184"/>
                  <a:pt x="129" y="183"/>
                </a:cubicBezTo>
                <a:cubicBezTo>
                  <a:pt x="127" y="182"/>
                  <a:pt x="127" y="182"/>
                  <a:pt x="127" y="182"/>
                </a:cubicBezTo>
                <a:cubicBezTo>
                  <a:pt x="128" y="179"/>
                  <a:pt x="133" y="182"/>
                  <a:pt x="133" y="177"/>
                </a:cubicBezTo>
                <a:cubicBezTo>
                  <a:pt x="133" y="176"/>
                  <a:pt x="131" y="179"/>
                  <a:pt x="131" y="178"/>
                </a:cubicBezTo>
                <a:cubicBezTo>
                  <a:pt x="133" y="174"/>
                  <a:pt x="138" y="176"/>
                  <a:pt x="142" y="174"/>
                </a:cubicBezTo>
                <a:cubicBezTo>
                  <a:pt x="142" y="173"/>
                  <a:pt x="141" y="172"/>
                  <a:pt x="141" y="170"/>
                </a:cubicBezTo>
                <a:cubicBezTo>
                  <a:pt x="142" y="171"/>
                  <a:pt x="143" y="171"/>
                  <a:pt x="143" y="173"/>
                </a:cubicBezTo>
                <a:cubicBezTo>
                  <a:pt x="144" y="173"/>
                  <a:pt x="144" y="171"/>
                  <a:pt x="145" y="169"/>
                </a:cubicBezTo>
                <a:cubicBezTo>
                  <a:pt x="142" y="171"/>
                  <a:pt x="144" y="167"/>
                  <a:pt x="144" y="166"/>
                </a:cubicBezTo>
                <a:cubicBezTo>
                  <a:pt x="145" y="165"/>
                  <a:pt x="145" y="167"/>
                  <a:pt x="144" y="168"/>
                </a:cubicBezTo>
                <a:cubicBezTo>
                  <a:pt x="146" y="167"/>
                  <a:pt x="148" y="168"/>
                  <a:pt x="147" y="166"/>
                </a:cubicBezTo>
                <a:cubicBezTo>
                  <a:pt x="148" y="167"/>
                  <a:pt x="148" y="172"/>
                  <a:pt x="146" y="174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8" y="174"/>
                  <a:pt x="147" y="174"/>
                  <a:pt x="146" y="175"/>
                </a:cubicBezTo>
                <a:cubicBezTo>
                  <a:pt x="148" y="175"/>
                  <a:pt x="149" y="176"/>
                  <a:pt x="149" y="177"/>
                </a:cubicBezTo>
                <a:cubicBezTo>
                  <a:pt x="149" y="177"/>
                  <a:pt x="149" y="177"/>
                  <a:pt x="149" y="177"/>
                </a:cubicBezTo>
                <a:cubicBezTo>
                  <a:pt x="148" y="177"/>
                  <a:pt x="147" y="178"/>
                  <a:pt x="148" y="179"/>
                </a:cubicBezTo>
                <a:cubicBezTo>
                  <a:pt x="149" y="181"/>
                  <a:pt x="150" y="178"/>
                  <a:pt x="152" y="179"/>
                </a:cubicBezTo>
                <a:cubicBezTo>
                  <a:pt x="153" y="177"/>
                  <a:pt x="153" y="177"/>
                  <a:pt x="153" y="177"/>
                </a:cubicBezTo>
                <a:cubicBezTo>
                  <a:pt x="152" y="167"/>
                  <a:pt x="152" y="167"/>
                  <a:pt x="152" y="167"/>
                </a:cubicBezTo>
                <a:cubicBezTo>
                  <a:pt x="154" y="164"/>
                  <a:pt x="156" y="165"/>
                  <a:pt x="158" y="164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9" y="161"/>
                  <a:pt x="161" y="159"/>
                  <a:pt x="162" y="162"/>
                </a:cubicBezTo>
                <a:cubicBezTo>
                  <a:pt x="161" y="162"/>
                  <a:pt x="161" y="162"/>
                  <a:pt x="16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1" y="164"/>
                  <a:pt x="161" y="164"/>
                  <a:pt x="161" y="164"/>
                </a:cubicBezTo>
                <a:cubicBezTo>
                  <a:pt x="163" y="161"/>
                  <a:pt x="164" y="160"/>
                  <a:pt x="164" y="160"/>
                </a:cubicBezTo>
                <a:cubicBezTo>
                  <a:pt x="162" y="165"/>
                  <a:pt x="166" y="162"/>
                  <a:pt x="168" y="165"/>
                </a:cubicBezTo>
                <a:cubicBezTo>
                  <a:pt x="170" y="161"/>
                  <a:pt x="170" y="161"/>
                  <a:pt x="170" y="161"/>
                </a:cubicBezTo>
                <a:cubicBezTo>
                  <a:pt x="168" y="162"/>
                  <a:pt x="169" y="160"/>
                  <a:pt x="169" y="159"/>
                </a:cubicBezTo>
                <a:cubicBezTo>
                  <a:pt x="171" y="160"/>
                  <a:pt x="172" y="156"/>
                  <a:pt x="173" y="156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175" y="155"/>
                  <a:pt x="177" y="153"/>
                  <a:pt x="178" y="152"/>
                </a:cubicBezTo>
                <a:cubicBezTo>
                  <a:pt x="177" y="151"/>
                  <a:pt x="177" y="147"/>
                  <a:pt x="176" y="145"/>
                </a:cubicBezTo>
                <a:cubicBezTo>
                  <a:pt x="173" y="147"/>
                  <a:pt x="174" y="145"/>
                  <a:pt x="173" y="144"/>
                </a:cubicBezTo>
                <a:cubicBezTo>
                  <a:pt x="174" y="144"/>
                  <a:pt x="174" y="144"/>
                  <a:pt x="174" y="144"/>
                </a:cubicBezTo>
                <a:cubicBezTo>
                  <a:pt x="174" y="143"/>
                  <a:pt x="173" y="144"/>
                  <a:pt x="172" y="143"/>
                </a:cubicBezTo>
                <a:cubicBezTo>
                  <a:pt x="170" y="146"/>
                  <a:pt x="168" y="149"/>
                  <a:pt x="169" y="152"/>
                </a:cubicBezTo>
                <a:cubicBezTo>
                  <a:pt x="171" y="152"/>
                  <a:pt x="169" y="150"/>
                  <a:pt x="171" y="149"/>
                </a:cubicBezTo>
                <a:cubicBezTo>
                  <a:pt x="171" y="152"/>
                  <a:pt x="169" y="153"/>
                  <a:pt x="167" y="155"/>
                </a:cubicBezTo>
                <a:cubicBezTo>
                  <a:pt x="165" y="154"/>
                  <a:pt x="165" y="154"/>
                  <a:pt x="165" y="154"/>
                </a:cubicBezTo>
                <a:cubicBezTo>
                  <a:pt x="164" y="157"/>
                  <a:pt x="164" y="157"/>
                  <a:pt x="164" y="157"/>
                </a:cubicBezTo>
                <a:cubicBezTo>
                  <a:pt x="164" y="156"/>
                  <a:pt x="163" y="155"/>
                  <a:pt x="164" y="153"/>
                </a:cubicBezTo>
                <a:cubicBezTo>
                  <a:pt x="163" y="152"/>
                  <a:pt x="163" y="155"/>
                  <a:pt x="161" y="156"/>
                </a:cubicBezTo>
                <a:cubicBezTo>
                  <a:pt x="162" y="158"/>
                  <a:pt x="162" y="158"/>
                  <a:pt x="162" y="158"/>
                </a:cubicBezTo>
                <a:cubicBezTo>
                  <a:pt x="161" y="157"/>
                  <a:pt x="158" y="159"/>
                  <a:pt x="159" y="156"/>
                </a:cubicBezTo>
                <a:cubicBezTo>
                  <a:pt x="161" y="152"/>
                  <a:pt x="161" y="152"/>
                  <a:pt x="161" y="152"/>
                </a:cubicBezTo>
                <a:cubicBezTo>
                  <a:pt x="159" y="152"/>
                  <a:pt x="159" y="152"/>
                  <a:pt x="159" y="152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62" y="150"/>
                  <a:pt x="162" y="150"/>
                  <a:pt x="162" y="150"/>
                </a:cubicBezTo>
                <a:cubicBezTo>
                  <a:pt x="165" y="145"/>
                  <a:pt x="166" y="152"/>
                  <a:pt x="168" y="146"/>
                </a:cubicBezTo>
                <a:cubicBezTo>
                  <a:pt x="168" y="143"/>
                  <a:pt x="169" y="141"/>
                  <a:pt x="172" y="139"/>
                </a:cubicBezTo>
                <a:cubicBezTo>
                  <a:pt x="171" y="141"/>
                  <a:pt x="173" y="140"/>
                  <a:pt x="174" y="142"/>
                </a:cubicBezTo>
                <a:cubicBezTo>
                  <a:pt x="177" y="141"/>
                  <a:pt x="176" y="139"/>
                  <a:pt x="176" y="137"/>
                </a:cubicBezTo>
                <a:cubicBezTo>
                  <a:pt x="177" y="138"/>
                  <a:pt x="179" y="138"/>
                  <a:pt x="177" y="140"/>
                </a:cubicBezTo>
                <a:cubicBezTo>
                  <a:pt x="179" y="142"/>
                  <a:pt x="179" y="137"/>
                  <a:pt x="181" y="139"/>
                </a:cubicBezTo>
                <a:cubicBezTo>
                  <a:pt x="187" y="133"/>
                  <a:pt x="179" y="127"/>
                  <a:pt x="188" y="123"/>
                </a:cubicBezTo>
                <a:cubicBezTo>
                  <a:pt x="189" y="125"/>
                  <a:pt x="189" y="125"/>
                  <a:pt x="189" y="125"/>
                </a:cubicBezTo>
                <a:cubicBezTo>
                  <a:pt x="192" y="119"/>
                  <a:pt x="195" y="118"/>
                  <a:pt x="199" y="113"/>
                </a:cubicBezTo>
                <a:cubicBezTo>
                  <a:pt x="204" y="112"/>
                  <a:pt x="204" y="112"/>
                  <a:pt x="204" y="112"/>
                </a:cubicBezTo>
                <a:cubicBezTo>
                  <a:pt x="204" y="113"/>
                  <a:pt x="203" y="117"/>
                  <a:pt x="205" y="117"/>
                </a:cubicBezTo>
                <a:cubicBezTo>
                  <a:pt x="202" y="116"/>
                  <a:pt x="201" y="119"/>
                  <a:pt x="198" y="119"/>
                </a:cubicBezTo>
                <a:cubicBezTo>
                  <a:pt x="198" y="120"/>
                  <a:pt x="199" y="120"/>
                  <a:pt x="200" y="120"/>
                </a:cubicBezTo>
                <a:cubicBezTo>
                  <a:pt x="199" y="121"/>
                  <a:pt x="198" y="120"/>
                  <a:pt x="197" y="122"/>
                </a:cubicBezTo>
                <a:cubicBezTo>
                  <a:pt x="197" y="122"/>
                  <a:pt x="199" y="121"/>
                  <a:pt x="198" y="123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193" y="126"/>
                  <a:pt x="197" y="127"/>
                  <a:pt x="194" y="130"/>
                </a:cubicBezTo>
                <a:cubicBezTo>
                  <a:pt x="193" y="128"/>
                  <a:pt x="192" y="125"/>
                  <a:pt x="193" y="124"/>
                </a:cubicBezTo>
                <a:cubicBezTo>
                  <a:pt x="192" y="125"/>
                  <a:pt x="194" y="121"/>
                  <a:pt x="192" y="122"/>
                </a:cubicBezTo>
                <a:cubicBezTo>
                  <a:pt x="192" y="125"/>
                  <a:pt x="190" y="125"/>
                  <a:pt x="189" y="128"/>
                </a:cubicBezTo>
                <a:cubicBezTo>
                  <a:pt x="189" y="128"/>
                  <a:pt x="188" y="127"/>
                  <a:pt x="189" y="127"/>
                </a:cubicBezTo>
                <a:cubicBezTo>
                  <a:pt x="185" y="129"/>
                  <a:pt x="185" y="129"/>
                  <a:pt x="185" y="129"/>
                </a:cubicBezTo>
                <a:cubicBezTo>
                  <a:pt x="187" y="130"/>
                  <a:pt x="183" y="134"/>
                  <a:pt x="185" y="135"/>
                </a:cubicBezTo>
                <a:cubicBezTo>
                  <a:pt x="189" y="132"/>
                  <a:pt x="187" y="132"/>
                  <a:pt x="192" y="128"/>
                </a:cubicBezTo>
                <a:cubicBezTo>
                  <a:pt x="191" y="130"/>
                  <a:pt x="191" y="133"/>
                  <a:pt x="192" y="135"/>
                </a:cubicBezTo>
                <a:cubicBezTo>
                  <a:pt x="192" y="135"/>
                  <a:pt x="192" y="135"/>
                  <a:pt x="192" y="135"/>
                </a:cubicBezTo>
                <a:cubicBezTo>
                  <a:pt x="193" y="138"/>
                  <a:pt x="194" y="137"/>
                  <a:pt x="196" y="140"/>
                </a:cubicBezTo>
                <a:cubicBezTo>
                  <a:pt x="196" y="136"/>
                  <a:pt x="199" y="136"/>
                  <a:pt x="201" y="133"/>
                </a:cubicBezTo>
                <a:cubicBezTo>
                  <a:pt x="200" y="131"/>
                  <a:pt x="197" y="133"/>
                  <a:pt x="197" y="134"/>
                </a:cubicBezTo>
                <a:cubicBezTo>
                  <a:pt x="198" y="131"/>
                  <a:pt x="198" y="131"/>
                  <a:pt x="198" y="131"/>
                </a:cubicBezTo>
                <a:cubicBezTo>
                  <a:pt x="198" y="132"/>
                  <a:pt x="198" y="132"/>
                  <a:pt x="198" y="132"/>
                </a:cubicBezTo>
                <a:cubicBezTo>
                  <a:pt x="204" y="127"/>
                  <a:pt x="204" y="127"/>
                  <a:pt x="204" y="127"/>
                </a:cubicBezTo>
                <a:cubicBezTo>
                  <a:pt x="203" y="129"/>
                  <a:pt x="203" y="130"/>
                  <a:pt x="203" y="131"/>
                </a:cubicBezTo>
                <a:cubicBezTo>
                  <a:pt x="204" y="130"/>
                  <a:pt x="205" y="130"/>
                  <a:pt x="206" y="130"/>
                </a:cubicBezTo>
                <a:cubicBezTo>
                  <a:pt x="205" y="128"/>
                  <a:pt x="204" y="127"/>
                  <a:pt x="205" y="127"/>
                </a:cubicBezTo>
                <a:cubicBezTo>
                  <a:pt x="208" y="124"/>
                  <a:pt x="211" y="123"/>
                  <a:pt x="214" y="124"/>
                </a:cubicBezTo>
                <a:cubicBezTo>
                  <a:pt x="214" y="123"/>
                  <a:pt x="214" y="123"/>
                  <a:pt x="214" y="123"/>
                </a:cubicBezTo>
                <a:cubicBezTo>
                  <a:pt x="212" y="122"/>
                  <a:pt x="214" y="118"/>
                  <a:pt x="214" y="116"/>
                </a:cubicBezTo>
                <a:cubicBezTo>
                  <a:pt x="215" y="117"/>
                  <a:pt x="216" y="115"/>
                  <a:pt x="218" y="115"/>
                </a:cubicBezTo>
                <a:cubicBezTo>
                  <a:pt x="217" y="112"/>
                  <a:pt x="214" y="111"/>
                  <a:pt x="211" y="110"/>
                </a:cubicBezTo>
                <a:cubicBezTo>
                  <a:pt x="211" y="114"/>
                  <a:pt x="212" y="113"/>
                  <a:pt x="213" y="117"/>
                </a:cubicBezTo>
                <a:cubicBezTo>
                  <a:pt x="211" y="122"/>
                  <a:pt x="211" y="122"/>
                  <a:pt x="211" y="122"/>
                </a:cubicBezTo>
                <a:cubicBezTo>
                  <a:pt x="210" y="119"/>
                  <a:pt x="210" y="119"/>
                  <a:pt x="210" y="119"/>
                </a:cubicBezTo>
                <a:cubicBezTo>
                  <a:pt x="208" y="121"/>
                  <a:pt x="208" y="124"/>
                  <a:pt x="206" y="122"/>
                </a:cubicBezTo>
                <a:cubicBezTo>
                  <a:pt x="206" y="120"/>
                  <a:pt x="208" y="119"/>
                  <a:pt x="208" y="117"/>
                </a:cubicBezTo>
                <a:cubicBezTo>
                  <a:pt x="206" y="118"/>
                  <a:pt x="206" y="118"/>
                  <a:pt x="206" y="118"/>
                </a:cubicBezTo>
                <a:cubicBezTo>
                  <a:pt x="206" y="114"/>
                  <a:pt x="209" y="118"/>
                  <a:pt x="210" y="115"/>
                </a:cubicBezTo>
                <a:cubicBezTo>
                  <a:pt x="208" y="114"/>
                  <a:pt x="210" y="114"/>
                  <a:pt x="210" y="112"/>
                </a:cubicBezTo>
                <a:cubicBezTo>
                  <a:pt x="208" y="112"/>
                  <a:pt x="206" y="117"/>
                  <a:pt x="205" y="114"/>
                </a:cubicBezTo>
                <a:cubicBezTo>
                  <a:pt x="205" y="111"/>
                  <a:pt x="212" y="112"/>
                  <a:pt x="211" y="108"/>
                </a:cubicBezTo>
                <a:cubicBezTo>
                  <a:pt x="211" y="108"/>
                  <a:pt x="211" y="108"/>
                  <a:pt x="211" y="108"/>
                </a:cubicBezTo>
                <a:cubicBezTo>
                  <a:pt x="214" y="106"/>
                  <a:pt x="214" y="104"/>
                  <a:pt x="214" y="102"/>
                </a:cubicBezTo>
                <a:cubicBezTo>
                  <a:pt x="216" y="102"/>
                  <a:pt x="216" y="99"/>
                  <a:pt x="217" y="98"/>
                </a:cubicBezTo>
                <a:cubicBezTo>
                  <a:pt x="218" y="98"/>
                  <a:pt x="218" y="98"/>
                  <a:pt x="218" y="98"/>
                </a:cubicBezTo>
                <a:cubicBezTo>
                  <a:pt x="219" y="96"/>
                  <a:pt x="219" y="96"/>
                  <a:pt x="219" y="96"/>
                </a:cubicBezTo>
                <a:cubicBezTo>
                  <a:pt x="220" y="99"/>
                  <a:pt x="217" y="98"/>
                  <a:pt x="216" y="100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4" y="101"/>
                  <a:pt x="216" y="105"/>
                  <a:pt x="216" y="107"/>
                </a:cubicBezTo>
                <a:cubicBezTo>
                  <a:pt x="216" y="104"/>
                  <a:pt x="221" y="102"/>
                  <a:pt x="219" y="99"/>
                </a:cubicBezTo>
                <a:cubicBezTo>
                  <a:pt x="222" y="99"/>
                  <a:pt x="222" y="99"/>
                  <a:pt x="222" y="99"/>
                </a:cubicBezTo>
                <a:cubicBezTo>
                  <a:pt x="222" y="98"/>
                  <a:pt x="222" y="98"/>
                  <a:pt x="222" y="98"/>
                </a:cubicBezTo>
                <a:cubicBezTo>
                  <a:pt x="224" y="99"/>
                  <a:pt x="224" y="101"/>
                  <a:pt x="223" y="103"/>
                </a:cubicBezTo>
                <a:cubicBezTo>
                  <a:pt x="222" y="103"/>
                  <a:pt x="222" y="103"/>
                  <a:pt x="222" y="103"/>
                </a:cubicBezTo>
                <a:cubicBezTo>
                  <a:pt x="222" y="104"/>
                  <a:pt x="222" y="106"/>
                  <a:pt x="220" y="107"/>
                </a:cubicBezTo>
                <a:cubicBezTo>
                  <a:pt x="220" y="106"/>
                  <a:pt x="220" y="106"/>
                  <a:pt x="220" y="106"/>
                </a:cubicBezTo>
                <a:cubicBezTo>
                  <a:pt x="218" y="108"/>
                  <a:pt x="216" y="111"/>
                  <a:pt x="217" y="113"/>
                </a:cubicBezTo>
                <a:cubicBezTo>
                  <a:pt x="220" y="110"/>
                  <a:pt x="224" y="107"/>
                  <a:pt x="227" y="103"/>
                </a:cubicBezTo>
                <a:cubicBezTo>
                  <a:pt x="225" y="99"/>
                  <a:pt x="224" y="96"/>
                  <a:pt x="222" y="93"/>
                </a:cubicBezTo>
                <a:cubicBezTo>
                  <a:pt x="223" y="90"/>
                  <a:pt x="226" y="87"/>
                  <a:pt x="229" y="86"/>
                </a:cubicBezTo>
                <a:cubicBezTo>
                  <a:pt x="229" y="87"/>
                  <a:pt x="229" y="87"/>
                  <a:pt x="229" y="87"/>
                </a:cubicBezTo>
                <a:cubicBezTo>
                  <a:pt x="231" y="86"/>
                  <a:pt x="231" y="85"/>
                  <a:pt x="232" y="84"/>
                </a:cubicBezTo>
                <a:cubicBezTo>
                  <a:pt x="233" y="84"/>
                  <a:pt x="232" y="87"/>
                  <a:pt x="234" y="86"/>
                </a:cubicBezTo>
                <a:cubicBezTo>
                  <a:pt x="236" y="82"/>
                  <a:pt x="236" y="82"/>
                  <a:pt x="236" y="82"/>
                </a:cubicBezTo>
                <a:cubicBezTo>
                  <a:pt x="237" y="84"/>
                  <a:pt x="234" y="86"/>
                  <a:pt x="233" y="88"/>
                </a:cubicBezTo>
                <a:cubicBezTo>
                  <a:pt x="233" y="87"/>
                  <a:pt x="233" y="87"/>
                  <a:pt x="233" y="87"/>
                </a:cubicBezTo>
                <a:cubicBezTo>
                  <a:pt x="231" y="88"/>
                  <a:pt x="231" y="92"/>
                  <a:pt x="228" y="91"/>
                </a:cubicBezTo>
                <a:cubicBezTo>
                  <a:pt x="228" y="92"/>
                  <a:pt x="228" y="88"/>
                  <a:pt x="226" y="91"/>
                </a:cubicBezTo>
                <a:cubicBezTo>
                  <a:pt x="223" y="91"/>
                  <a:pt x="225" y="94"/>
                  <a:pt x="225" y="94"/>
                </a:cubicBezTo>
                <a:cubicBezTo>
                  <a:pt x="226" y="95"/>
                  <a:pt x="229" y="93"/>
                  <a:pt x="229" y="95"/>
                </a:cubicBezTo>
                <a:cubicBezTo>
                  <a:pt x="230" y="93"/>
                  <a:pt x="229" y="92"/>
                  <a:pt x="231" y="91"/>
                </a:cubicBezTo>
                <a:cubicBezTo>
                  <a:pt x="230" y="92"/>
                  <a:pt x="230" y="96"/>
                  <a:pt x="228" y="95"/>
                </a:cubicBezTo>
                <a:cubicBezTo>
                  <a:pt x="227" y="99"/>
                  <a:pt x="231" y="102"/>
                  <a:pt x="233" y="101"/>
                </a:cubicBezTo>
                <a:cubicBezTo>
                  <a:pt x="231" y="100"/>
                  <a:pt x="236" y="95"/>
                  <a:pt x="231" y="97"/>
                </a:cubicBezTo>
                <a:cubicBezTo>
                  <a:pt x="231" y="94"/>
                  <a:pt x="234" y="92"/>
                  <a:pt x="235" y="89"/>
                </a:cubicBezTo>
                <a:cubicBezTo>
                  <a:pt x="235" y="89"/>
                  <a:pt x="235" y="89"/>
                  <a:pt x="235" y="89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37" y="87"/>
                  <a:pt x="236" y="88"/>
                  <a:pt x="237" y="89"/>
                </a:cubicBezTo>
                <a:cubicBezTo>
                  <a:pt x="238" y="84"/>
                  <a:pt x="238" y="84"/>
                  <a:pt x="238" y="84"/>
                </a:cubicBezTo>
                <a:cubicBezTo>
                  <a:pt x="238" y="87"/>
                  <a:pt x="240" y="84"/>
                  <a:pt x="242" y="84"/>
                </a:cubicBezTo>
                <a:cubicBezTo>
                  <a:pt x="241" y="82"/>
                  <a:pt x="241" y="80"/>
                  <a:pt x="240" y="81"/>
                </a:cubicBezTo>
                <a:cubicBezTo>
                  <a:pt x="237" y="81"/>
                  <a:pt x="239" y="82"/>
                  <a:pt x="238" y="83"/>
                </a:cubicBezTo>
                <a:cubicBezTo>
                  <a:pt x="238" y="80"/>
                  <a:pt x="238" y="80"/>
                  <a:pt x="238" y="80"/>
                </a:cubicBezTo>
                <a:cubicBezTo>
                  <a:pt x="239" y="80"/>
                  <a:pt x="239" y="80"/>
                  <a:pt x="239" y="80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41" y="75"/>
                  <a:pt x="240" y="82"/>
                  <a:pt x="242" y="77"/>
                </a:cubicBezTo>
                <a:cubicBezTo>
                  <a:pt x="240" y="76"/>
                  <a:pt x="240" y="76"/>
                  <a:pt x="240" y="76"/>
                </a:cubicBezTo>
                <a:cubicBezTo>
                  <a:pt x="243" y="73"/>
                  <a:pt x="250" y="70"/>
                  <a:pt x="252" y="67"/>
                </a:cubicBezTo>
                <a:cubicBezTo>
                  <a:pt x="252" y="69"/>
                  <a:pt x="254" y="71"/>
                  <a:pt x="256" y="71"/>
                </a:cubicBezTo>
                <a:cubicBezTo>
                  <a:pt x="254" y="72"/>
                  <a:pt x="252" y="74"/>
                  <a:pt x="251" y="76"/>
                </a:cubicBezTo>
                <a:cubicBezTo>
                  <a:pt x="250" y="76"/>
                  <a:pt x="250" y="71"/>
                  <a:pt x="253" y="70"/>
                </a:cubicBezTo>
                <a:cubicBezTo>
                  <a:pt x="248" y="68"/>
                  <a:pt x="250" y="76"/>
                  <a:pt x="247" y="73"/>
                </a:cubicBezTo>
                <a:cubicBezTo>
                  <a:pt x="241" y="76"/>
                  <a:pt x="247" y="80"/>
                  <a:pt x="241" y="81"/>
                </a:cubicBezTo>
                <a:cubicBezTo>
                  <a:pt x="243" y="83"/>
                  <a:pt x="241" y="83"/>
                  <a:pt x="242" y="84"/>
                </a:cubicBezTo>
                <a:cubicBezTo>
                  <a:pt x="246" y="86"/>
                  <a:pt x="247" y="80"/>
                  <a:pt x="250" y="78"/>
                </a:cubicBezTo>
                <a:cubicBezTo>
                  <a:pt x="250" y="78"/>
                  <a:pt x="250" y="79"/>
                  <a:pt x="250" y="79"/>
                </a:cubicBezTo>
                <a:cubicBezTo>
                  <a:pt x="252" y="78"/>
                  <a:pt x="252" y="77"/>
                  <a:pt x="253" y="76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72"/>
                  <a:pt x="255" y="75"/>
                  <a:pt x="257" y="75"/>
                </a:cubicBezTo>
                <a:cubicBezTo>
                  <a:pt x="257" y="74"/>
                  <a:pt x="259" y="73"/>
                  <a:pt x="258" y="72"/>
                </a:cubicBezTo>
                <a:cubicBezTo>
                  <a:pt x="261" y="71"/>
                  <a:pt x="261" y="71"/>
                  <a:pt x="261" y="71"/>
                </a:cubicBezTo>
                <a:cubicBezTo>
                  <a:pt x="260" y="70"/>
                  <a:pt x="260" y="70"/>
                  <a:pt x="260" y="70"/>
                </a:cubicBezTo>
                <a:cubicBezTo>
                  <a:pt x="261" y="68"/>
                  <a:pt x="262" y="69"/>
                  <a:pt x="262" y="67"/>
                </a:cubicBezTo>
                <a:cubicBezTo>
                  <a:pt x="261" y="66"/>
                  <a:pt x="261" y="66"/>
                  <a:pt x="261" y="66"/>
                </a:cubicBezTo>
                <a:cubicBezTo>
                  <a:pt x="257" y="68"/>
                  <a:pt x="257" y="68"/>
                  <a:pt x="257" y="68"/>
                </a:cubicBezTo>
                <a:cubicBezTo>
                  <a:pt x="258" y="66"/>
                  <a:pt x="256" y="66"/>
                  <a:pt x="258" y="64"/>
                </a:cubicBezTo>
                <a:cubicBezTo>
                  <a:pt x="257" y="68"/>
                  <a:pt x="260" y="64"/>
                  <a:pt x="261" y="65"/>
                </a:cubicBezTo>
                <a:cubicBezTo>
                  <a:pt x="262" y="63"/>
                  <a:pt x="262" y="63"/>
                  <a:pt x="262" y="63"/>
                </a:cubicBezTo>
                <a:cubicBezTo>
                  <a:pt x="262" y="64"/>
                  <a:pt x="262" y="64"/>
                  <a:pt x="262" y="64"/>
                </a:cubicBezTo>
                <a:cubicBezTo>
                  <a:pt x="264" y="63"/>
                  <a:pt x="262" y="62"/>
                  <a:pt x="264" y="61"/>
                </a:cubicBezTo>
                <a:cubicBezTo>
                  <a:pt x="262" y="62"/>
                  <a:pt x="260" y="61"/>
                  <a:pt x="259" y="64"/>
                </a:cubicBezTo>
                <a:cubicBezTo>
                  <a:pt x="259" y="62"/>
                  <a:pt x="261" y="59"/>
                  <a:pt x="262" y="58"/>
                </a:cubicBezTo>
                <a:cubicBezTo>
                  <a:pt x="262" y="56"/>
                  <a:pt x="264" y="56"/>
                  <a:pt x="266" y="55"/>
                </a:cubicBezTo>
                <a:cubicBezTo>
                  <a:pt x="264" y="58"/>
                  <a:pt x="271" y="59"/>
                  <a:pt x="265" y="63"/>
                </a:cubicBezTo>
                <a:cubicBezTo>
                  <a:pt x="265" y="62"/>
                  <a:pt x="265" y="62"/>
                  <a:pt x="266" y="62"/>
                </a:cubicBezTo>
                <a:cubicBezTo>
                  <a:pt x="263" y="61"/>
                  <a:pt x="263" y="65"/>
                  <a:pt x="263" y="67"/>
                </a:cubicBezTo>
                <a:cubicBezTo>
                  <a:pt x="264" y="67"/>
                  <a:pt x="263" y="69"/>
                  <a:pt x="266" y="68"/>
                </a:cubicBezTo>
                <a:cubicBezTo>
                  <a:pt x="264" y="67"/>
                  <a:pt x="265" y="64"/>
                  <a:pt x="267" y="63"/>
                </a:cubicBezTo>
                <a:cubicBezTo>
                  <a:pt x="270" y="65"/>
                  <a:pt x="270" y="65"/>
                  <a:pt x="270" y="65"/>
                </a:cubicBezTo>
                <a:cubicBezTo>
                  <a:pt x="272" y="63"/>
                  <a:pt x="272" y="63"/>
                  <a:pt x="272" y="63"/>
                </a:cubicBezTo>
                <a:cubicBezTo>
                  <a:pt x="272" y="64"/>
                  <a:pt x="272" y="64"/>
                  <a:pt x="272" y="64"/>
                </a:cubicBezTo>
                <a:cubicBezTo>
                  <a:pt x="275" y="64"/>
                  <a:pt x="275" y="61"/>
                  <a:pt x="277" y="60"/>
                </a:cubicBezTo>
                <a:cubicBezTo>
                  <a:pt x="278" y="58"/>
                  <a:pt x="283" y="54"/>
                  <a:pt x="279" y="53"/>
                </a:cubicBezTo>
                <a:cubicBezTo>
                  <a:pt x="282" y="53"/>
                  <a:pt x="281" y="50"/>
                  <a:pt x="282" y="48"/>
                </a:cubicBezTo>
                <a:cubicBezTo>
                  <a:pt x="279" y="49"/>
                  <a:pt x="279" y="49"/>
                  <a:pt x="279" y="49"/>
                </a:cubicBezTo>
                <a:cubicBezTo>
                  <a:pt x="280" y="45"/>
                  <a:pt x="281" y="47"/>
                  <a:pt x="280" y="42"/>
                </a:cubicBezTo>
                <a:cubicBezTo>
                  <a:pt x="281" y="42"/>
                  <a:pt x="282" y="43"/>
                  <a:pt x="282" y="44"/>
                </a:cubicBezTo>
                <a:cubicBezTo>
                  <a:pt x="285" y="40"/>
                  <a:pt x="291" y="36"/>
                  <a:pt x="291" y="33"/>
                </a:cubicBezTo>
                <a:cubicBezTo>
                  <a:pt x="293" y="30"/>
                  <a:pt x="296" y="33"/>
                  <a:pt x="299" y="28"/>
                </a:cubicBezTo>
                <a:cubicBezTo>
                  <a:pt x="299" y="27"/>
                  <a:pt x="296" y="27"/>
                  <a:pt x="299" y="25"/>
                </a:cubicBezTo>
                <a:cubicBezTo>
                  <a:pt x="299" y="25"/>
                  <a:pt x="298" y="29"/>
                  <a:pt x="301" y="26"/>
                </a:cubicBezTo>
                <a:cubicBezTo>
                  <a:pt x="301" y="23"/>
                  <a:pt x="306" y="23"/>
                  <a:pt x="306" y="19"/>
                </a:cubicBezTo>
                <a:cubicBezTo>
                  <a:pt x="308" y="19"/>
                  <a:pt x="310" y="17"/>
                  <a:pt x="311" y="19"/>
                </a:cubicBezTo>
                <a:cubicBezTo>
                  <a:pt x="309" y="20"/>
                  <a:pt x="307" y="23"/>
                  <a:pt x="307" y="24"/>
                </a:cubicBezTo>
                <a:cubicBezTo>
                  <a:pt x="306" y="23"/>
                  <a:pt x="305" y="25"/>
                  <a:pt x="305" y="23"/>
                </a:cubicBezTo>
                <a:cubicBezTo>
                  <a:pt x="301" y="24"/>
                  <a:pt x="304" y="25"/>
                  <a:pt x="301" y="27"/>
                </a:cubicBezTo>
                <a:cubicBezTo>
                  <a:pt x="302" y="28"/>
                  <a:pt x="304" y="27"/>
                  <a:pt x="304" y="26"/>
                </a:cubicBezTo>
                <a:cubicBezTo>
                  <a:pt x="306" y="28"/>
                  <a:pt x="300" y="32"/>
                  <a:pt x="305" y="32"/>
                </a:cubicBezTo>
                <a:cubicBezTo>
                  <a:pt x="307" y="30"/>
                  <a:pt x="304" y="25"/>
                  <a:pt x="309" y="25"/>
                </a:cubicBezTo>
                <a:cubicBezTo>
                  <a:pt x="309" y="27"/>
                  <a:pt x="306" y="27"/>
                  <a:pt x="307" y="30"/>
                </a:cubicBezTo>
                <a:cubicBezTo>
                  <a:pt x="310" y="29"/>
                  <a:pt x="310" y="29"/>
                  <a:pt x="310" y="29"/>
                </a:cubicBezTo>
                <a:cubicBezTo>
                  <a:pt x="310" y="27"/>
                  <a:pt x="310" y="27"/>
                  <a:pt x="310" y="27"/>
                </a:cubicBezTo>
                <a:cubicBezTo>
                  <a:pt x="310" y="27"/>
                  <a:pt x="310" y="27"/>
                  <a:pt x="310" y="27"/>
                </a:cubicBezTo>
                <a:cubicBezTo>
                  <a:pt x="315" y="25"/>
                  <a:pt x="311" y="22"/>
                  <a:pt x="313" y="18"/>
                </a:cubicBezTo>
                <a:cubicBezTo>
                  <a:pt x="310" y="18"/>
                  <a:pt x="310" y="14"/>
                  <a:pt x="308" y="14"/>
                </a:cubicBezTo>
                <a:cubicBezTo>
                  <a:pt x="310" y="12"/>
                  <a:pt x="312" y="11"/>
                  <a:pt x="314" y="13"/>
                </a:cubicBezTo>
                <a:cubicBezTo>
                  <a:pt x="312" y="18"/>
                  <a:pt x="316" y="15"/>
                  <a:pt x="314" y="21"/>
                </a:cubicBezTo>
                <a:cubicBezTo>
                  <a:pt x="315" y="21"/>
                  <a:pt x="316" y="24"/>
                  <a:pt x="318" y="22"/>
                </a:cubicBezTo>
                <a:cubicBezTo>
                  <a:pt x="319" y="19"/>
                  <a:pt x="316" y="21"/>
                  <a:pt x="318" y="18"/>
                </a:cubicBezTo>
                <a:cubicBezTo>
                  <a:pt x="318" y="18"/>
                  <a:pt x="318" y="18"/>
                  <a:pt x="319" y="19"/>
                </a:cubicBezTo>
                <a:cubicBezTo>
                  <a:pt x="319" y="17"/>
                  <a:pt x="320" y="18"/>
                  <a:pt x="321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3" y="16"/>
                  <a:pt x="321" y="13"/>
                  <a:pt x="324" y="13"/>
                </a:cubicBezTo>
                <a:cubicBezTo>
                  <a:pt x="322" y="12"/>
                  <a:pt x="324" y="11"/>
                  <a:pt x="323" y="9"/>
                </a:cubicBezTo>
                <a:cubicBezTo>
                  <a:pt x="322" y="10"/>
                  <a:pt x="319" y="9"/>
                  <a:pt x="316" y="12"/>
                </a:cubicBezTo>
                <a:cubicBezTo>
                  <a:pt x="317" y="13"/>
                  <a:pt x="318" y="13"/>
                  <a:pt x="317" y="15"/>
                </a:cubicBezTo>
                <a:cubicBezTo>
                  <a:pt x="319" y="13"/>
                  <a:pt x="319" y="13"/>
                  <a:pt x="319" y="13"/>
                </a:cubicBezTo>
                <a:cubicBezTo>
                  <a:pt x="318" y="14"/>
                  <a:pt x="318" y="14"/>
                  <a:pt x="318" y="15"/>
                </a:cubicBezTo>
                <a:cubicBezTo>
                  <a:pt x="316" y="16"/>
                  <a:pt x="316" y="16"/>
                  <a:pt x="316" y="16"/>
                </a:cubicBezTo>
                <a:cubicBezTo>
                  <a:pt x="317" y="13"/>
                  <a:pt x="315" y="13"/>
                  <a:pt x="315" y="11"/>
                </a:cubicBezTo>
                <a:cubicBezTo>
                  <a:pt x="317" y="9"/>
                  <a:pt x="316" y="9"/>
                  <a:pt x="318" y="8"/>
                </a:cubicBezTo>
                <a:cubicBezTo>
                  <a:pt x="319" y="10"/>
                  <a:pt x="325" y="7"/>
                  <a:pt x="328" y="6"/>
                </a:cubicBezTo>
                <a:cubicBezTo>
                  <a:pt x="328" y="6"/>
                  <a:pt x="327" y="6"/>
                  <a:pt x="327" y="7"/>
                </a:cubicBezTo>
                <a:cubicBezTo>
                  <a:pt x="326" y="9"/>
                  <a:pt x="330" y="7"/>
                  <a:pt x="330" y="7"/>
                </a:cubicBezTo>
                <a:cubicBezTo>
                  <a:pt x="331" y="5"/>
                  <a:pt x="331" y="5"/>
                  <a:pt x="331" y="5"/>
                </a:cubicBezTo>
                <a:cubicBezTo>
                  <a:pt x="330" y="5"/>
                  <a:pt x="330" y="6"/>
                  <a:pt x="331" y="6"/>
                </a:cubicBezTo>
                <a:cubicBezTo>
                  <a:pt x="333" y="4"/>
                  <a:pt x="331" y="2"/>
                  <a:pt x="332" y="0"/>
                </a:cubicBezTo>
                <a:cubicBezTo>
                  <a:pt x="333" y="1"/>
                  <a:pt x="333" y="4"/>
                  <a:pt x="335" y="3"/>
                </a:cubicBezTo>
                <a:cubicBezTo>
                  <a:pt x="336" y="4"/>
                  <a:pt x="339" y="5"/>
                  <a:pt x="341" y="2"/>
                </a:cubicBezTo>
                <a:cubicBezTo>
                  <a:pt x="340" y="1"/>
                  <a:pt x="341" y="1"/>
                  <a:pt x="341" y="0"/>
                </a:cubicBezTo>
                <a:cubicBezTo>
                  <a:pt x="341" y="0"/>
                  <a:pt x="341" y="0"/>
                  <a:pt x="34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4" y="3"/>
                  <a:pt x="340" y="1"/>
                  <a:pt x="341" y="4"/>
                </a:cubicBezTo>
                <a:cubicBezTo>
                  <a:pt x="342" y="6"/>
                  <a:pt x="342" y="6"/>
                  <a:pt x="342" y="6"/>
                </a:cubicBezTo>
                <a:cubicBezTo>
                  <a:pt x="341" y="7"/>
                  <a:pt x="340" y="9"/>
                  <a:pt x="341" y="10"/>
                </a:cubicBezTo>
                <a:cubicBezTo>
                  <a:pt x="342" y="9"/>
                  <a:pt x="342" y="8"/>
                  <a:pt x="344" y="6"/>
                </a:cubicBezTo>
                <a:cubicBezTo>
                  <a:pt x="345" y="7"/>
                  <a:pt x="344" y="9"/>
                  <a:pt x="344" y="9"/>
                </a:cubicBezTo>
                <a:cubicBezTo>
                  <a:pt x="344" y="8"/>
                  <a:pt x="344" y="8"/>
                  <a:pt x="344" y="8"/>
                </a:cubicBezTo>
                <a:cubicBezTo>
                  <a:pt x="340" y="9"/>
                  <a:pt x="342" y="13"/>
                  <a:pt x="339" y="15"/>
                </a:cubicBezTo>
                <a:cubicBezTo>
                  <a:pt x="339" y="15"/>
                  <a:pt x="339" y="15"/>
                  <a:pt x="339" y="14"/>
                </a:cubicBezTo>
                <a:cubicBezTo>
                  <a:pt x="338" y="18"/>
                  <a:pt x="334" y="18"/>
                  <a:pt x="334" y="22"/>
                </a:cubicBezTo>
                <a:cubicBezTo>
                  <a:pt x="334" y="20"/>
                  <a:pt x="334" y="20"/>
                  <a:pt x="334" y="20"/>
                </a:cubicBezTo>
                <a:cubicBezTo>
                  <a:pt x="333" y="22"/>
                  <a:pt x="332" y="26"/>
                  <a:pt x="331" y="30"/>
                </a:cubicBezTo>
                <a:cubicBezTo>
                  <a:pt x="332" y="31"/>
                  <a:pt x="332" y="31"/>
                  <a:pt x="332" y="31"/>
                </a:cubicBezTo>
                <a:cubicBezTo>
                  <a:pt x="332" y="31"/>
                  <a:pt x="331" y="32"/>
                  <a:pt x="330" y="32"/>
                </a:cubicBezTo>
                <a:cubicBezTo>
                  <a:pt x="330" y="32"/>
                  <a:pt x="330" y="32"/>
                  <a:pt x="330" y="32"/>
                </a:cubicBezTo>
                <a:cubicBezTo>
                  <a:pt x="330" y="34"/>
                  <a:pt x="329" y="36"/>
                  <a:pt x="329" y="38"/>
                </a:cubicBezTo>
                <a:cubicBezTo>
                  <a:pt x="329" y="38"/>
                  <a:pt x="330" y="38"/>
                  <a:pt x="331" y="37"/>
                </a:cubicBezTo>
                <a:cubicBezTo>
                  <a:pt x="330" y="36"/>
                  <a:pt x="333" y="34"/>
                  <a:pt x="331" y="33"/>
                </a:cubicBezTo>
                <a:cubicBezTo>
                  <a:pt x="334" y="33"/>
                  <a:pt x="334" y="30"/>
                  <a:pt x="335" y="30"/>
                </a:cubicBezTo>
                <a:cubicBezTo>
                  <a:pt x="333" y="30"/>
                  <a:pt x="335" y="27"/>
                  <a:pt x="334" y="26"/>
                </a:cubicBezTo>
                <a:cubicBezTo>
                  <a:pt x="336" y="26"/>
                  <a:pt x="336" y="24"/>
                  <a:pt x="338" y="25"/>
                </a:cubicBezTo>
                <a:cubicBezTo>
                  <a:pt x="338" y="25"/>
                  <a:pt x="336" y="25"/>
                  <a:pt x="336" y="26"/>
                </a:cubicBezTo>
                <a:cubicBezTo>
                  <a:pt x="336" y="29"/>
                  <a:pt x="340" y="25"/>
                  <a:pt x="339" y="28"/>
                </a:cubicBezTo>
                <a:cubicBezTo>
                  <a:pt x="341" y="24"/>
                  <a:pt x="345" y="22"/>
                  <a:pt x="346" y="18"/>
                </a:cubicBezTo>
                <a:cubicBezTo>
                  <a:pt x="344" y="19"/>
                  <a:pt x="344" y="19"/>
                  <a:pt x="344" y="19"/>
                </a:cubicBezTo>
                <a:cubicBezTo>
                  <a:pt x="345" y="18"/>
                  <a:pt x="348" y="15"/>
                  <a:pt x="348" y="15"/>
                </a:cubicBezTo>
                <a:cubicBezTo>
                  <a:pt x="348" y="16"/>
                  <a:pt x="347" y="17"/>
                  <a:pt x="346" y="19"/>
                </a:cubicBezTo>
                <a:cubicBezTo>
                  <a:pt x="347" y="20"/>
                  <a:pt x="349" y="16"/>
                  <a:pt x="350" y="17"/>
                </a:cubicBezTo>
                <a:cubicBezTo>
                  <a:pt x="350" y="11"/>
                  <a:pt x="350" y="11"/>
                  <a:pt x="350" y="11"/>
                </a:cubicBezTo>
                <a:cubicBezTo>
                  <a:pt x="349" y="13"/>
                  <a:pt x="349" y="13"/>
                  <a:pt x="349" y="13"/>
                </a:cubicBezTo>
                <a:cubicBezTo>
                  <a:pt x="349" y="11"/>
                  <a:pt x="353" y="9"/>
                  <a:pt x="355" y="7"/>
                </a:cubicBezTo>
                <a:cubicBezTo>
                  <a:pt x="356" y="10"/>
                  <a:pt x="352" y="10"/>
                  <a:pt x="350" y="13"/>
                </a:cubicBezTo>
                <a:cubicBezTo>
                  <a:pt x="350" y="16"/>
                  <a:pt x="353" y="14"/>
                  <a:pt x="352" y="16"/>
                </a:cubicBezTo>
                <a:cubicBezTo>
                  <a:pt x="353" y="16"/>
                  <a:pt x="354" y="15"/>
                  <a:pt x="354" y="14"/>
                </a:cubicBezTo>
                <a:cubicBezTo>
                  <a:pt x="355" y="14"/>
                  <a:pt x="355" y="14"/>
                  <a:pt x="355" y="14"/>
                </a:cubicBezTo>
                <a:cubicBezTo>
                  <a:pt x="356" y="17"/>
                  <a:pt x="352" y="20"/>
                  <a:pt x="352" y="24"/>
                </a:cubicBezTo>
                <a:cubicBezTo>
                  <a:pt x="352" y="23"/>
                  <a:pt x="352" y="23"/>
                  <a:pt x="351" y="23"/>
                </a:cubicBezTo>
                <a:cubicBezTo>
                  <a:pt x="349" y="23"/>
                  <a:pt x="348" y="25"/>
                  <a:pt x="347" y="27"/>
                </a:cubicBezTo>
                <a:cubicBezTo>
                  <a:pt x="348" y="27"/>
                  <a:pt x="348" y="26"/>
                  <a:pt x="348" y="26"/>
                </a:cubicBezTo>
                <a:cubicBezTo>
                  <a:pt x="349" y="26"/>
                  <a:pt x="347" y="28"/>
                  <a:pt x="347" y="29"/>
                </a:cubicBezTo>
                <a:cubicBezTo>
                  <a:pt x="349" y="28"/>
                  <a:pt x="349" y="29"/>
                  <a:pt x="350" y="29"/>
                </a:cubicBezTo>
                <a:cubicBezTo>
                  <a:pt x="349" y="30"/>
                  <a:pt x="349" y="31"/>
                  <a:pt x="347" y="32"/>
                </a:cubicBezTo>
                <a:cubicBezTo>
                  <a:pt x="346" y="32"/>
                  <a:pt x="347" y="30"/>
                  <a:pt x="346" y="30"/>
                </a:cubicBezTo>
                <a:cubicBezTo>
                  <a:pt x="345" y="31"/>
                  <a:pt x="342" y="30"/>
                  <a:pt x="342" y="32"/>
                </a:cubicBezTo>
                <a:cubicBezTo>
                  <a:pt x="344" y="30"/>
                  <a:pt x="343" y="35"/>
                  <a:pt x="343" y="36"/>
                </a:cubicBezTo>
                <a:cubicBezTo>
                  <a:pt x="343" y="36"/>
                  <a:pt x="343" y="36"/>
                  <a:pt x="343" y="36"/>
                </a:cubicBezTo>
                <a:cubicBezTo>
                  <a:pt x="344" y="38"/>
                  <a:pt x="343" y="38"/>
                  <a:pt x="342" y="38"/>
                </a:cubicBezTo>
                <a:cubicBezTo>
                  <a:pt x="342" y="37"/>
                  <a:pt x="343" y="36"/>
                  <a:pt x="342" y="35"/>
                </a:cubicBezTo>
                <a:cubicBezTo>
                  <a:pt x="341" y="36"/>
                  <a:pt x="341" y="36"/>
                  <a:pt x="341" y="37"/>
                </a:cubicBezTo>
                <a:cubicBezTo>
                  <a:pt x="340" y="36"/>
                  <a:pt x="340" y="36"/>
                  <a:pt x="340" y="36"/>
                </a:cubicBezTo>
                <a:cubicBezTo>
                  <a:pt x="338" y="39"/>
                  <a:pt x="338" y="39"/>
                  <a:pt x="338" y="39"/>
                </a:cubicBezTo>
                <a:cubicBezTo>
                  <a:pt x="338" y="41"/>
                  <a:pt x="339" y="43"/>
                  <a:pt x="340" y="45"/>
                </a:cubicBezTo>
                <a:cubicBezTo>
                  <a:pt x="338" y="45"/>
                  <a:pt x="338" y="46"/>
                  <a:pt x="337" y="47"/>
                </a:cubicBezTo>
                <a:cubicBezTo>
                  <a:pt x="337" y="47"/>
                  <a:pt x="337" y="47"/>
                  <a:pt x="337" y="47"/>
                </a:cubicBezTo>
                <a:cubicBezTo>
                  <a:pt x="335" y="47"/>
                  <a:pt x="333" y="51"/>
                  <a:pt x="333" y="52"/>
                </a:cubicBezTo>
                <a:cubicBezTo>
                  <a:pt x="332" y="52"/>
                  <a:pt x="335" y="40"/>
                  <a:pt x="329" y="47"/>
                </a:cubicBezTo>
                <a:cubicBezTo>
                  <a:pt x="326" y="50"/>
                  <a:pt x="330" y="52"/>
                  <a:pt x="329" y="54"/>
                </a:cubicBezTo>
                <a:cubicBezTo>
                  <a:pt x="329" y="54"/>
                  <a:pt x="329" y="54"/>
                  <a:pt x="329" y="54"/>
                </a:cubicBezTo>
                <a:cubicBezTo>
                  <a:pt x="327" y="55"/>
                  <a:pt x="328" y="56"/>
                  <a:pt x="328" y="57"/>
                </a:cubicBezTo>
                <a:cubicBezTo>
                  <a:pt x="329" y="57"/>
                  <a:pt x="330" y="56"/>
                  <a:pt x="330" y="55"/>
                </a:cubicBezTo>
                <a:cubicBezTo>
                  <a:pt x="331" y="57"/>
                  <a:pt x="327" y="57"/>
                  <a:pt x="327" y="59"/>
                </a:cubicBezTo>
                <a:cubicBezTo>
                  <a:pt x="327" y="56"/>
                  <a:pt x="325" y="61"/>
                  <a:pt x="325" y="59"/>
                </a:cubicBezTo>
                <a:cubicBezTo>
                  <a:pt x="321" y="60"/>
                  <a:pt x="320" y="64"/>
                  <a:pt x="320" y="66"/>
                </a:cubicBezTo>
                <a:cubicBezTo>
                  <a:pt x="317" y="66"/>
                  <a:pt x="318" y="69"/>
                  <a:pt x="314" y="71"/>
                </a:cubicBezTo>
                <a:cubicBezTo>
                  <a:pt x="315" y="70"/>
                  <a:pt x="315" y="69"/>
                  <a:pt x="316" y="69"/>
                </a:cubicBezTo>
                <a:cubicBezTo>
                  <a:pt x="316" y="66"/>
                  <a:pt x="313" y="71"/>
                  <a:pt x="314" y="67"/>
                </a:cubicBezTo>
                <a:cubicBezTo>
                  <a:pt x="313" y="68"/>
                  <a:pt x="314" y="68"/>
                  <a:pt x="315" y="68"/>
                </a:cubicBezTo>
                <a:cubicBezTo>
                  <a:pt x="315" y="67"/>
                  <a:pt x="315" y="65"/>
                  <a:pt x="315" y="65"/>
                </a:cubicBezTo>
                <a:cubicBezTo>
                  <a:pt x="311" y="65"/>
                  <a:pt x="311" y="65"/>
                  <a:pt x="311" y="65"/>
                </a:cubicBezTo>
                <a:cubicBezTo>
                  <a:pt x="312" y="64"/>
                  <a:pt x="312" y="64"/>
                  <a:pt x="312" y="64"/>
                </a:cubicBezTo>
                <a:cubicBezTo>
                  <a:pt x="307" y="66"/>
                  <a:pt x="307" y="66"/>
                  <a:pt x="307" y="66"/>
                </a:cubicBezTo>
                <a:cubicBezTo>
                  <a:pt x="307" y="66"/>
                  <a:pt x="308" y="66"/>
                  <a:pt x="308" y="66"/>
                </a:cubicBezTo>
                <a:cubicBezTo>
                  <a:pt x="304" y="69"/>
                  <a:pt x="301" y="74"/>
                  <a:pt x="297" y="77"/>
                </a:cubicBezTo>
                <a:cubicBezTo>
                  <a:pt x="301" y="81"/>
                  <a:pt x="291" y="86"/>
                  <a:pt x="291" y="91"/>
                </a:cubicBezTo>
                <a:cubicBezTo>
                  <a:pt x="291" y="89"/>
                  <a:pt x="289" y="87"/>
                  <a:pt x="288" y="87"/>
                </a:cubicBezTo>
                <a:cubicBezTo>
                  <a:pt x="288" y="86"/>
                  <a:pt x="288" y="83"/>
                  <a:pt x="289" y="82"/>
                </a:cubicBezTo>
                <a:cubicBezTo>
                  <a:pt x="290" y="83"/>
                  <a:pt x="293" y="82"/>
                  <a:pt x="292" y="83"/>
                </a:cubicBezTo>
                <a:cubicBezTo>
                  <a:pt x="295" y="79"/>
                  <a:pt x="290" y="82"/>
                  <a:pt x="290" y="80"/>
                </a:cubicBezTo>
                <a:cubicBezTo>
                  <a:pt x="286" y="84"/>
                  <a:pt x="286" y="89"/>
                  <a:pt x="285" y="92"/>
                </a:cubicBezTo>
                <a:cubicBezTo>
                  <a:pt x="284" y="91"/>
                  <a:pt x="284" y="91"/>
                  <a:pt x="284" y="91"/>
                </a:cubicBezTo>
                <a:cubicBezTo>
                  <a:pt x="283" y="94"/>
                  <a:pt x="283" y="94"/>
                  <a:pt x="283" y="94"/>
                </a:cubicBezTo>
                <a:cubicBezTo>
                  <a:pt x="285" y="93"/>
                  <a:pt x="287" y="95"/>
                  <a:pt x="284" y="96"/>
                </a:cubicBezTo>
                <a:cubicBezTo>
                  <a:pt x="284" y="96"/>
                  <a:pt x="284" y="96"/>
                  <a:pt x="284" y="96"/>
                </a:cubicBezTo>
                <a:cubicBezTo>
                  <a:pt x="282" y="96"/>
                  <a:pt x="281" y="100"/>
                  <a:pt x="279" y="101"/>
                </a:cubicBezTo>
                <a:cubicBezTo>
                  <a:pt x="279" y="104"/>
                  <a:pt x="279" y="104"/>
                  <a:pt x="279" y="104"/>
                </a:cubicBezTo>
                <a:cubicBezTo>
                  <a:pt x="278" y="105"/>
                  <a:pt x="275" y="103"/>
                  <a:pt x="273" y="102"/>
                </a:cubicBezTo>
                <a:cubicBezTo>
                  <a:pt x="270" y="105"/>
                  <a:pt x="271" y="108"/>
                  <a:pt x="270" y="111"/>
                </a:cubicBezTo>
                <a:cubicBezTo>
                  <a:pt x="268" y="111"/>
                  <a:pt x="263" y="115"/>
                  <a:pt x="264" y="112"/>
                </a:cubicBezTo>
                <a:cubicBezTo>
                  <a:pt x="263" y="115"/>
                  <a:pt x="269" y="120"/>
                  <a:pt x="262" y="121"/>
                </a:cubicBezTo>
                <a:cubicBezTo>
                  <a:pt x="262" y="119"/>
                  <a:pt x="262" y="119"/>
                  <a:pt x="262" y="119"/>
                </a:cubicBezTo>
                <a:cubicBezTo>
                  <a:pt x="258" y="123"/>
                  <a:pt x="254" y="131"/>
                  <a:pt x="251" y="132"/>
                </a:cubicBezTo>
                <a:cubicBezTo>
                  <a:pt x="249" y="127"/>
                  <a:pt x="242" y="133"/>
                  <a:pt x="238" y="130"/>
                </a:cubicBezTo>
                <a:cubicBezTo>
                  <a:pt x="239" y="131"/>
                  <a:pt x="238" y="133"/>
                  <a:pt x="238" y="133"/>
                </a:cubicBezTo>
                <a:cubicBezTo>
                  <a:pt x="237" y="133"/>
                  <a:pt x="236" y="133"/>
                  <a:pt x="237" y="135"/>
                </a:cubicBezTo>
                <a:cubicBezTo>
                  <a:pt x="239" y="134"/>
                  <a:pt x="239" y="139"/>
                  <a:pt x="241" y="135"/>
                </a:cubicBezTo>
                <a:cubicBezTo>
                  <a:pt x="242" y="139"/>
                  <a:pt x="242" y="143"/>
                  <a:pt x="238" y="146"/>
                </a:cubicBezTo>
                <a:cubicBezTo>
                  <a:pt x="237" y="145"/>
                  <a:pt x="237" y="145"/>
                  <a:pt x="237" y="145"/>
                </a:cubicBezTo>
                <a:cubicBezTo>
                  <a:pt x="240" y="142"/>
                  <a:pt x="240" y="142"/>
                  <a:pt x="240" y="142"/>
                </a:cubicBezTo>
                <a:cubicBezTo>
                  <a:pt x="238" y="142"/>
                  <a:pt x="240" y="140"/>
                  <a:pt x="240" y="139"/>
                </a:cubicBezTo>
                <a:cubicBezTo>
                  <a:pt x="234" y="143"/>
                  <a:pt x="237" y="135"/>
                  <a:pt x="232" y="140"/>
                </a:cubicBezTo>
                <a:cubicBezTo>
                  <a:pt x="233" y="142"/>
                  <a:pt x="233" y="141"/>
                  <a:pt x="232" y="143"/>
                </a:cubicBezTo>
                <a:cubicBezTo>
                  <a:pt x="232" y="142"/>
                  <a:pt x="231" y="141"/>
                  <a:pt x="230" y="142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26" y="143"/>
                  <a:pt x="232" y="139"/>
                  <a:pt x="229" y="139"/>
                </a:cubicBezTo>
                <a:cubicBezTo>
                  <a:pt x="229" y="136"/>
                  <a:pt x="232" y="132"/>
                  <a:pt x="230" y="131"/>
                </a:cubicBezTo>
                <a:cubicBezTo>
                  <a:pt x="226" y="133"/>
                  <a:pt x="230" y="137"/>
                  <a:pt x="226" y="140"/>
                </a:cubicBezTo>
                <a:cubicBezTo>
                  <a:pt x="225" y="139"/>
                  <a:pt x="225" y="139"/>
                  <a:pt x="225" y="139"/>
                </a:cubicBezTo>
                <a:cubicBezTo>
                  <a:pt x="224" y="141"/>
                  <a:pt x="225" y="142"/>
                  <a:pt x="226" y="144"/>
                </a:cubicBezTo>
                <a:cubicBezTo>
                  <a:pt x="225" y="143"/>
                  <a:pt x="224" y="143"/>
                  <a:pt x="224" y="144"/>
                </a:cubicBezTo>
                <a:cubicBezTo>
                  <a:pt x="223" y="148"/>
                  <a:pt x="223" y="150"/>
                  <a:pt x="223" y="153"/>
                </a:cubicBezTo>
                <a:cubicBezTo>
                  <a:pt x="226" y="147"/>
                  <a:pt x="228" y="151"/>
                  <a:pt x="232" y="144"/>
                </a:cubicBezTo>
                <a:cubicBezTo>
                  <a:pt x="232" y="146"/>
                  <a:pt x="229" y="150"/>
                  <a:pt x="231" y="152"/>
                </a:cubicBezTo>
                <a:cubicBezTo>
                  <a:pt x="229" y="151"/>
                  <a:pt x="229" y="151"/>
                  <a:pt x="229" y="151"/>
                </a:cubicBezTo>
                <a:cubicBezTo>
                  <a:pt x="228" y="153"/>
                  <a:pt x="227" y="155"/>
                  <a:pt x="225" y="157"/>
                </a:cubicBezTo>
                <a:cubicBezTo>
                  <a:pt x="225" y="155"/>
                  <a:pt x="225" y="155"/>
                  <a:pt x="225" y="155"/>
                </a:cubicBezTo>
                <a:cubicBezTo>
                  <a:pt x="224" y="159"/>
                  <a:pt x="219" y="157"/>
                  <a:pt x="219" y="162"/>
                </a:cubicBezTo>
                <a:cubicBezTo>
                  <a:pt x="220" y="161"/>
                  <a:pt x="220" y="160"/>
                  <a:pt x="221" y="160"/>
                </a:cubicBezTo>
                <a:cubicBezTo>
                  <a:pt x="220" y="162"/>
                  <a:pt x="218" y="163"/>
                  <a:pt x="216" y="165"/>
                </a:cubicBezTo>
                <a:cubicBezTo>
                  <a:pt x="216" y="170"/>
                  <a:pt x="216" y="170"/>
                  <a:pt x="216" y="170"/>
                </a:cubicBezTo>
                <a:cubicBezTo>
                  <a:pt x="215" y="169"/>
                  <a:pt x="213" y="171"/>
                  <a:pt x="213" y="169"/>
                </a:cubicBezTo>
                <a:cubicBezTo>
                  <a:pt x="209" y="170"/>
                  <a:pt x="210" y="174"/>
                  <a:pt x="209" y="175"/>
                </a:cubicBezTo>
                <a:cubicBezTo>
                  <a:pt x="206" y="176"/>
                  <a:pt x="211" y="172"/>
                  <a:pt x="209" y="170"/>
                </a:cubicBezTo>
                <a:cubicBezTo>
                  <a:pt x="205" y="173"/>
                  <a:pt x="202" y="177"/>
                  <a:pt x="202" y="180"/>
                </a:cubicBezTo>
                <a:cubicBezTo>
                  <a:pt x="203" y="179"/>
                  <a:pt x="203" y="179"/>
                  <a:pt x="204" y="180"/>
                </a:cubicBezTo>
                <a:cubicBezTo>
                  <a:pt x="203" y="179"/>
                  <a:pt x="202" y="181"/>
                  <a:pt x="201" y="181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0" y="183"/>
                  <a:pt x="199" y="183"/>
                  <a:pt x="200" y="181"/>
                </a:cubicBezTo>
                <a:cubicBezTo>
                  <a:pt x="198" y="182"/>
                  <a:pt x="199" y="185"/>
                  <a:pt x="196" y="185"/>
                </a:cubicBezTo>
                <a:cubicBezTo>
                  <a:pt x="197" y="182"/>
                  <a:pt x="201" y="180"/>
                  <a:pt x="201" y="179"/>
                </a:cubicBezTo>
                <a:cubicBezTo>
                  <a:pt x="198" y="184"/>
                  <a:pt x="194" y="180"/>
                  <a:pt x="190" y="186"/>
                </a:cubicBezTo>
                <a:cubicBezTo>
                  <a:pt x="189" y="186"/>
                  <a:pt x="189" y="184"/>
                  <a:pt x="188" y="185"/>
                </a:cubicBezTo>
                <a:cubicBezTo>
                  <a:pt x="186" y="187"/>
                  <a:pt x="190" y="187"/>
                  <a:pt x="190" y="189"/>
                </a:cubicBezTo>
                <a:cubicBezTo>
                  <a:pt x="191" y="187"/>
                  <a:pt x="193" y="187"/>
                  <a:pt x="195" y="187"/>
                </a:cubicBezTo>
                <a:cubicBezTo>
                  <a:pt x="195" y="188"/>
                  <a:pt x="195" y="188"/>
                  <a:pt x="195" y="188"/>
                </a:cubicBezTo>
                <a:cubicBezTo>
                  <a:pt x="195" y="188"/>
                  <a:pt x="194" y="189"/>
                  <a:pt x="193" y="189"/>
                </a:cubicBezTo>
                <a:cubicBezTo>
                  <a:pt x="194" y="191"/>
                  <a:pt x="194" y="191"/>
                  <a:pt x="194" y="191"/>
                </a:cubicBezTo>
                <a:cubicBezTo>
                  <a:pt x="193" y="189"/>
                  <a:pt x="190" y="189"/>
                  <a:pt x="189" y="191"/>
                </a:cubicBezTo>
                <a:cubicBezTo>
                  <a:pt x="191" y="191"/>
                  <a:pt x="191" y="191"/>
                  <a:pt x="193" y="193"/>
                </a:cubicBezTo>
                <a:cubicBezTo>
                  <a:pt x="193" y="197"/>
                  <a:pt x="189" y="193"/>
                  <a:pt x="189" y="198"/>
                </a:cubicBezTo>
                <a:cubicBezTo>
                  <a:pt x="189" y="197"/>
                  <a:pt x="190" y="195"/>
                  <a:pt x="188" y="196"/>
                </a:cubicBezTo>
                <a:cubicBezTo>
                  <a:pt x="187" y="197"/>
                  <a:pt x="188" y="198"/>
                  <a:pt x="188" y="200"/>
                </a:cubicBezTo>
                <a:cubicBezTo>
                  <a:pt x="187" y="197"/>
                  <a:pt x="186" y="196"/>
                  <a:pt x="185" y="193"/>
                </a:cubicBezTo>
                <a:cubicBezTo>
                  <a:pt x="188" y="191"/>
                  <a:pt x="186" y="192"/>
                  <a:pt x="188" y="189"/>
                </a:cubicBezTo>
                <a:cubicBezTo>
                  <a:pt x="185" y="190"/>
                  <a:pt x="185" y="190"/>
                  <a:pt x="185" y="190"/>
                </a:cubicBezTo>
                <a:cubicBezTo>
                  <a:pt x="187" y="188"/>
                  <a:pt x="185" y="187"/>
                  <a:pt x="184" y="186"/>
                </a:cubicBezTo>
                <a:cubicBezTo>
                  <a:pt x="179" y="188"/>
                  <a:pt x="184" y="191"/>
                  <a:pt x="181" y="193"/>
                </a:cubicBezTo>
                <a:cubicBezTo>
                  <a:pt x="181" y="195"/>
                  <a:pt x="184" y="191"/>
                  <a:pt x="183" y="194"/>
                </a:cubicBezTo>
                <a:cubicBezTo>
                  <a:pt x="181" y="196"/>
                  <a:pt x="183" y="195"/>
                  <a:pt x="182" y="198"/>
                </a:cubicBezTo>
                <a:cubicBezTo>
                  <a:pt x="181" y="197"/>
                  <a:pt x="181" y="197"/>
                  <a:pt x="181" y="197"/>
                </a:cubicBezTo>
                <a:cubicBezTo>
                  <a:pt x="180" y="197"/>
                  <a:pt x="180" y="199"/>
                  <a:pt x="179" y="200"/>
                </a:cubicBezTo>
                <a:cubicBezTo>
                  <a:pt x="179" y="201"/>
                  <a:pt x="186" y="204"/>
                  <a:pt x="182" y="208"/>
                </a:cubicBezTo>
                <a:cubicBezTo>
                  <a:pt x="182" y="207"/>
                  <a:pt x="181" y="207"/>
                  <a:pt x="181" y="207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69" y="194"/>
                  <a:pt x="164" y="199"/>
                  <a:pt x="159" y="202"/>
                </a:cubicBezTo>
                <a:cubicBezTo>
                  <a:pt x="155" y="201"/>
                  <a:pt x="160" y="197"/>
                  <a:pt x="158" y="196"/>
                </a:cubicBezTo>
                <a:cubicBezTo>
                  <a:pt x="161" y="195"/>
                  <a:pt x="161" y="195"/>
                  <a:pt x="161" y="195"/>
                </a:cubicBezTo>
                <a:cubicBezTo>
                  <a:pt x="162" y="196"/>
                  <a:pt x="157" y="199"/>
                  <a:pt x="161" y="199"/>
                </a:cubicBezTo>
                <a:cubicBezTo>
                  <a:pt x="164" y="195"/>
                  <a:pt x="166" y="194"/>
                  <a:pt x="168" y="189"/>
                </a:cubicBezTo>
                <a:cubicBezTo>
                  <a:pt x="164" y="188"/>
                  <a:pt x="164" y="194"/>
                  <a:pt x="160" y="194"/>
                </a:cubicBezTo>
                <a:cubicBezTo>
                  <a:pt x="161" y="193"/>
                  <a:pt x="161" y="192"/>
                  <a:pt x="162" y="191"/>
                </a:cubicBezTo>
                <a:cubicBezTo>
                  <a:pt x="154" y="197"/>
                  <a:pt x="154" y="197"/>
                  <a:pt x="154" y="197"/>
                </a:cubicBezTo>
                <a:cubicBezTo>
                  <a:pt x="154" y="198"/>
                  <a:pt x="154" y="198"/>
                  <a:pt x="154" y="198"/>
                </a:cubicBezTo>
                <a:cubicBezTo>
                  <a:pt x="156" y="197"/>
                  <a:pt x="157" y="196"/>
                  <a:pt x="157" y="196"/>
                </a:cubicBezTo>
                <a:cubicBezTo>
                  <a:pt x="155" y="198"/>
                  <a:pt x="155" y="201"/>
                  <a:pt x="156" y="203"/>
                </a:cubicBezTo>
                <a:cubicBezTo>
                  <a:pt x="157" y="202"/>
                  <a:pt x="157" y="202"/>
                  <a:pt x="157" y="202"/>
                </a:cubicBezTo>
                <a:cubicBezTo>
                  <a:pt x="156" y="204"/>
                  <a:pt x="156" y="204"/>
                  <a:pt x="156" y="204"/>
                </a:cubicBezTo>
                <a:lnTo>
                  <a:pt x="155" y="205"/>
                </a:lnTo>
                <a:close/>
                <a:moveTo>
                  <a:pt x="16" y="341"/>
                </a:moveTo>
                <a:cubicBezTo>
                  <a:pt x="16" y="340"/>
                  <a:pt x="16" y="340"/>
                  <a:pt x="16" y="340"/>
                </a:cubicBezTo>
                <a:cubicBezTo>
                  <a:pt x="16" y="341"/>
                  <a:pt x="17" y="341"/>
                  <a:pt x="16" y="341"/>
                </a:cubicBezTo>
                <a:close/>
                <a:moveTo>
                  <a:pt x="190" y="158"/>
                </a:moveTo>
                <a:cubicBezTo>
                  <a:pt x="187" y="160"/>
                  <a:pt x="184" y="162"/>
                  <a:pt x="181" y="165"/>
                </a:cubicBezTo>
                <a:cubicBezTo>
                  <a:pt x="189" y="164"/>
                  <a:pt x="195" y="163"/>
                  <a:pt x="187" y="171"/>
                </a:cubicBezTo>
                <a:cubicBezTo>
                  <a:pt x="187" y="172"/>
                  <a:pt x="187" y="172"/>
                  <a:pt x="187" y="172"/>
                </a:cubicBezTo>
                <a:cubicBezTo>
                  <a:pt x="188" y="171"/>
                  <a:pt x="190" y="169"/>
                  <a:pt x="192" y="167"/>
                </a:cubicBezTo>
                <a:cubicBezTo>
                  <a:pt x="192" y="165"/>
                  <a:pt x="192" y="155"/>
                  <a:pt x="191" y="155"/>
                </a:cubicBezTo>
                <a:cubicBezTo>
                  <a:pt x="190" y="155"/>
                  <a:pt x="190" y="156"/>
                  <a:pt x="189" y="157"/>
                </a:cubicBezTo>
                <a:lnTo>
                  <a:pt x="190" y="158"/>
                </a:lnTo>
                <a:close/>
                <a:moveTo>
                  <a:pt x="198" y="161"/>
                </a:moveTo>
                <a:cubicBezTo>
                  <a:pt x="200" y="160"/>
                  <a:pt x="199" y="160"/>
                  <a:pt x="199" y="159"/>
                </a:cubicBezTo>
                <a:cubicBezTo>
                  <a:pt x="197" y="161"/>
                  <a:pt x="197" y="161"/>
                  <a:pt x="197" y="161"/>
                </a:cubicBezTo>
                <a:cubicBezTo>
                  <a:pt x="197" y="161"/>
                  <a:pt x="198" y="161"/>
                  <a:pt x="198" y="161"/>
                </a:cubicBezTo>
                <a:close/>
                <a:moveTo>
                  <a:pt x="198" y="158"/>
                </a:moveTo>
                <a:cubicBezTo>
                  <a:pt x="197" y="159"/>
                  <a:pt x="197" y="159"/>
                  <a:pt x="197" y="159"/>
                </a:cubicBezTo>
                <a:lnTo>
                  <a:pt x="198" y="158"/>
                </a:lnTo>
                <a:close/>
                <a:moveTo>
                  <a:pt x="166" y="188"/>
                </a:moveTo>
                <a:cubicBezTo>
                  <a:pt x="166" y="188"/>
                  <a:pt x="166" y="188"/>
                  <a:pt x="166" y="188"/>
                </a:cubicBezTo>
                <a:cubicBezTo>
                  <a:pt x="164" y="189"/>
                  <a:pt x="164" y="189"/>
                  <a:pt x="164" y="189"/>
                </a:cubicBezTo>
                <a:cubicBezTo>
                  <a:pt x="165" y="189"/>
                  <a:pt x="165" y="189"/>
                  <a:pt x="166" y="188"/>
                </a:cubicBezTo>
                <a:close/>
                <a:moveTo>
                  <a:pt x="171" y="187"/>
                </a:moveTo>
                <a:cubicBezTo>
                  <a:pt x="170" y="185"/>
                  <a:pt x="170" y="185"/>
                  <a:pt x="170" y="185"/>
                </a:cubicBezTo>
                <a:cubicBezTo>
                  <a:pt x="168" y="186"/>
                  <a:pt x="168" y="186"/>
                  <a:pt x="168" y="186"/>
                </a:cubicBezTo>
                <a:cubicBezTo>
                  <a:pt x="169" y="187"/>
                  <a:pt x="170" y="187"/>
                  <a:pt x="171" y="187"/>
                </a:cubicBezTo>
                <a:close/>
                <a:moveTo>
                  <a:pt x="185" y="181"/>
                </a:moveTo>
                <a:cubicBezTo>
                  <a:pt x="184" y="178"/>
                  <a:pt x="187" y="176"/>
                  <a:pt x="185" y="174"/>
                </a:cubicBezTo>
                <a:cubicBezTo>
                  <a:pt x="185" y="174"/>
                  <a:pt x="184" y="174"/>
                  <a:pt x="183" y="174"/>
                </a:cubicBezTo>
                <a:cubicBezTo>
                  <a:pt x="181" y="176"/>
                  <a:pt x="181" y="176"/>
                  <a:pt x="181" y="176"/>
                </a:cubicBezTo>
                <a:cubicBezTo>
                  <a:pt x="181" y="176"/>
                  <a:pt x="182" y="177"/>
                  <a:pt x="182" y="177"/>
                </a:cubicBezTo>
                <a:cubicBezTo>
                  <a:pt x="182" y="177"/>
                  <a:pt x="183" y="177"/>
                  <a:pt x="184" y="178"/>
                </a:cubicBezTo>
                <a:cubicBezTo>
                  <a:pt x="180" y="177"/>
                  <a:pt x="184" y="181"/>
                  <a:pt x="182" y="182"/>
                </a:cubicBezTo>
                <a:cubicBezTo>
                  <a:pt x="183" y="184"/>
                  <a:pt x="185" y="182"/>
                  <a:pt x="185" y="181"/>
                </a:cubicBezTo>
                <a:close/>
                <a:moveTo>
                  <a:pt x="320" y="38"/>
                </a:moveTo>
                <a:cubicBezTo>
                  <a:pt x="320" y="38"/>
                  <a:pt x="321" y="38"/>
                  <a:pt x="321" y="38"/>
                </a:cubicBezTo>
                <a:cubicBezTo>
                  <a:pt x="321" y="41"/>
                  <a:pt x="321" y="41"/>
                  <a:pt x="321" y="41"/>
                </a:cubicBezTo>
                <a:cubicBezTo>
                  <a:pt x="318" y="42"/>
                  <a:pt x="314" y="42"/>
                  <a:pt x="314" y="46"/>
                </a:cubicBezTo>
                <a:cubicBezTo>
                  <a:pt x="312" y="46"/>
                  <a:pt x="311" y="46"/>
                  <a:pt x="309" y="45"/>
                </a:cubicBezTo>
                <a:cubicBezTo>
                  <a:pt x="310" y="45"/>
                  <a:pt x="310" y="44"/>
                  <a:pt x="311" y="44"/>
                </a:cubicBezTo>
                <a:cubicBezTo>
                  <a:pt x="313" y="35"/>
                  <a:pt x="317" y="45"/>
                  <a:pt x="320" y="38"/>
                </a:cubicBezTo>
                <a:close/>
                <a:moveTo>
                  <a:pt x="290" y="61"/>
                </a:moveTo>
                <a:cubicBezTo>
                  <a:pt x="290" y="60"/>
                  <a:pt x="290" y="60"/>
                  <a:pt x="290" y="60"/>
                </a:cubicBezTo>
                <a:cubicBezTo>
                  <a:pt x="289" y="68"/>
                  <a:pt x="285" y="73"/>
                  <a:pt x="282" y="76"/>
                </a:cubicBezTo>
                <a:cubicBezTo>
                  <a:pt x="284" y="77"/>
                  <a:pt x="288" y="75"/>
                  <a:pt x="289" y="75"/>
                </a:cubicBezTo>
                <a:cubicBezTo>
                  <a:pt x="290" y="77"/>
                  <a:pt x="290" y="77"/>
                  <a:pt x="290" y="77"/>
                </a:cubicBezTo>
                <a:cubicBezTo>
                  <a:pt x="288" y="77"/>
                  <a:pt x="288" y="77"/>
                  <a:pt x="288" y="77"/>
                </a:cubicBezTo>
                <a:cubicBezTo>
                  <a:pt x="288" y="80"/>
                  <a:pt x="288" y="80"/>
                  <a:pt x="288" y="80"/>
                </a:cubicBezTo>
                <a:cubicBezTo>
                  <a:pt x="289" y="80"/>
                  <a:pt x="290" y="79"/>
                  <a:pt x="292" y="78"/>
                </a:cubicBezTo>
                <a:cubicBezTo>
                  <a:pt x="292" y="78"/>
                  <a:pt x="293" y="73"/>
                  <a:pt x="293" y="72"/>
                </a:cubicBezTo>
                <a:cubicBezTo>
                  <a:pt x="290" y="73"/>
                  <a:pt x="290" y="73"/>
                  <a:pt x="290" y="73"/>
                </a:cubicBezTo>
                <a:cubicBezTo>
                  <a:pt x="291" y="73"/>
                  <a:pt x="294" y="69"/>
                  <a:pt x="295" y="67"/>
                </a:cubicBezTo>
                <a:cubicBezTo>
                  <a:pt x="294" y="67"/>
                  <a:pt x="291" y="68"/>
                  <a:pt x="292" y="70"/>
                </a:cubicBezTo>
                <a:cubicBezTo>
                  <a:pt x="291" y="69"/>
                  <a:pt x="293" y="66"/>
                  <a:pt x="290" y="67"/>
                </a:cubicBezTo>
                <a:cubicBezTo>
                  <a:pt x="291" y="64"/>
                  <a:pt x="295" y="61"/>
                  <a:pt x="297" y="61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01" y="61"/>
                  <a:pt x="298" y="59"/>
                  <a:pt x="301" y="58"/>
                </a:cubicBezTo>
                <a:cubicBezTo>
                  <a:pt x="299" y="61"/>
                  <a:pt x="303" y="60"/>
                  <a:pt x="302" y="62"/>
                </a:cubicBezTo>
                <a:cubicBezTo>
                  <a:pt x="303" y="62"/>
                  <a:pt x="304" y="64"/>
                  <a:pt x="305" y="62"/>
                </a:cubicBezTo>
                <a:cubicBezTo>
                  <a:pt x="304" y="58"/>
                  <a:pt x="309" y="61"/>
                  <a:pt x="308" y="58"/>
                </a:cubicBezTo>
                <a:cubicBezTo>
                  <a:pt x="310" y="58"/>
                  <a:pt x="309" y="60"/>
                  <a:pt x="311" y="59"/>
                </a:cubicBezTo>
                <a:cubicBezTo>
                  <a:pt x="312" y="55"/>
                  <a:pt x="311" y="54"/>
                  <a:pt x="309" y="53"/>
                </a:cubicBezTo>
                <a:cubicBezTo>
                  <a:pt x="306" y="54"/>
                  <a:pt x="309" y="57"/>
                  <a:pt x="307" y="58"/>
                </a:cubicBezTo>
                <a:cubicBezTo>
                  <a:pt x="307" y="52"/>
                  <a:pt x="307" y="52"/>
                  <a:pt x="307" y="52"/>
                </a:cubicBezTo>
                <a:cubicBezTo>
                  <a:pt x="306" y="52"/>
                  <a:pt x="306" y="53"/>
                  <a:pt x="305" y="53"/>
                </a:cubicBezTo>
                <a:cubicBezTo>
                  <a:pt x="306" y="52"/>
                  <a:pt x="306" y="51"/>
                  <a:pt x="306" y="50"/>
                </a:cubicBezTo>
                <a:cubicBezTo>
                  <a:pt x="306" y="50"/>
                  <a:pt x="306" y="49"/>
                  <a:pt x="306" y="48"/>
                </a:cubicBezTo>
                <a:cubicBezTo>
                  <a:pt x="304" y="50"/>
                  <a:pt x="302" y="52"/>
                  <a:pt x="301" y="51"/>
                </a:cubicBezTo>
                <a:cubicBezTo>
                  <a:pt x="300" y="50"/>
                  <a:pt x="300" y="50"/>
                  <a:pt x="300" y="50"/>
                </a:cubicBezTo>
                <a:cubicBezTo>
                  <a:pt x="299" y="50"/>
                  <a:pt x="299" y="52"/>
                  <a:pt x="299" y="53"/>
                </a:cubicBezTo>
                <a:cubicBezTo>
                  <a:pt x="297" y="55"/>
                  <a:pt x="297" y="58"/>
                  <a:pt x="295" y="57"/>
                </a:cubicBezTo>
                <a:cubicBezTo>
                  <a:pt x="295" y="55"/>
                  <a:pt x="295" y="55"/>
                  <a:pt x="295" y="55"/>
                </a:cubicBezTo>
                <a:cubicBezTo>
                  <a:pt x="293" y="58"/>
                  <a:pt x="293" y="58"/>
                  <a:pt x="290" y="61"/>
                </a:cubicBezTo>
                <a:close/>
                <a:moveTo>
                  <a:pt x="221" y="126"/>
                </a:moveTo>
                <a:cubicBezTo>
                  <a:pt x="225" y="128"/>
                  <a:pt x="229" y="129"/>
                  <a:pt x="235" y="123"/>
                </a:cubicBezTo>
                <a:cubicBezTo>
                  <a:pt x="235" y="124"/>
                  <a:pt x="235" y="124"/>
                  <a:pt x="235" y="124"/>
                </a:cubicBezTo>
                <a:cubicBezTo>
                  <a:pt x="239" y="123"/>
                  <a:pt x="238" y="115"/>
                  <a:pt x="243" y="114"/>
                </a:cubicBezTo>
                <a:cubicBezTo>
                  <a:pt x="243" y="117"/>
                  <a:pt x="243" y="117"/>
                  <a:pt x="244" y="121"/>
                </a:cubicBezTo>
                <a:cubicBezTo>
                  <a:pt x="245" y="118"/>
                  <a:pt x="245" y="118"/>
                  <a:pt x="245" y="118"/>
                </a:cubicBezTo>
                <a:cubicBezTo>
                  <a:pt x="246" y="121"/>
                  <a:pt x="247" y="118"/>
                  <a:pt x="248" y="117"/>
                </a:cubicBezTo>
                <a:cubicBezTo>
                  <a:pt x="249" y="120"/>
                  <a:pt x="249" y="120"/>
                  <a:pt x="249" y="120"/>
                </a:cubicBezTo>
                <a:cubicBezTo>
                  <a:pt x="248" y="120"/>
                  <a:pt x="245" y="122"/>
                  <a:pt x="246" y="122"/>
                </a:cubicBezTo>
                <a:cubicBezTo>
                  <a:pt x="246" y="122"/>
                  <a:pt x="240" y="123"/>
                  <a:pt x="239" y="125"/>
                </a:cubicBezTo>
                <a:cubicBezTo>
                  <a:pt x="241" y="126"/>
                  <a:pt x="244" y="122"/>
                  <a:pt x="245" y="126"/>
                </a:cubicBezTo>
                <a:cubicBezTo>
                  <a:pt x="245" y="123"/>
                  <a:pt x="247" y="125"/>
                  <a:pt x="248" y="123"/>
                </a:cubicBezTo>
                <a:cubicBezTo>
                  <a:pt x="247" y="125"/>
                  <a:pt x="249" y="125"/>
                  <a:pt x="249" y="127"/>
                </a:cubicBezTo>
                <a:cubicBezTo>
                  <a:pt x="251" y="124"/>
                  <a:pt x="251" y="124"/>
                  <a:pt x="251" y="124"/>
                </a:cubicBezTo>
                <a:cubicBezTo>
                  <a:pt x="252" y="124"/>
                  <a:pt x="249" y="129"/>
                  <a:pt x="252" y="128"/>
                </a:cubicBezTo>
                <a:cubicBezTo>
                  <a:pt x="253" y="127"/>
                  <a:pt x="256" y="125"/>
                  <a:pt x="255" y="123"/>
                </a:cubicBezTo>
                <a:cubicBezTo>
                  <a:pt x="255" y="124"/>
                  <a:pt x="255" y="124"/>
                  <a:pt x="255" y="124"/>
                </a:cubicBezTo>
                <a:cubicBezTo>
                  <a:pt x="258" y="122"/>
                  <a:pt x="254" y="121"/>
                  <a:pt x="257" y="119"/>
                </a:cubicBezTo>
                <a:cubicBezTo>
                  <a:pt x="257" y="119"/>
                  <a:pt x="256" y="118"/>
                  <a:pt x="255" y="119"/>
                </a:cubicBezTo>
                <a:cubicBezTo>
                  <a:pt x="255" y="120"/>
                  <a:pt x="255" y="122"/>
                  <a:pt x="254" y="123"/>
                </a:cubicBezTo>
                <a:cubicBezTo>
                  <a:pt x="252" y="123"/>
                  <a:pt x="256" y="122"/>
                  <a:pt x="253" y="121"/>
                </a:cubicBezTo>
                <a:cubicBezTo>
                  <a:pt x="252" y="120"/>
                  <a:pt x="250" y="125"/>
                  <a:pt x="249" y="122"/>
                </a:cubicBezTo>
                <a:cubicBezTo>
                  <a:pt x="251" y="121"/>
                  <a:pt x="251" y="121"/>
                  <a:pt x="251" y="121"/>
                </a:cubicBezTo>
                <a:cubicBezTo>
                  <a:pt x="250" y="119"/>
                  <a:pt x="251" y="118"/>
                  <a:pt x="250" y="117"/>
                </a:cubicBezTo>
                <a:cubicBezTo>
                  <a:pt x="251" y="115"/>
                  <a:pt x="253" y="115"/>
                  <a:pt x="253" y="113"/>
                </a:cubicBezTo>
                <a:cubicBezTo>
                  <a:pt x="253" y="111"/>
                  <a:pt x="250" y="111"/>
                  <a:pt x="253" y="109"/>
                </a:cubicBezTo>
                <a:cubicBezTo>
                  <a:pt x="257" y="110"/>
                  <a:pt x="261" y="105"/>
                  <a:pt x="262" y="103"/>
                </a:cubicBezTo>
                <a:cubicBezTo>
                  <a:pt x="263" y="101"/>
                  <a:pt x="263" y="101"/>
                  <a:pt x="263" y="101"/>
                </a:cubicBezTo>
                <a:cubicBezTo>
                  <a:pt x="262" y="100"/>
                  <a:pt x="260" y="104"/>
                  <a:pt x="260" y="102"/>
                </a:cubicBezTo>
                <a:cubicBezTo>
                  <a:pt x="262" y="99"/>
                  <a:pt x="262" y="99"/>
                  <a:pt x="262" y="99"/>
                </a:cubicBezTo>
                <a:cubicBezTo>
                  <a:pt x="262" y="100"/>
                  <a:pt x="262" y="100"/>
                  <a:pt x="262" y="100"/>
                </a:cubicBezTo>
                <a:cubicBezTo>
                  <a:pt x="263" y="99"/>
                  <a:pt x="263" y="98"/>
                  <a:pt x="263" y="97"/>
                </a:cubicBezTo>
                <a:cubicBezTo>
                  <a:pt x="264" y="98"/>
                  <a:pt x="262" y="100"/>
                  <a:pt x="264" y="101"/>
                </a:cubicBezTo>
                <a:cubicBezTo>
                  <a:pt x="265" y="100"/>
                  <a:pt x="266" y="100"/>
                  <a:pt x="266" y="99"/>
                </a:cubicBezTo>
                <a:cubicBezTo>
                  <a:pt x="266" y="100"/>
                  <a:pt x="266" y="100"/>
                  <a:pt x="266" y="100"/>
                </a:cubicBezTo>
                <a:cubicBezTo>
                  <a:pt x="269" y="99"/>
                  <a:pt x="267" y="96"/>
                  <a:pt x="267" y="95"/>
                </a:cubicBezTo>
                <a:cubicBezTo>
                  <a:pt x="267" y="91"/>
                  <a:pt x="263" y="95"/>
                  <a:pt x="261" y="94"/>
                </a:cubicBezTo>
                <a:cubicBezTo>
                  <a:pt x="267" y="86"/>
                  <a:pt x="267" y="86"/>
                  <a:pt x="267" y="86"/>
                </a:cubicBezTo>
                <a:cubicBezTo>
                  <a:pt x="267" y="87"/>
                  <a:pt x="267" y="88"/>
                  <a:pt x="268" y="89"/>
                </a:cubicBezTo>
                <a:cubicBezTo>
                  <a:pt x="270" y="88"/>
                  <a:pt x="269" y="90"/>
                  <a:pt x="271" y="88"/>
                </a:cubicBezTo>
                <a:cubicBezTo>
                  <a:pt x="269" y="86"/>
                  <a:pt x="273" y="84"/>
                  <a:pt x="273" y="81"/>
                </a:cubicBezTo>
                <a:cubicBezTo>
                  <a:pt x="275" y="81"/>
                  <a:pt x="275" y="81"/>
                  <a:pt x="273" y="83"/>
                </a:cubicBezTo>
                <a:cubicBezTo>
                  <a:pt x="275" y="84"/>
                  <a:pt x="276" y="81"/>
                  <a:pt x="277" y="81"/>
                </a:cubicBezTo>
                <a:cubicBezTo>
                  <a:pt x="277" y="80"/>
                  <a:pt x="278" y="79"/>
                  <a:pt x="278" y="78"/>
                </a:cubicBezTo>
                <a:cubicBezTo>
                  <a:pt x="277" y="78"/>
                  <a:pt x="276" y="77"/>
                  <a:pt x="277" y="75"/>
                </a:cubicBezTo>
                <a:cubicBezTo>
                  <a:pt x="277" y="75"/>
                  <a:pt x="277" y="75"/>
                  <a:pt x="277" y="75"/>
                </a:cubicBezTo>
                <a:cubicBezTo>
                  <a:pt x="274" y="76"/>
                  <a:pt x="269" y="78"/>
                  <a:pt x="269" y="81"/>
                </a:cubicBezTo>
                <a:cubicBezTo>
                  <a:pt x="269" y="80"/>
                  <a:pt x="269" y="80"/>
                  <a:pt x="269" y="80"/>
                </a:cubicBezTo>
                <a:cubicBezTo>
                  <a:pt x="265" y="82"/>
                  <a:pt x="266" y="88"/>
                  <a:pt x="262" y="87"/>
                </a:cubicBezTo>
                <a:cubicBezTo>
                  <a:pt x="261" y="86"/>
                  <a:pt x="261" y="87"/>
                  <a:pt x="260" y="86"/>
                </a:cubicBezTo>
                <a:cubicBezTo>
                  <a:pt x="259" y="89"/>
                  <a:pt x="259" y="89"/>
                  <a:pt x="259" y="89"/>
                </a:cubicBezTo>
                <a:cubicBezTo>
                  <a:pt x="259" y="88"/>
                  <a:pt x="259" y="88"/>
                  <a:pt x="259" y="88"/>
                </a:cubicBezTo>
                <a:cubicBezTo>
                  <a:pt x="256" y="91"/>
                  <a:pt x="256" y="91"/>
                  <a:pt x="256" y="91"/>
                </a:cubicBezTo>
                <a:cubicBezTo>
                  <a:pt x="255" y="91"/>
                  <a:pt x="255" y="91"/>
                  <a:pt x="255" y="91"/>
                </a:cubicBezTo>
                <a:cubicBezTo>
                  <a:pt x="255" y="94"/>
                  <a:pt x="255" y="96"/>
                  <a:pt x="255" y="98"/>
                </a:cubicBezTo>
                <a:cubicBezTo>
                  <a:pt x="256" y="99"/>
                  <a:pt x="256" y="99"/>
                  <a:pt x="256" y="100"/>
                </a:cubicBezTo>
                <a:cubicBezTo>
                  <a:pt x="256" y="101"/>
                  <a:pt x="255" y="101"/>
                  <a:pt x="255" y="101"/>
                </a:cubicBezTo>
                <a:cubicBezTo>
                  <a:pt x="255" y="101"/>
                  <a:pt x="255" y="101"/>
                  <a:pt x="255" y="101"/>
                </a:cubicBezTo>
                <a:cubicBezTo>
                  <a:pt x="255" y="101"/>
                  <a:pt x="255" y="101"/>
                  <a:pt x="255" y="101"/>
                </a:cubicBezTo>
                <a:cubicBezTo>
                  <a:pt x="254" y="102"/>
                  <a:pt x="252" y="102"/>
                  <a:pt x="251" y="102"/>
                </a:cubicBezTo>
                <a:cubicBezTo>
                  <a:pt x="254" y="99"/>
                  <a:pt x="254" y="99"/>
                  <a:pt x="254" y="99"/>
                </a:cubicBezTo>
                <a:cubicBezTo>
                  <a:pt x="253" y="98"/>
                  <a:pt x="252" y="97"/>
                  <a:pt x="249" y="97"/>
                </a:cubicBezTo>
                <a:cubicBezTo>
                  <a:pt x="250" y="97"/>
                  <a:pt x="249" y="96"/>
                  <a:pt x="249" y="96"/>
                </a:cubicBezTo>
                <a:cubicBezTo>
                  <a:pt x="249" y="97"/>
                  <a:pt x="247" y="99"/>
                  <a:pt x="249" y="99"/>
                </a:cubicBezTo>
                <a:cubicBezTo>
                  <a:pt x="246" y="102"/>
                  <a:pt x="239" y="104"/>
                  <a:pt x="236" y="111"/>
                </a:cubicBezTo>
                <a:cubicBezTo>
                  <a:pt x="238" y="106"/>
                  <a:pt x="232" y="112"/>
                  <a:pt x="236" y="108"/>
                </a:cubicBezTo>
                <a:cubicBezTo>
                  <a:pt x="231" y="108"/>
                  <a:pt x="235" y="112"/>
                  <a:pt x="232" y="114"/>
                </a:cubicBezTo>
                <a:cubicBezTo>
                  <a:pt x="232" y="113"/>
                  <a:pt x="234" y="113"/>
                  <a:pt x="233" y="111"/>
                </a:cubicBezTo>
                <a:cubicBezTo>
                  <a:pt x="228" y="114"/>
                  <a:pt x="229" y="121"/>
                  <a:pt x="224" y="124"/>
                </a:cubicBezTo>
                <a:cubicBezTo>
                  <a:pt x="223" y="123"/>
                  <a:pt x="223" y="123"/>
                  <a:pt x="223" y="123"/>
                </a:cubicBezTo>
                <a:lnTo>
                  <a:pt x="221" y="126"/>
                </a:lnTo>
                <a:close/>
                <a:moveTo>
                  <a:pt x="215" y="135"/>
                </a:moveTo>
                <a:cubicBezTo>
                  <a:pt x="213" y="138"/>
                  <a:pt x="213" y="138"/>
                  <a:pt x="213" y="138"/>
                </a:cubicBezTo>
                <a:cubicBezTo>
                  <a:pt x="213" y="138"/>
                  <a:pt x="213" y="138"/>
                  <a:pt x="213" y="138"/>
                </a:cubicBezTo>
                <a:cubicBezTo>
                  <a:pt x="212" y="142"/>
                  <a:pt x="212" y="142"/>
                  <a:pt x="212" y="142"/>
                </a:cubicBezTo>
                <a:cubicBezTo>
                  <a:pt x="214" y="141"/>
                  <a:pt x="216" y="141"/>
                  <a:pt x="215" y="144"/>
                </a:cubicBezTo>
                <a:cubicBezTo>
                  <a:pt x="215" y="143"/>
                  <a:pt x="213" y="143"/>
                  <a:pt x="214" y="142"/>
                </a:cubicBezTo>
                <a:cubicBezTo>
                  <a:pt x="211" y="143"/>
                  <a:pt x="208" y="145"/>
                  <a:pt x="211" y="146"/>
                </a:cubicBezTo>
                <a:cubicBezTo>
                  <a:pt x="211" y="141"/>
                  <a:pt x="214" y="148"/>
                  <a:pt x="214" y="145"/>
                </a:cubicBezTo>
                <a:cubicBezTo>
                  <a:pt x="215" y="147"/>
                  <a:pt x="213" y="147"/>
                  <a:pt x="213" y="149"/>
                </a:cubicBezTo>
                <a:cubicBezTo>
                  <a:pt x="212" y="147"/>
                  <a:pt x="210" y="147"/>
                  <a:pt x="208" y="148"/>
                </a:cubicBezTo>
                <a:cubicBezTo>
                  <a:pt x="207" y="149"/>
                  <a:pt x="205" y="150"/>
                  <a:pt x="204" y="152"/>
                </a:cubicBezTo>
                <a:cubicBezTo>
                  <a:pt x="206" y="153"/>
                  <a:pt x="206" y="155"/>
                  <a:pt x="208" y="153"/>
                </a:cubicBezTo>
                <a:cubicBezTo>
                  <a:pt x="208" y="154"/>
                  <a:pt x="207" y="156"/>
                  <a:pt x="205" y="156"/>
                </a:cubicBezTo>
                <a:cubicBezTo>
                  <a:pt x="205" y="155"/>
                  <a:pt x="206" y="154"/>
                  <a:pt x="205" y="154"/>
                </a:cubicBezTo>
                <a:cubicBezTo>
                  <a:pt x="203" y="154"/>
                  <a:pt x="203" y="155"/>
                  <a:pt x="202" y="155"/>
                </a:cubicBezTo>
                <a:cubicBezTo>
                  <a:pt x="201" y="156"/>
                  <a:pt x="201" y="156"/>
                  <a:pt x="201" y="156"/>
                </a:cubicBezTo>
                <a:cubicBezTo>
                  <a:pt x="201" y="156"/>
                  <a:pt x="201" y="156"/>
                  <a:pt x="201" y="156"/>
                </a:cubicBezTo>
                <a:cubicBezTo>
                  <a:pt x="201" y="159"/>
                  <a:pt x="201" y="159"/>
                  <a:pt x="201" y="159"/>
                </a:cubicBezTo>
                <a:cubicBezTo>
                  <a:pt x="202" y="156"/>
                  <a:pt x="203" y="158"/>
                  <a:pt x="203" y="159"/>
                </a:cubicBezTo>
                <a:cubicBezTo>
                  <a:pt x="202" y="158"/>
                  <a:pt x="202" y="160"/>
                  <a:pt x="201" y="161"/>
                </a:cubicBezTo>
                <a:cubicBezTo>
                  <a:pt x="204" y="161"/>
                  <a:pt x="204" y="161"/>
                  <a:pt x="204" y="161"/>
                </a:cubicBezTo>
                <a:cubicBezTo>
                  <a:pt x="204" y="162"/>
                  <a:pt x="201" y="162"/>
                  <a:pt x="203" y="163"/>
                </a:cubicBezTo>
                <a:cubicBezTo>
                  <a:pt x="206" y="161"/>
                  <a:pt x="207" y="160"/>
                  <a:pt x="209" y="157"/>
                </a:cubicBezTo>
                <a:cubicBezTo>
                  <a:pt x="207" y="157"/>
                  <a:pt x="207" y="157"/>
                  <a:pt x="207" y="157"/>
                </a:cubicBezTo>
                <a:cubicBezTo>
                  <a:pt x="209" y="153"/>
                  <a:pt x="211" y="157"/>
                  <a:pt x="214" y="154"/>
                </a:cubicBezTo>
                <a:cubicBezTo>
                  <a:pt x="214" y="151"/>
                  <a:pt x="219" y="149"/>
                  <a:pt x="216" y="147"/>
                </a:cubicBezTo>
                <a:cubicBezTo>
                  <a:pt x="217" y="148"/>
                  <a:pt x="220" y="147"/>
                  <a:pt x="220" y="144"/>
                </a:cubicBezTo>
                <a:cubicBezTo>
                  <a:pt x="220" y="141"/>
                  <a:pt x="223" y="137"/>
                  <a:pt x="221" y="137"/>
                </a:cubicBezTo>
                <a:cubicBezTo>
                  <a:pt x="220" y="138"/>
                  <a:pt x="220" y="141"/>
                  <a:pt x="218" y="140"/>
                </a:cubicBezTo>
                <a:cubicBezTo>
                  <a:pt x="219" y="138"/>
                  <a:pt x="219" y="138"/>
                  <a:pt x="219" y="138"/>
                </a:cubicBezTo>
                <a:cubicBezTo>
                  <a:pt x="217" y="138"/>
                  <a:pt x="217" y="138"/>
                  <a:pt x="217" y="138"/>
                </a:cubicBezTo>
                <a:cubicBezTo>
                  <a:pt x="218" y="138"/>
                  <a:pt x="217" y="137"/>
                  <a:pt x="215" y="135"/>
                </a:cubicBezTo>
                <a:close/>
                <a:moveTo>
                  <a:pt x="159" y="166"/>
                </a:moveTo>
                <a:cubicBezTo>
                  <a:pt x="159" y="166"/>
                  <a:pt x="159" y="166"/>
                  <a:pt x="159" y="166"/>
                </a:cubicBezTo>
                <a:cubicBezTo>
                  <a:pt x="159" y="166"/>
                  <a:pt x="159" y="166"/>
                  <a:pt x="159" y="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1" name="Freeform 217">
            <a:extLst>
              <a:ext uri="{FF2B5EF4-FFF2-40B4-BE49-F238E27FC236}">
                <a16:creationId xmlns:a16="http://schemas.microsoft.com/office/drawing/2014/main" id="{55957FA1-7E16-4211-8D9B-E3B9027A876F}"/>
              </a:ext>
            </a:extLst>
          </p:cNvPr>
          <p:cNvSpPr>
            <a:spLocks/>
          </p:cNvSpPr>
          <p:nvPr/>
        </p:nvSpPr>
        <p:spPr bwMode="auto">
          <a:xfrm>
            <a:off x="4196418" y="1542146"/>
            <a:ext cx="2216" cy="6647"/>
          </a:xfrm>
          <a:custGeom>
            <a:avLst/>
            <a:gdLst>
              <a:gd name="T0" fmla="*/ 1 w 1"/>
              <a:gd name="T1" fmla="*/ 1 h 3"/>
              <a:gd name="T2" fmla="*/ 0 w 1"/>
              <a:gd name="T3" fmla="*/ 3 h 3"/>
              <a:gd name="T4" fmla="*/ 1 w 1"/>
              <a:gd name="T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">
                <a:moveTo>
                  <a:pt x="1" y="1"/>
                </a:moveTo>
                <a:cubicBezTo>
                  <a:pt x="0" y="0"/>
                  <a:pt x="0" y="2"/>
                  <a:pt x="0" y="3"/>
                </a:cubicBezTo>
                <a:cubicBezTo>
                  <a:pt x="0" y="3"/>
                  <a:pt x="1" y="2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2" name="Freeform 218">
            <a:extLst>
              <a:ext uri="{FF2B5EF4-FFF2-40B4-BE49-F238E27FC236}">
                <a16:creationId xmlns:a16="http://schemas.microsoft.com/office/drawing/2014/main" id="{63C9C3B1-427E-43A6-B440-4F66F2B0B8CA}"/>
              </a:ext>
            </a:extLst>
          </p:cNvPr>
          <p:cNvSpPr>
            <a:spLocks/>
          </p:cNvSpPr>
          <p:nvPr/>
        </p:nvSpPr>
        <p:spPr bwMode="auto">
          <a:xfrm>
            <a:off x="3544995" y="2168088"/>
            <a:ext cx="23266" cy="24373"/>
          </a:xfrm>
          <a:custGeom>
            <a:avLst/>
            <a:gdLst>
              <a:gd name="T0" fmla="*/ 10 w 10"/>
              <a:gd name="T1" fmla="*/ 0 h 11"/>
              <a:gd name="T2" fmla="*/ 0 w 10"/>
              <a:gd name="T3" fmla="*/ 11 h 11"/>
              <a:gd name="T4" fmla="*/ 10 w 10"/>
              <a:gd name="T5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11">
                <a:moveTo>
                  <a:pt x="10" y="0"/>
                </a:moveTo>
                <a:cubicBezTo>
                  <a:pt x="0" y="11"/>
                  <a:pt x="0" y="11"/>
                  <a:pt x="0" y="11"/>
                </a:cubicBezTo>
                <a:cubicBezTo>
                  <a:pt x="3" y="8"/>
                  <a:pt x="6" y="5"/>
                  <a:pt x="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3" name="Freeform 219">
            <a:extLst>
              <a:ext uri="{FF2B5EF4-FFF2-40B4-BE49-F238E27FC236}">
                <a16:creationId xmlns:a16="http://schemas.microsoft.com/office/drawing/2014/main" id="{97A7184F-C555-47E5-B51E-E5F55554237E}"/>
              </a:ext>
            </a:extLst>
          </p:cNvPr>
          <p:cNvSpPr>
            <a:spLocks/>
          </p:cNvSpPr>
          <p:nvPr/>
        </p:nvSpPr>
        <p:spPr bwMode="auto">
          <a:xfrm>
            <a:off x="4125515" y="1616373"/>
            <a:ext cx="15510" cy="22157"/>
          </a:xfrm>
          <a:custGeom>
            <a:avLst/>
            <a:gdLst>
              <a:gd name="T0" fmla="*/ 3 w 7"/>
              <a:gd name="T1" fmla="*/ 10 h 10"/>
              <a:gd name="T2" fmla="*/ 7 w 7"/>
              <a:gd name="T3" fmla="*/ 0 h 10"/>
              <a:gd name="T4" fmla="*/ 0 w 7"/>
              <a:gd name="T5" fmla="*/ 10 h 10"/>
              <a:gd name="T6" fmla="*/ 3 w 7"/>
              <a:gd name="T7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10">
                <a:moveTo>
                  <a:pt x="3" y="10"/>
                </a:moveTo>
                <a:cubicBezTo>
                  <a:pt x="5" y="7"/>
                  <a:pt x="5" y="4"/>
                  <a:pt x="7" y="0"/>
                </a:cubicBezTo>
                <a:cubicBezTo>
                  <a:pt x="2" y="2"/>
                  <a:pt x="5" y="8"/>
                  <a:pt x="0" y="10"/>
                </a:cubicBezTo>
                <a:lnTo>
                  <a:pt x="3" y="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4" name="Freeform 220">
            <a:extLst>
              <a:ext uri="{FF2B5EF4-FFF2-40B4-BE49-F238E27FC236}">
                <a16:creationId xmlns:a16="http://schemas.microsoft.com/office/drawing/2014/main" id="{AD366980-8D1A-4B15-B2ED-4AFD937FF46A}"/>
              </a:ext>
            </a:extLst>
          </p:cNvPr>
          <p:cNvSpPr>
            <a:spLocks/>
          </p:cNvSpPr>
          <p:nvPr/>
        </p:nvSpPr>
        <p:spPr bwMode="auto">
          <a:xfrm>
            <a:off x="4118868" y="1620805"/>
            <a:ext cx="6647" cy="11078"/>
          </a:xfrm>
          <a:custGeom>
            <a:avLst/>
            <a:gdLst>
              <a:gd name="T0" fmla="*/ 0 w 3"/>
              <a:gd name="T1" fmla="*/ 0 h 5"/>
              <a:gd name="T2" fmla="*/ 1 w 3"/>
              <a:gd name="T3" fmla="*/ 5 h 5"/>
              <a:gd name="T4" fmla="*/ 2 w 3"/>
              <a:gd name="T5" fmla="*/ 1 h 5"/>
              <a:gd name="T6" fmla="*/ 0 w 3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5">
                <a:moveTo>
                  <a:pt x="0" y="0"/>
                </a:moveTo>
                <a:cubicBezTo>
                  <a:pt x="2" y="1"/>
                  <a:pt x="0" y="4"/>
                  <a:pt x="1" y="5"/>
                </a:cubicBezTo>
                <a:cubicBezTo>
                  <a:pt x="3" y="3"/>
                  <a:pt x="0" y="2"/>
                  <a:pt x="2" y="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6" name="Freeform 222">
            <a:extLst>
              <a:ext uri="{FF2B5EF4-FFF2-40B4-BE49-F238E27FC236}">
                <a16:creationId xmlns:a16="http://schemas.microsoft.com/office/drawing/2014/main" id="{B77D3117-AB03-49F0-94DC-EBA8196D9F9B}"/>
              </a:ext>
            </a:extLst>
          </p:cNvPr>
          <p:cNvSpPr>
            <a:spLocks/>
          </p:cNvSpPr>
          <p:nvPr/>
        </p:nvSpPr>
        <p:spPr bwMode="auto">
          <a:xfrm>
            <a:off x="4085632" y="1652931"/>
            <a:ext cx="5540" cy="2216"/>
          </a:xfrm>
          <a:custGeom>
            <a:avLst/>
            <a:gdLst>
              <a:gd name="T0" fmla="*/ 5 w 5"/>
              <a:gd name="T1" fmla="*/ 0 h 2"/>
              <a:gd name="T2" fmla="*/ 5 w 5"/>
              <a:gd name="T3" fmla="*/ 0 h 2"/>
              <a:gd name="T4" fmla="*/ 0 w 5"/>
              <a:gd name="T5" fmla="*/ 2 h 2"/>
              <a:gd name="T6" fmla="*/ 5 w 5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2">
                <a:moveTo>
                  <a:pt x="5" y="0"/>
                </a:moveTo>
                <a:lnTo>
                  <a:pt x="5" y="0"/>
                </a:lnTo>
                <a:lnTo>
                  <a:pt x="0" y="2"/>
                </a:lnTo>
                <a:lnTo>
                  <a:pt x="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7" name="Freeform 223">
            <a:extLst>
              <a:ext uri="{FF2B5EF4-FFF2-40B4-BE49-F238E27FC236}">
                <a16:creationId xmlns:a16="http://schemas.microsoft.com/office/drawing/2014/main" id="{E98CCA14-E613-49C1-A4F2-4425D407E435}"/>
              </a:ext>
            </a:extLst>
          </p:cNvPr>
          <p:cNvSpPr>
            <a:spLocks/>
          </p:cNvSpPr>
          <p:nvPr/>
        </p:nvSpPr>
        <p:spPr bwMode="auto">
          <a:xfrm>
            <a:off x="4091171" y="1650715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9" name="Freeform 225">
            <a:extLst>
              <a:ext uri="{FF2B5EF4-FFF2-40B4-BE49-F238E27FC236}">
                <a16:creationId xmlns:a16="http://schemas.microsoft.com/office/drawing/2014/main" id="{0108B10A-9C7A-40BC-8190-B6D1F0969CEF}"/>
              </a:ext>
            </a:extLst>
          </p:cNvPr>
          <p:cNvSpPr>
            <a:spLocks/>
          </p:cNvSpPr>
          <p:nvPr/>
        </p:nvSpPr>
        <p:spPr bwMode="auto">
          <a:xfrm>
            <a:off x="4166506" y="1668442"/>
            <a:ext cx="6647" cy="4432"/>
          </a:xfrm>
          <a:custGeom>
            <a:avLst/>
            <a:gdLst>
              <a:gd name="T0" fmla="*/ 2 w 3"/>
              <a:gd name="T1" fmla="*/ 2 h 2"/>
              <a:gd name="T2" fmla="*/ 3 w 3"/>
              <a:gd name="T3" fmla="*/ 0 h 2"/>
              <a:gd name="T4" fmla="*/ 2 w 3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2" y="2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2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0" name="Freeform 226">
            <a:extLst>
              <a:ext uri="{FF2B5EF4-FFF2-40B4-BE49-F238E27FC236}">
                <a16:creationId xmlns:a16="http://schemas.microsoft.com/office/drawing/2014/main" id="{BBCF0D9E-A7D9-45DF-8FA4-F602A94B440C}"/>
              </a:ext>
            </a:extLst>
          </p:cNvPr>
          <p:cNvSpPr>
            <a:spLocks/>
          </p:cNvSpPr>
          <p:nvPr/>
        </p:nvSpPr>
        <p:spPr bwMode="auto">
          <a:xfrm>
            <a:off x="4067905" y="1670657"/>
            <a:ext cx="2216" cy="5540"/>
          </a:xfrm>
          <a:custGeom>
            <a:avLst/>
            <a:gdLst>
              <a:gd name="T0" fmla="*/ 2 w 2"/>
              <a:gd name="T1" fmla="*/ 0 h 5"/>
              <a:gd name="T2" fmla="*/ 0 w 2"/>
              <a:gd name="T3" fmla="*/ 5 h 5"/>
              <a:gd name="T4" fmla="*/ 0 w 2"/>
              <a:gd name="T5" fmla="*/ 5 h 5"/>
              <a:gd name="T6" fmla="*/ 2 w 2"/>
              <a:gd name="T7" fmla="*/ 0 h 5"/>
              <a:gd name="T8" fmla="*/ 2 w 2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5">
                <a:moveTo>
                  <a:pt x="2" y="0"/>
                </a:moveTo>
                <a:lnTo>
                  <a:pt x="0" y="5"/>
                </a:lnTo>
                <a:lnTo>
                  <a:pt x="0" y="5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1" name="Freeform 227">
            <a:extLst>
              <a:ext uri="{FF2B5EF4-FFF2-40B4-BE49-F238E27FC236}">
                <a16:creationId xmlns:a16="http://schemas.microsoft.com/office/drawing/2014/main" id="{2F404C10-3418-4500-8330-DF77AA9F21AF}"/>
              </a:ext>
            </a:extLst>
          </p:cNvPr>
          <p:cNvSpPr>
            <a:spLocks/>
          </p:cNvSpPr>
          <p:nvPr/>
        </p:nvSpPr>
        <p:spPr bwMode="auto">
          <a:xfrm>
            <a:off x="4157643" y="1702786"/>
            <a:ext cx="8863" cy="7756"/>
          </a:xfrm>
          <a:custGeom>
            <a:avLst/>
            <a:gdLst>
              <a:gd name="T0" fmla="*/ 2 w 4"/>
              <a:gd name="T1" fmla="*/ 0 h 3"/>
              <a:gd name="T2" fmla="*/ 3 w 4"/>
              <a:gd name="T3" fmla="*/ 2 h 3"/>
              <a:gd name="T4" fmla="*/ 2 w 4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3">
                <a:moveTo>
                  <a:pt x="2" y="0"/>
                </a:moveTo>
                <a:cubicBezTo>
                  <a:pt x="4" y="1"/>
                  <a:pt x="0" y="3"/>
                  <a:pt x="3" y="2"/>
                </a:cubicBezTo>
                <a:cubicBezTo>
                  <a:pt x="4" y="1"/>
                  <a:pt x="3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2" name="Freeform 228">
            <a:extLst>
              <a:ext uri="{FF2B5EF4-FFF2-40B4-BE49-F238E27FC236}">
                <a16:creationId xmlns:a16="http://schemas.microsoft.com/office/drawing/2014/main" id="{DA0A2D9E-DD2C-4552-B655-27531B53AA11}"/>
              </a:ext>
            </a:extLst>
          </p:cNvPr>
          <p:cNvSpPr>
            <a:spLocks/>
          </p:cNvSpPr>
          <p:nvPr/>
        </p:nvSpPr>
        <p:spPr bwMode="auto">
          <a:xfrm>
            <a:off x="4102250" y="1721619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3" name="Freeform 229">
            <a:extLst>
              <a:ext uri="{FF2B5EF4-FFF2-40B4-BE49-F238E27FC236}">
                <a16:creationId xmlns:a16="http://schemas.microsoft.com/office/drawing/2014/main" id="{6BCA79E9-8103-4DEF-8FA3-69F75593C166}"/>
              </a:ext>
            </a:extLst>
          </p:cNvPr>
          <p:cNvSpPr>
            <a:spLocks/>
          </p:cNvSpPr>
          <p:nvPr/>
        </p:nvSpPr>
        <p:spPr bwMode="auto">
          <a:xfrm>
            <a:off x="4102250" y="1717188"/>
            <a:ext cx="4432" cy="4432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1"/>
                  <a:pt x="2" y="1"/>
                  <a:pt x="2" y="0"/>
                </a:cubicBezTo>
                <a:cubicBezTo>
                  <a:pt x="0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4" name="Freeform 230">
            <a:extLst>
              <a:ext uri="{FF2B5EF4-FFF2-40B4-BE49-F238E27FC236}">
                <a16:creationId xmlns:a16="http://schemas.microsoft.com/office/drawing/2014/main" id="{22DCF20A-837B-41EF-AF56-11512BF04A7B}"/>
              </a:ext>
            </a:extLst>
          </p:cNvPr>
          <p:cNvSpPr>
            <a:spLocks/>
          </p:cNvSpPr>
          <p:nvPr/>
        </p:nvSpPr>
        <p:spPr bwMode="auto">
          <a:xfrm>
            <a:off x="4085632" y="1730482"/>
            <a:ext cx="5540" cy="9971"/>
          </a:xfrm>
          <a:custGeom>
            <a:avLst/>
            <a:gdLst>
              <a:gd name="T0" fmla="*/ 0 w 2"/>
              <a:gd name="T1" fmla="*/ 3 h 4"/>
              <a:gd name="T2" fmla="*/ 1 w 2"/>
              <a:gd name="T3" fmla="*/ 3 h 4"/>
              <a:gd name="T4" fmla="*/ 1 w 2"/>
              <a:gd name="T5" fmla="*/ 3 h 4"/>
              <a:gd name="T6" fmla="*/ 1 w 2"/>
              <a:gd name="T7" fmla="*/ 1 h 4"/>
              <a:gd name="T8" fmla="*/ 1 w 2"/>
              <a:gd name="T9" fmla="*/ 0 h 4"/>
              <a:gd name="T10" fmla="*/ 1 w 2"/>
              <a:gd name="T11" fmla="*/ 1 h 4"/>
              <a:gd name="T12" fmla="*/ 0 w 2"/>
              <a:gd name="T13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" h="4">
                <a:moveTo>
                  <a:pt x="0" y="3"/>
                </a:moveTo>
                <a:cubicBezTo>
                  <a:pt x="1" y="3"/>
                  <a:pt x="1" y="3"/>
                  <a:pt x="1" y="3"/>
                </a:cubicBezTo>
                <a:cubicBezTo>
                  <a:pt x="1" y="4"/>
                  <a:pt x="1" y="4"/>
                  <a:pt x="1" y="3"/>
                </a:cubicBezTo>
                <a:cubicBezTo>
                  <a:pt x="2" y="2"/>
                  <a:pt x="1" y="2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3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5" name="Freeform 231">
            <a:extLst>
              <a:ext uri="{FF2B5EF4-FFF2-40B4-BE49-F238E27FC236}">
                <a16:creationId xmlns:a16="http://schemas.microsoft.com/office/drawing/2014/main" id="{5E3BEED6-1705-4460-AF19-95AECA24039C}"/>
              </a:ext>
            </a:extLst>
          </p:cNvPr>
          <p:cNvSpPr>
            <a:spLocks/>
          </p:cNvSpPr>
          <p:nvPr/>
        </p:nvSpPr>
        <p:spPr bwMode="auto">
          <a:xfrm>
            <a:off x="3975953" y="1732698"/>
            <a:ext cx="15510" cy="12187"/>
          </a:xfrm>
          <a:custGeom>
            <a:avLst/>
            <a:gdLst>
              <a:gd name="T0" fmla="*/ 0 w 7"/>
              <a:gd name="T1" fmla="*/ 5 h 5"/>
              <a:gd name="T2" fmla="*/ 4 w 7"/>
              <a:gd name="T3" fmla="*/ 5 h 5"/>
              <a:gd name="T4" fmla="*/ 5 w 7"/>
              <a:gd name="T5" fmla="*/ 0 h 5"/>
              <a:gd name="T6" fmla="*/ 0 w 7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5">
                <a:moveTo>
                  <a:pt x="0" y="5"/>
                </a:moveTo>
                <a:cubicBezTo>
                  <a:pt x="3" y="4"/>
                  <a:pt x="3" y="4"/>
                  <a:pt x="4" y="5"/>
                </a:cubicBezTo>
                <a:cubicBezTo>
                  <a:pt x="7" y="3"/>
                  <a:pt x="4" y="2"/>
                  <a:pt x="5" y="0"/>
                </a:cubicBezTo>
                <a:cubicBezTo>
                  <a:pt x="3" y="3"/>
                  <a:pt x="2" y="3"/>
                  <a:pt x="0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6" name="Freeform 232">
            <a:extLst>
              <a:ext uri="{FF2B5EF4-FFF2-40B4-BE49-F238E27FC236}">
                <a16:creationId xmlns:a16="http://schemas.microsoft.com/office/drawing/2014/main" id="{174CE38F-6347-43AC-9527-03428598CED3}"/>
              </a:ext>
            </a:extLst>
          </p:cNvPr>
          <p:cNvSpPr>
            <a:spLocks/>
          </p:cNvSpPr>
          <p:nvPr/>
        </p:nvSpPr>
        <p:spPr bwMode="auto">
          <a:xfrm>
            <a:off x="3987032" y="1730482"/>
            <a:ext cx="2216" cy="2216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7" name="Rectangle 233">
            <a:extLst>
              <a:ext uri="{FF2B5EF4-FFF2-40B4-BE49-F238E27FC236}">
                <a16:creationId xmlns:a16="http://schemas.microsoft.com/office/drawing/2014/main" id="{3850412E-3F54-442A-8927-396BE7F09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162" y="1744885"/>
            <a:ext cx="1109" cy="66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8" name="Freeform 234">
            <a:extLst>
              <a:ext uri="{FF2B5EF4-FFF2-40B4-BE49-F238E27FC236}">
                <a16:creationId xmlns:a16="http://schemas.microsoft.com/office/drawing/2014/main" id="{E411F85C-419B-462F-879D-FB2D1CFEDF22}"/>
              </a:ext>
            </a:extLst>
          </p:cNvPr>
          <p:cNvSpPr>
            <a:spLocks/>
          </p:cNvSpPr>
          <p:nvPr/>
        </p:nvSpPr>
        <p:spPr bwMode="auto">
          <a:xfrm>
            <a:off x="3965983" y="1747101"/>
            <a:ext cx="5540" cy="4432"/>
          </a:xfrm>
          <a:custGeom>
            <a:avLst/>
            <a:gdLst>
              <a:gd name="T0" fmla="*/ 1 w 2"/>
              <a:gd name="T1" fmla="*/ 2 h 2"/>
              <a:gd name="T2" fmla="*/ 2 w 2"/>
              <a:gd name="T3" fmla="*/ 1 h 2"/>
              <a:gd name="T4" fmla="*/ 1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1" y="2"/>
                </a:moveTo>
                <a:cubicBezTo>
                  <a:pt x="1" y="2"/>
                  <a:pt x="2" y="1"/>
                  <a:pt x="2" y="1"/>
                </a:cubicBezTo>
                <a:cubicBezTo>
                  <a:pt x="1" y="0"/>
                  <a:pt x="0" y="2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19" name="Freeform 235">
            <a:extLst>
              <a:ext uri="{FF2B5EF4-FFF2-40B4-BE49-F238E27FC236}">
                <a16:creationId xmlns:a16="http://schemas.microsoft.com/office/drawing/2014/main" id="{4B22BAD3-71DF-4934-88DC-49A06AFBFDF7}"/>
              </a:ext>
            </a:extLst>
          </p:cNvPr>
          <p:cNvSpPr>
            <a:spLocks/>
          </p:cNvSpPr>
          <p:nvPr/>
        </p:nvSpPr>
        <p:spPr bwMode="auto">
          <a:xfrm>
            <a:off x="4031347" y="1774797"/>
            <a:ext cx="6647" cy="6647"/>
          </a:xfrm>
          <a:custGeom>
            <a:avLst/>
            <a:gdLst>
              <a:gd name="T0" fmla="*/ 1 w 3"/>
              <a:gd name="T1" fmla="*/ 2 h 3"/>
              <a:gd name="T2" fmla="*/ 3 w 3"/>
              <a:gd name="T3" fmla="*/ 1 h 3"/>
              <a:gd name="T4" fmla="*/ 1 w 3"/>
              <a:gd name="T5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2"/>
                </a:moveTo>
                <a:cubicBezTo>
                  <a:pt x="1" y="3"/>
                  <a:pt x="2" y="1"/>
                  <a:pt x="3" y="1"/>
                </a:cubicBezTo>
                <a:cubicBezTo>
                  <a:pt x="2" y="2"/>
                  <a:pt x="0" y="0"/>
                  <a:pt x="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0" name="Freeform 236">
            <a:extLst>
              <a:ext uri="{FF2B5EF4-FFF2-40B4-BE49-F238E27FC236}">
                <a16:creationId xmlns:a16="http://schemas.microsoft.com/office/drawing/2014/main" id="{BE63A685-726A-469D-9AF7-287D07C76774}"/>
              </a:ext>
            </a:extLst>
          </p:cNvPr>
          <p:cNvSpPr>
            <a:spLocks/>
          </p:cNvSpPr>
          <p:nvPr/>
        </p:nvSpPr>
        <p:spPr bwMode="auto">
          <a:xfrm>
            <a:off x="3963767" y="1768149"/>
            <a:ext cx="4432" cy="8863"/>
          </a:xfrm>
          <a:custGeom>
            <a:avLst/>
            <a:gdLst>
              <a:gd name="T0" fmla="*/ 0 w 2"/>
              <a:gd name="T1" fmla="*/ 3 h 4"/>
              <a:gd name="T2" fmla="*/ 2 w 2"/>
              <a:gd name="T3" fmla="*/ 4 h 4"/>
              <a:gd name="T4" fmla="*/ 0 w 2"/>
              <a:gd name="T5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0" y="3"/>
                </a:moveTo>
                <a:cubicBezTo>
                  <a:pt x="0" y="3"/>
                  <a:pt x="2" y="3"/>
                  <a:pt x="2" y="4"/>
                </a:cubicBezTo>
                <a:cubicBezTo>
                  <a:pt x="2" y="3"/>
                  <a:pt x="1" y="0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1" name="Freeform 237">
            <a:extLst>
              <a:ext uri="{FF2B5EF4-FFF2-40B4-BE49-F238E27FC236}">
                <a16:creationId xmlns:a16="http://schemas.microsoft.com/office/drawing/2014/main" id="{BA75CC62-C255-49B8-B53D-CD3E4BEACC33}"/>
              </a:ext>
            </a:extLst>
          </p:cNvPr>
          <p:cNvSpPr>
            <a:spLocks/>
          </p:cNvSpPr>
          <p:nvPr/>
        </p:nvSpPr>
        <p:spPr bwMode="auto">
          <a:xfrm>
            <a:off x="4023591" y="1783659"/>
            <a:ext cx="2216" cy="4432"/>
          </a:xfrm>
          <a:custGeom>
            <a:avLst/>
            <a:gdLst>
              <a:gd name="T0" fmla="*/ 0 w 2"/>
              <a:gd name="T1" fmla="*/ 4 h 4"/>
              <a:gd name="T2" fmla="*/ 0 w 2"/>
              <a:gd name="T3" fmla="*/ 4 h 4"/>
              <a:gd name="T4" fmla="*/ 2 w 2"/>
              <a:gd name="T5" fmla="*/ 0 h 4"/>
              <a:gd name="T6" fmla="*/ 0 w 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0" y="4"/>
                </a:moveTo>
                <a:lnTo>
                  <a:pt x="0" y="4"/>
                </a:lnTo>
                <a:lnTo>
                  <a:pt x="2" y="0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2" name="Freeform 238">
            <a:extLst>
              <a:ext uri="{FF2B5EF4-FFF2-40B4-BE49-F238E27FC236}">
                <a16:creationId xmlns:a16="http://schemas.microsoft.com/office/drawing/2014/main" id="{570EE7B5-E744-474F-A3E7-FA4576E3B627}"/>
              </a:ext>
            </a:extLst>
          </p:cNvPr>
          <p:cNvSpPr>
            <a:spLocks/>
          </p:cNvSpPr>
          <p:nvPr/>
        </p:nvSpPr>
        <p:spPr bwMode="auto">
          <a:xfrm>
            <a:off x="4049072" y="1853455"/>
            <a:ext cx="21050" cy="8863"/>
          </a:xfrm>
          <a:custGeom>
            <a:avLst/>
            <a:gdLst>
              <a:gd name="T0" fmla="*/ 9 w 9"/>
              <a:gd name="T1" fmla="*/ 4 h 4"/>
              <a:gd name="T2" fmla="*/ 5 w 9"/>
              <a:gd name="T3" fmla="*/ 0 h 4"/>
              <a:gd name="T4" fmla="*/ 4 w 9"/>
              <a:gd name="T5" fmla="*/ 4 h 4"/>
              <a:gd name="T6" fmla="*/ 9 w 9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" h="4">
                <a:moveTo>
                  <a:pt x="9" y="4"/>
                </a:moveTo>
                <a:cubicBezTo>
                  <a:pt x="9" y="2"/>
                  <a:pt x="3" y="4"/>
                  <a:pt x="5" y="0"/>
                </a:cubicBezTo>
                <a:cubicBezTo>
                  <a:pt x="0" y="2"/>
                  <a:pt x="7" y="2"/>
                  <a:pt x="4" y="4"/>
                </a:cubicBezTo>
                <a:cubicBezTo>
                  <a:pt x="6" y="3"/>
                  <a:pt x="9" y="4"/>
                  <a:pt x="9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3" name="Freeform 239">
            <a:extLst>
              <a:ext uri="{FF2B5EF4-FFF2-40B4-BE49-F238E27FC236}">
                <a16:creationId xmlns:a16="http://schemas.microsoft.com/office/drawing/2014/main" id="{0336B33F-1713-4365-BED0-59D58CE15C43}"/>
              </a:ext>
            </a:extLst>
          </p:cNvPr>
          <p:cNvSpPr>
            <a:spLocks/>
          </p:cNvSpPr>
          <p:nvPr/>
        </p:nvSpPr>
        <p:spPr bwMode="auto">
          <a:xfrm>
            <a:off x="4055720" y="1811356"/>
            <a:ext cx="3324" cy="2216"/>
          </a:xfrm>
          <a:custGeom>
            <a:avLst/>
            <a:gdLst>
              <a:gd name="T0" fmla="*/ 3 w 3"/>
              <a:gd name="T1" fmla="*/ 0 h 2"/>
              <a:gd name="T2" fmla="*/ 0 w 3"/>
              <a:gd name="T3" fmla="*/ 2 h 2"/>
              <a:gd name="T4" fmla="*/ 3 w 3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2">
                <a:moveTo>
                  <a:pt x="3" y="0"/>
                </a:moveTo>
                <a:lnTo>
                  <a:pt x="0" y="2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4" name="Freeform 240">
            <a:extLst>
              <a:ext uri="{FF2B5EF4-FFF2-40B4-BE49-F238E27FC236}">
                <a16:creationId xmlns:a16="http://schemas.microsoft.com/office/drawing/2014/main" id="{B493E6E1-210B-462F-B398-22327690909B}"/>
              </a:ext>
            </a:extLst>
          </p:cNvPr>
          <p:cNvSpPr>
            <a:spLocks/>
          </p:cNvSpPr>
          <p:nvPr/>
        </p:nvSpPr>
        <p:spPr bwMode="auto">
          <a:xfrm>
            <a:off x="3989248" y="1841268"/>
            <a:ext cx="2216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5" name="Freeform 241">
            <a:extLst>
              <a:ext uri="{FF2B5EF4-FFF2-40B4-BE49-F238E27FC236}">
                <a16:creationId xmlns:a16="http://schemas.microsoft.com/office/drawing/2014/main" id="{A3AD7E50-5AF3-4B4D-A1E3-43A135B486BB}"/>
              </a:ext>
            </a:extLst>
          </p:cNvPr>
          <p:cNvSpPr>
            <a:spLocks/>
          </p:cNvSpPr>
          <p:nvPr/>
        </p:nvSpPr>
        <p:spPr bwMode="auto">
          <a:xfrm>
            <a:off x="4033562" y="1822435"/>
            <a:ext cx="11079" cy="18834"/>
          </a:xfrm>
          <a:custGeom>
            <a:avLst/>
            <a:gdLst>
              <a:gd name="T0" fmla="*/ 4 w 5"/>
              <a:gd name="T1" fmla="*/ 4 h 8"/>
              <a:gd name="T2" fmla="*/ 5 w 5"/>
              <a:gd name="T3" fmla="*/ 0 h 8"/>
              <a:gd name="T4" fmla="*/ 2 w 5"/>
              <a:gd name="T5" fmla="*/ 8 h 8"/>
              <a:gd name="T6" fmla="*/ 5 w 5"/>
              <a:gd name="T7" fmla="*/ 4 h 8"/>
              <a:gd name="T8" fmla="*/ 4 w 5"/>
              <a:gd name="T9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8">
                <a:moveTo>
                  <a:pt x="4" y="4"/>
                </a:moveTo>
                <a:cubicBezTo>
                  <a:pt x="5" y="0"/>
                  <a:pt x="5" y="0"/>
                  <a:pt x="5" y="0"/>
                </a:cubicBezTo>
                <a:cubicBezTo>
                  <a:pt x="4" y="3"/>
                  <a:pt x="0" y="7"/>
                  <a:pt x="2" y="8"/>
                </a:cubicBezTo>
                <a:cubicBezTo>
                  <a:pt x="4" y="7"/>
                  <a:pt x="5" y="5"/>
                  <a:pt x="5" y="4"/>
                </a:cubicBezTo>
                <a:lnTo>
                  <a:pt x="4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6" name="Freeform 242">
            <a:extLst>
              <a:ext uri="{FF2B5EF4-FFF2-40B4-BE49-F238E27FC236}">
                <a16:creationId xmlns:a16="http://schemas.microsoft.com/office/drawing/2014/main" id="{127D33A8-3FFD-4E8A-92B3-A1736B94C53A}"/>
              </a:ext>
            </a:extLst>
          </p:cNvPr>
          <p:cNvSpPr>
            <a:spLocks/>
          </p:cNvSpPr>
          <p:nvPr/>
        </p:nvSpPr>
        <p:spPr bwMode="auto">
          <a:xfrm>
            <a:off x="3901726" y="1813573"/>
            <a:ext cx="2216" cy="6647"/>
          </a:xfrm>
          <a:custGeom>
            <a:avLst/>
            <a:gdLst>
              <a:gd name="T0" fmla="*/ 1 w 1"/>
              <a:gd name="T1" fmla="*/ 1 h 3"/>
              <a:gd name="T2" fmla="*/ 1 w 1"/>
              <a:gd name="T3" fmla="*/ 0 h 3"/>
              <a:gd name="T4" fmla="*/ 0 w 1"/>
              <a:gd name="T5" fmla="*/ 1 h 3"/>
              <a:gd name="T6" fmla="*/ 1 w 1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3">
                <a:moveTo>
                  <a:pt x="1" y="1"/>
                </a:move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3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7" name="Freeform 243">
            <a:extLst>
              <a:ext uri="{FF2B5EF4-FFF2-40B4-BE49-F238E27FC236}">
                <a16:creationId xmlns:a16="http://schemas.microsoft.com/office/drawing/2014/main" id="{7E2DD471-7D4B-4103-AA6A-C52B8A5BB1CE}"/>
              </a:ext>
            </a:extLst>
          </p:cNvPr>
          <p:cNvSpPr>
            <a:spLocks/>
          </p:cNvSpPr>
          <p:nvPr/>
        </p:nvSpPr>
        <p:spPr bwMode="auto">
          <a:xfrm>
            <a:off x="3899511" y="1815788"/>
            <a:ext cx="2216" cy="0"/>
          </a:xfrm>
          <a:custGeom>
            <a:avLst/>
            <a:gdLst>
              <a:gd name="T0" fmla="*/ 0 w 2"/>
              <a:gd name="T1" fmla="*/ 2 w 2"/>
              <a:gd name="T2" fmla="*/ 0 w 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">
                <a:moveTo>
                  <a:pt x="0" y="0"/>
                </a:move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8" name="Freeform 244">
            <a:extLst>
              <a:ext uri="{FF2B5EF4-FFF2-40B4-BE49-F238E27FC236}">
                <a16:creationId xmlns:a16="http://schemas.microsoft.com/office/drawing/2014/main" id="{065E265E-9248-4B41-B808-82A06B178369}"/>
              </a:ext>
            </a:extLst>
          </p:cNvPr>
          <p:cNvSpPr>
            <a:spLocks/>
          </p:cNvSpPr>
          <p:nvPr/>
        </p:nvSpPr>
        <p:spPr bwMode="auto">
          <a:xfrm>
            <a:off x="3995895" y="1824651"/>
            <a:ext cx="7756" cy="7756"/>
          </a:xfrm>
          <a:custGeom>
            <a:avLst/>
            <a:gdLst>
              <a:gd name="T0" fmla="*/ 1 w 3"/>
              <a:gd name="T1" fmla="*/ 3 h 3"/>
              <a:gd name="T2" fmla="*/ 3 w 3"/>
              <a:gd name="T3" fmla="*/ 0 h 3"/>
              <a:gd name="T4" fmla="*/ 1 w 3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3"/>
                </a:moveTo>
                <a:cubicBezTo>
                  <a:pt x="2" y="2"/>
                  <a:pt x="2" y="1"/>
                  <a:pt x="3" y="0"/>
                </a:cubicBezTo>
                <a:cubicBezTo>
                  <a:pt x="2" y="0"/>
                  <a:pt x="0" y="2"/>
                  <a:pt x="1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29" name="Freeform 245">
            <a:extLst>
              <a:ext uri="{FF2B5EF4-FFF2-40B4-BE49-F238E27FC236}">
                <a16:creationId xmlns:a16="http://schemas.microsoft.com/office/drawing/2014/main" id="{47F93EE4-73EA-42D2-BF63-F6553194DB3A}"/>
              </a:ext>
            </a:extLst>
          </p:cNvPr>
          <p:cNvSpPr>
            <a:spLocks/>
          </p:cNvSpPr>
          <p:nvPr/>
        </p:nvSpPr>
        <p:spPr bwMode="auto">
          <a:xfrm>
            <a:off x="3892864" y="1834621"/>
            <a:ext cx="4432" cy="4432"/>
          </a:xfrm>
          <a:custGeom>
            <a:avLst/>
            <a:gdLst>
              <a:gd name="T0" fmla="*/ 0 w 4"/>
              <a:gd name="T1" fmla="*/ 4 h 4"/>
              <a:gd name="T2" fmla="*/ 4 w 4"/>
              <a:gd name="T3" fmla="*/ 0 h 4"/>
              <a:gd name="T4" fmla="*/ 0 w 4"/>
              <a:gd name="T5" fmla="*/ 4 h 4"/>
              <a:gd name="T6" fmla="*/ 0 w 4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4">
                <a:moveTo>
                  <a:pt x="0" y="4"/>
                </a:moveTo>
                <a:lnTo>
                  <a:pt x="4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0" name="Freeform 246">
            <a:extLst>
              <a:ext uri="{FF2B5EF4-FFF2-40B4-BE49-F238E27FC236}">
                <a16:creationId xmlns:a16="http://schemas.microsoft.com/office/drawing/2014/main" id="{2D28EF56-D115-41D8-B45B-439AB819004C}"/>
              </a:ext>
            </a:extLst>
          </p:cNvPr>
          <p:cNvSpPr>
            <a:spLocks/>
          </p:cNvSpPr>
          <p:nvPr/>
        </p:nvSpPr>
        <p:spPr bwMode="auto">
          <a:xfrm>
            <a:off x="3865167" y="1850131"/>
            <a:ext cx="2216" cy="4432"/>
          </a:xfrm>
          <a:custGeom>
            <a:avLst/>
            <a:gdLst>
              <a:gd name="T0" fmla="*/ 2 w 2"/>
              <a:gd name="T1" fmla="*/ 0 h 4"/>
              <a:gd name="T2" fmla="*/ 2 w 2"/>
              <a:gd name="T3" fmla="*/ 0 h 4"/>
              <a:gd name="T4" fmla="*/ 0 w 2"/>
              <a:gd name="T5" fmla="*/ 4 h 4"/>
              <a:gd name="T6" fmla="*/ 2 w 2"/>
              <a:gd name="T7" fmla="*/ 4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2" y="0"/>
                </a:lnTo>
                <a:lnTo>
                  <a:pt x="0" y="4"/>
                </a:lnTo>
                <a:lnTo>
                  <a:pt x="2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1" name="Freeform 247">
            <a:extLst>
              <a:ext uri="{FF2B5EF4-FFF2-40B4-BE49-F238E27FC236}">
                <a16:creationId xmlns:a16="http://schemas.microsoft.com/office/drawing/2014/main" id="{6D61924F-D33B-49E8-B81B-6861C500242F}"/>
              </a:ext>
            </a:extLst>
          </p:cNvPr>
          <p:cNvSpPr>
            <a:spLocks/>
          </p:cNvSpPr>
          <p:nvPr/>
        </p:nvSpPr>
        <p:spPr bwMode="auto">
          <a:xfrm>
            <a:off x="3971523" y="1903309"/>
            <a:ext cx="6647" cy="6647"/>
          </a:xfrm>
          <a:custGeom>
            <a:avLst/>
            <a:gdLst>
              <a:gd name="T0" fmla="*/ 2 w 3"/>
              <a:gd name="T1" fmla="*/ 3 h 3"/>
              <a:gd name="T2" fmla="*/ 2 w 3"/>
              <a:gd name="T3" fmla="*/ 0 h 3"/>
              <a:gd name="T4" fmla="*/ 0 w 3"/>
              <a:gd name="T5" fmla="*/ 2 h 3"/>
              <a:gd name="T6" fmla="*/ 2 w 3"/>
              <a:gd name="T7" fmla="*/ 0 h 3"/>
              <a:gd name="T8" fmla="*/ 2 w 3"/>
              <a:gd name="T9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" h="3">
                <a:moveTo>
                  <a:pt x="2" y="3"/>
                </a:moveTo>
                <a:cubicBezTo>
                  <a:pt x="3" y="2"/>
                  <a:pt x="2" y="0"/>
                  <a:pt x="2" y="0"/>
                </a:cubicBezTo>
                <a:cubicBezTo>
                  <a:pt x="0" y="2"/>
                  <a:pt x="0" y="2"/>
                  <a:pt x="0" y="2"/>
                </a:cubicBezTo>
                <a:cubicBezTo>
                  <a:pt x="2" y="3"/>
                  <a:pt x="0" y="1"/>
                  <a:pt x="2" y="0"/>
                </a:cubicBezTo>
                <a:lnTo>
                  <a:pt x="2" y="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2" name="Freeform 248">
            <a:extLst>
              <a:ext uri="{FF2B5EF4-FFF2-40B4-BE49-F238E27FC236}">
                <a16:creationId xmlns:a16="http://schemas.microsoft.com/office/drawing/2014/main" id="{B22D4E6E-D822-4C25-863D-2ADFB4226FC6}"/>
              </a:ext>
            </a:extLst>
          </p:cNvPr>
          <p:cNvSpPr>
            <a:spLocks/>
          </p:cNvSpPr>
          <p:nvPr/>
        </p:nvSpPr>
        <p:spPr bwMode="auto">
          <a:xfrm>
            <a:off x="3664644" y="1958702"/>
            <a:ext cx="96385" cy="103031"/>
          </a:xfrm>
          <a:custGeom>
            <a:avLst/>
            <a:gdLst>
              <a:gd name="T0" fmla="*/ 33 w 42"/>
              <a:gd name="T1" fmla="*/ 13 h 45"/>
              <a:gd name="T2" fmla="*/ 36 w 42"/>
              <a:gd name="T3" fmla="*/ 11 h 45"/>
              <a:gd name="T4" fmla="*/ 37 w 42"/>
              <a:gd name="T5" fmla="*/ 13 h 45"/>
              <a:gd name="T6" fmla="*/ 37 w 42"/>
              <a:gd name="T7" fmla="*/ 9 h 45"/>
              <a:gd name="T8" fmla="*/ 37 w 42"/>
              <a:gd name="T9" fmla="*/ 16 h 45"/>
              <a:gd name="T10" fmla="*/ 42 w 42"/>
              <a:gd name="T11" fmla="*/ 9 h 45"/>
              <a:gd name="T12" fmla="*/ 39 w 42"/>
              <a:gd name="T13" fmla="*/ 9 h 45"/>
              <a:gd name="T14" fmla="*/ 42 w 42"/>
              <a:gd name="T15" fmla="*/ 4 h 45"/>
              <a:gd name="T16" fmla="*/ 41 w 42"/>
              <a:gd name="T17" fmla="*/ 1 h 45"/>
              <a:gd name="T18" fmla="*/ 41 w 42"/>
              <a:gd name="T19" fmla="*/ 1 h 45"/>
              <a:gd name="T20" fmla="*/ 41 w 42"/>
              <a:gd name="T21" fmla="*/ 0 h 45"/>
              <a:gd name="T22" fmla="*/ 41 w 42"/>
              <a:gd name="T23" fmla="*/ 0 h 45"/>
              <a:gd name="T24" fmla="*/ 40 w 42"/>
              <a:gd name="T25" fmla="*/ 0 h 45"/>
              <a:gd name="T26" fmla="*/ 35 w 42"/>
              <a:gd name="T27" fmla="*/ 3 h 45"/>
              <a:gd name="T28" fmla="*/ 32 w 42"/>
              <a:gd name="T29" fmla="*/ 9 h 45"/>
              <a:gd name="T30" fmla="*/ 31 w 42"/>
              <a:gd name="T31" fmla="*/ 10 h 45"/>
              <a:gd name="T32" fmla="*/ 30 w 42"/>
              <a:gd name="T33" fmla="*/ 11 h 45"/>
              <a:gd name="T34" fmla="*/ 30 w 42"/>
              <a:gd name="T35" fmla="*/ 9 h 45"/>
              <a:gd name="T36" fmla="*/ 28 w 42"/>
              <a:gd name="T37" fmla="*/ 13 h 45"/>
              <a:gd name="T38" fmla="*/ 23 w 42"/>
              <a:gd name="T39" fmla="*/ 18 h 45"/>
              <a:gd name="T40" fmla="*/ 22 w 42"/>
              <a:gd name="T41" fmla="*/ 18 h 45"/>
              <a:gd name="T42" fmla="*/ 23 w 42"/>
              <a:gd name="T43" fmla="*/ 19 h 45"/>
              <a:gd name="T44" fmla="*/ 0 w 42"/>
              <a:gd name="T45" fmla="*/ 41 h 45"/>
              <a:gd name="T46" fmla="*/ 4 w 42"/>
              <a:gd name="T47" fmla="*/ 39 h 45"/>
              <a:gd name="T48" fmla="*/ 8 w 42"/>
              <a:gd name="T49" fmla="*/ 40 h 45"/>
              <a:gd name="T50" fmla="*/ 5 w 42"/>
              <a:gd name="T51" fmla="*/ 42 h 45"/>
              <a:gd name="T52" fmla="*/ 9 w 42"/>
              <a:gd name="T53" fmla="*/ 45 h 45"/>
              <a:gd name="T54" fmla="*/ 12 w 42"/>
              <a:gd name="T55" fmla="*/ 36 h 45"/>
              <a:gd name="T56" fmla="*/ 15 w 42"/>
              <a:gd name="T57" fmla="*/ 37 h 45"/>
              <a:gd name="T58" fmla="*/ 15 w 42"/>
              <a:gd name="T59" fmla="*/ 38 h 45"/>
              <a:gd name="T60" fmla="*/ 18 w 42"/>
              <a:gd name="T61" fmla="*/ 33 h 45"/>
              <a:gd name="T62" fmla="*/ 20 w 42"/>
              <a:gd name="T63" fmla="*/ 35 h 45"/>
              <a:gd name="T64" fmla="*/ 24 w 42"/>
              <a:gd name="T65" fmla="*/ 28 h 45"/>
              <a:gd name="T66" fmla="*/ 24 w 42"/>
              <a:gd name="T67" fmla="*/ 28 h 45"/>
              <a:gd name="T68" fmla="*/ 30 w 42"/>
              <a:gd name="T69" fmla="*/ 20 h 45"/>
              <a:gd name="T70" fmla="*/ 29 w 42"/>
              <a:gd name="T71" fmla="*/ 24 h 45"/>
              <a:gd name="T72" fmla="*/ 31 w 42"/>
              <a:gd name="T73" fmla="*/ 20 h 45"/>
              <a:gd name="T74" fmla="*/ 32 w 42"/>
              <a:gd name="T75" fmla="*/ 23 h 45"/>
              <a:gd name="T76" fmla="*/ 35 w 42"/>
              <a:gd name="T77" fmla="*/ 15 h 45"/>
              <a:gd name="T78" fmla="*/ 33 w 42"/>
              <a:gd name="T79" fmla="*/ 1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2" h="45">
                <a:moveTo>
                  <a:pt x="33" y="13"/>
                </a:moveTo>
                <a:cubicBezTo>
                  <a:pt x="32" y="12"/>
                  <a:pt x="35" y="10"/>
                  <a:pt x="36" y="11"/>
                </a:cubicBezTo>
                <a:cubicBezTo>
                  <a:pt x="37" y="12"/>
                  <a:pt x="36" y="13"/>
                  <a:pt x="37" y="13"/>
                </a:cubicBezTo>
                <a:cubicBezTo>
                  <a:pt x="37" y="9"/>
                  <a:pt x="37" y="9"/>
                  <a:pt x="37" y="9"/>
                </a:cubicBezTo>
                <a:cubicBezTo>
                  <a:pt x="41" y="8"/>
                  <a:pt x="38" y="14"/>
                  <a:pt x="37" y="16"/>
                </a:cubicBezTo>
                <a:cubicBezTo>
                  <a:pt x="40" y="14"/>
                  <a:pt x="39" y="11"/>
                  <a:pt x="42" y="9"/>
                </a:cubicBezTo>
                <a:cubicBezTo>
                  <a:pt x="41" y="9"/>
                  <a:pt x="40" y="9"/>
                  <a:pt x="39" y="9"/>
                </a:cubicBezTo>
                <a:cubicBezTo>
                  <a:pt x="37" y="7"/>
                  <a:pt x="41" y="6"/>
                  <a:pt x="42" y="4"/>
                </a:cubicBezTo>
                <a:cubicBezTo>
                  <a:pt x="41" y="4"/>
                  <a:pt x="41" y="3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2"/>
                  <a:pt x="36" y="2"/>
                  <a:pt x="35" y="3"/>
                </a:cubicBezTo>
                <a:cubicBezTo>
                  <a:pt x="39" y="4"/>
                  <a:pt x="32" y="7"/>
                  <a:pt x="32" y="9"/>
                </a:cubicBezTo>
                <a:cubicBezTo>
                  <a:pt x="31" y="10"/>
                  <a:pt x="31" y="10"/>
                  <a:pt x="31" y="10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0"/>
                  <a:pt x="30" y="9"/>
                </a:cubicBezTo>
                <a:cubicBezTo>
                  <a:pt x="30" y="10"/>
                  <a:pt x="27" y="12"/>
                  <a:pt x="28" y="13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9"/>
                  <a:pt x="23" y="19"/>
                  <a:pt x="23" y="19"/>
                </a:cubicBezTo>
                <a:cubicBezTo>
                  <a:pt x="0" y="41"/>
                  <a:pt x="0" y="41"/>
                  <a:pt x="0" y="41"/>
                </a:cubicBezTo>
                <a:cubicBezTo>
                  <a:pt x="1" y="40"/>
                  <a:pt x="3" y="40"/>
                  <a:pt x="4" y="39"/>
                </a:cubicBezTo>
                <a:cubicBezTo>
                  <a:pt x="5" y="43"/>
                  <a:pt x="7" y="38"/>
                  <a:pt x="8" y="40"/>
                </a:cubicBezTo>
                <a:cubicBezTo>
                  <a:pt x="8" y="41"/>
                  <a:pt x="6" y="42"/>
                  <a:pt x="5" y="42"/>
                </a:cubicBezTo>
                <a:cubicBezTo>
                  <a:pt x="6" y="44"/>
                  <a:pt x="8" y="43"/>
                  <a:pt x="9" y="45"/>
                </a:cubicBezTo>
                <a:cubicBezTo>
                  <a:pt x="12" y="43"/>
                  <a:pt x="9" y="38"/>
                  <a:pt x="12" y="36"/>
                </a:cubicBezTo>
                <a:cubicBezTo>
                  <a:pt x="13" y="37"/>
                  <a:pt x="13" y="39"/>
                  <a:pt x="15" y="37"/>
                </a:cubicBezTo>
                <a:cubicBezTo>
                  <a:pt x="15" y="38"/>
                  <a:pt x="15" y="38"/>
                  <a:pt x="15" y="38"/>
                </a:cubicBezTo>
                <a:cubicBezTo>
                  <a:pt x="16" y="34"/>
                  <a:pt x="19" y="38"/>
                  <a:pt x="18" y="33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32"/>
                  <a:pt x="22" y="30"/>
                  <a:pt x="24" y="28"/>
                </a:cubicBezTo>
                <a:cubicBezTo>
                  <a:pt x="24" y="28"/>
                  <a:pt x="24" y="28"/>
                  <a:pt x="24" y="28"/>
                </a:cubicBezTo>
                <a:cubicBezTo>
                  <a:pt x="26" y="23"/>
                  <a:pt x="26" y="26"/>
                  <a:pt x="30" y="20"/>
                </a:cubicBezTo>
                <a:cubicBezTo>
                  <a:pt x="29" y="24"/>
                  <a:pt x="29" y="24"/>
                  <a:pt x="29" y="24"/>
                </a:cubicBezTo>
                <a:cubicBezTo>
                  <a:pt x="32" y="23"/>
                  <a:pt x="30" y="21"/>
                  <a:pt x="31" y="20"/>
                </a:cubicBezTo>
                <a:cubicBezTo>
                  <a:pt x="32" y="21"/>
                  <a:pt x="33" y="21"/>
                  <a:pt x="32" y="23"/>
                </a:cubicBezTo>
                <a:cubicBezTo>
                  <a:pt x="35" y="15"/>
                  <a:pt x="35" y="15"/>
                  <a:pt x="35" y="15"/>
                </a:cubicBezTo>
                <a:cubicBezTo>
                  <a:pt x="35" y="12"/>
                  <a:pt x="34" y="14"/>
                  <a:pt x="33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3" name="Freeform 249">
            <a:extLst>
              <a:ext uri="{FF2B5EF4-FFF2-40B4-BE49-F238E27FC236}">
                <a16:creationId xmlns:a16="http://schemas.microsoft.com/office/drawing/2014/main" id="{9D14A8F8-A266-4E11-B5E5-D4440FCE69AC}"/>
              </a:ext>
            </a:extLst>
          </p:cNvPr>
          <p:cNvSpPr>
            <a:spLocks/>
          </p:cNvSpPr>
          <p:nvPr/>
        </p:nvSpPr>
        <p:spPr bwMode="auto">
          <a:xfrm>
            <a:off x="3761028" y="1976427"/>
            <a:ext cx="3324" cy="2216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4" name="Freeform 250">
            <a:extLst>
              <a:ext uri="{FF2B5EF4-FFF2-40B4-BE49-F238E27FC236}">
                <a16:creationId xmlns:a16="http://schemas.microsoft.com/office/drawing/2014/main" id="{D9C78B11-8CF3-46F6-B9B6-829CA624D25F}"/>
              </a:ext>
            </a:extLst>
          </p:cNvPr>
          <p:cNvSpPr>
            <a:spLocks/>
          </p:cNvSpPr>
          <p:nvPr/>
        </p:nvSpPr>
        <p:spPr bwMode="auto">
          <a:xfrm>
            <a:off x="3662428" y="2052870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0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0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5" name="Freeform 251">
            <a:extLst>
              <a:ext uri="{FF2B5EF4-FFF2-40B4-BE49-F238E27FC236}">
                <a16:creationId xmlns:a16="http://schemas.microsoft.com/office/drawing/2014/main" id="{342F6860-5F47-4000-814E-44325492C6E2}"/>
              </a:ext>
            </a:extLst>
          </p:cNvPr>
          <p:cNvSpPr>
            <a:spLocks/>
          </p:cNvSpPr>
          <p:nvPr/>
        </p:nvSpPr>
        <p:spPr bwMode="auto">
          <a:xfrm>
            <a:off x="3764352" y="1946516"/>
            <a:ext cx="8863" cy="12187"/>
          </a:xfrm>
          <a:custGeom>
            <a:avLst/>
            <a:gdLst>
              <a:gd name="T0" fmla="*/ 4 w 4"/>
              <a:gd name="T1" fmla="*/ 2 h 5"/>
              <a:gd name="T2" fmla="*/ 3 w 4"/>
              <a:gd name="T3" fmla="*/ 0 h 5"/>
              <a:gd name="T4" fmla="*/ 0 w 4"/>
              <a:gd name="T5" fmla="*/ 3 h 5"/>
              <a:gd name="T6" fmla="*/ 1 w 4"/>
              <a:gd name="T7" fmla="*/ 5 h 5"/>
              <a:gd name="T8" fmla="*/ 4 w 4"/>
              <a:gd name="T9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4" y="2"/>
                </a:moveTo>
                <a:cubicBezTo>
                  <a:pt x="2" y="3"/>
                  <a:pt x="4" y="1"/>
                  <a:pt x="3" y="0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1" y="5"/>
                </a:cubicBez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6" name="Freeform 252">
            <a:extLst>
              <a:ext uri="{FF2B5EF4-FFF2-40B4-BE49-F238E27FC236}">
                <a16:creationId xmlns:a16="http://schemas.microsoft.com/office/drawing/2014/main" id="{3A4D004C-76AE-4DFC-A3A0-3CF73A01FAD0}"/>
              </a:ext>
            </a:extLst>
          </p:cNvPr>
          <p:cNvSpPr>
            <a:spLocks/>
          </p:cNvSpPr>
          <p:nvPr/>
        </p:nvSpPr>
        <p:spPr bwMode="auto">
          <a:xfrm>
            <a:off x="3758812" y="1954270"/>
            <a:ext cx="5540" cy="4432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0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7" name="Freeform 253">
            <a:extLst>
              <a:ext uri="{FF2B5EF4-FFF2-40B4-BE49-F238E27FC236}">
                <a16:creationId xmlns:a16="http://schemas.microsoft.com/office/drawing/2014/main" id="{03E51268-C96B-4F9E-B252-76351D003A6A}"/>
              </a:ext>
            </a:extLst>
          </p:cNvPr>
          <p:cNvSpPr>
            <a:spLocks/>
          </p:cNvSpPr>
          <p:nvPr/>
        </p:nvSpPr>
        <p:spPr bwMode="auto">
          <a:xfrm>
            <a:off x="3828607" y="2025174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0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0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8" name="Freeform 254">
            <a:extLst>
              <a:ext uri="{FF2B5EF4-FFF2-40B4-BE49-F238E27FC236}">
                <a16:creationId xmlns:a16="http://schemas.microsoft.com/office/drawing/2014/main" id="{01AE681F-F218-46B8-A0C8-628022558698}"/>
              </a:ext>
            </a:extLst>
          </p:cNvPr>
          <p:cNvSpPr>
            <a:spLocks/>
          </p:cNvSpPr>
          <p:nvPr/>
        </p:nvSpPr>
        <p:spPr bwMode="auto">
          <a:xfrm>
            <a:off x="3803127" y="2034037"/>
            <a:ext cx="4432" cy="6647"/>
          </a:xfrm>
          <a:custGeom>
            <a:avLst/>
            <a:gdLst>
              <a:gd name="T0" fmla="*/ 0 w 2"/>
              <a:gd name="T1" fmla="*/ 3 h 3"/>
              <a:gd name="T2" fmla="*/ 2 w 2"/>
              <a:gd name="T3" fmla="*/ 0 h 3"/>
              <a:gd name="T4" fmla="*/ 0 w 2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3">
                <a:moveTo>
                  <a:pt x="0" y="3"/>
                </a:moveTo>
                <a:cubicBezTo>
                  <a:pt x="1" y="3"/>
                  <a:pt x="2" y="1"/>
                  <a:pt x="2" y="0"/>
                </a:cubicBezTo>
                <a:cubicBezTo>
                  <a:pt x="1" y="2"/>
                  <a:pt x="1" y="1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9" name="Freeform 255">
            <a:extLst>
              <a:ext uri="{FF2B5EF4-FFF2-40B4-BE49-F238E27FC236}">
                <a16:creationId xmlns:a16="http://schemas.microsoft.com/office/drawing/2014/main" id="{70E3D17E-B01B-4FD5-85EB-831670863B68}"/>
              </a:ext>
            </a:extLst>
          </p:cNvPr>
          <p:cNvSpPr>
            <a:spLocks/>
          </p:cNvSpPr>
          <p:nvPr/>
        </p:nvSpPr>
        <p:spPr bwMode="auto">
          <a:xfrm>
            <a:off x="3826392" y="2057302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0" name="Freeform 256">
            <a:extLst>
              <a:ext uri="{FF2B5EF4-FFF2-40B4-BE49-F238E27FC236}">
                <a16:creationId xmlns:a16="http://schemas.microsoft.com/office/drawing/2014/main" id="{2DBB7A97-FB70-4369-97C1-1C7399350D2F}"/>
              </a:ext>
            </a:extLst>
          </p:cNvPr>
          <p:cNvSpPr>
            <a:spLocks/>
          </p:cNvSpPr>
          <p:nvPr/>
        </p:nvSpPr>
        <p:spPr bwMode="auto">
          <a:xfrm>
            <a:off x="3646917" y="2096077"/>
            <a:ext cx="2216" cy="2216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1" name="Freeform 257">
            <a:extLst>
              <a:ext uri="{FF2B5EF4-FFF2-40B4-BE49-F238E27FC236}">
                <a16:creationId xmlns:a16="http://schemas.microsoft.com/office/drawing/2014/main" id="{CA7E63E7-628D-46A8-B7C7-3C86481F48F9}"/>
              </a:ext>
            </a:extLst>
          </p:cNvPr>
          <p:cNvSpPr>
            <a:spLocks/>
          </p:cNvSpPr>
          <p:nvPr/>
        </p:nvSpPr>
        <p:spPr bwMode="auto">
          <a:xfrm>
            <a:off x="3613682" y="2052871"/>
            <a:ext cx="63149" cy="64256"/>
          </a:xfrm>
          <a:custGeom>
            <a:avLst/>
            <a:gdLst>
              <a:gd name="T0" fmla="*/ 26 w 27"/>
              <a:gd name="T1" fmla="*/ 5 h 28"/>
              <a:gd name="T2" fmla="*/ 24 w 27"/>
              <a:gd name="T3" fmla="*/ 0 h 28"/>
              <a:gd name="T4" fmla="*/ 23 w 27"/>
              <a:gd name="T5" fmla="*/ 3 h 28"/>
              <a:gd name="T6" fmla="*/ 22 w 27"/>
              <a:gd name="T7" fmla="*/ 2 h 28"/>
              <a:gd name="T8" fmla="*/ 20 w 27"/>
              <a:gd name="T9" fmla="*/ 5 h 28"/>
              <a:gd name="T10" fmla="*/ 23 w 27"/>
              <a:gd name="T11" fmla="*/ 6 h 28"/>
              <a:gd name="T12" fmla="*/ 17 w 27"/>
              <a:gd name="T13" fmla="*/ 7 h 28"/>
              <a:gd name="T14" fmla="*/ 14 w 27"/>
              <a:gd name="T15" fmla="*/ 11 h 28"/>
              <a:gd name="T16" fmla="*/ 14 w 27"/>
              <a:gd name="T17" fmla="*/ 10 h 28"/>
              <a:gd name="T18" fmla="*/ 13 w 27"/>
              <a:gd name="T19" fmla="*/ 11 h 28"/>
              <a:gd name="T20" fmla="*/ 2 w 27"/>
              <a:gd name="T21" fmla="*/ 24 h 28"/>
              <a:gd name="T22" fmla="*/ 5 w 27"/>
              <a:gd name="T23" fmla="*/ 28 h 28"/>
              <a:gd name="T24" fmla="*/ 10 w 27"/>
              <a:gd name="T25" fmla="*/ 20 h 28"/>
              <a:gd name="T26" fmla="*/ 12 w 27"/>
              <a:gd name="T27" fmla="*/ 21 h 28"/>
              <a:gd name="T28" fmla="*/ 12 w 27"/>
              <a:gd name="T29" fmla="*/ 18 h 28"/>
              <a:gd name="T30" fmla="*/ 10 w 27"/>
              <a:gd name="T31" fmla="*/ 19 h 28"/>
              <a:gd name="T32" fmla="*/ 17 w 27"/>
              <a:gd name="T33" fmla="*/ 11 h 28"/>
              <a:gd name="T34" fmla="*/ 13 w 27"/>
              <a:gd name="T35" fmla="*/ 18 h 28"/>
              <a:gd name="T36" fmla="*/ 15 w 27"/>
              <a:gd name="T37" fmla="*/ 19 h 28"/>
              <a:gd name="T38" fmla="*/ 26 w 27"/>
              <a:gd name="T39" fmla="*/ 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7" h="28">
                <a:moveTo>
                  <a:pt x="26" y="5"/>
                </a:moveTo>
                <a:cubicBezTo>
                  <a:pt x="21" y="7"/>
                  <a:pt x="27" y="1"/>
                  <a:pt x="24" y="0"/>
                </a:cubicBezTo>
                <a:cubicBezTo>
                  <a:pt x="23" y="3"/>
                  <a:pt x="23" y="3"/>
                  <a:pt x="23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0" y="5"/>
                  <a:pt x="20" y="5"/>
                  <a:pt x="20" y="5"/>
                </a:cubicBezTo>
                <a:cubicBezTo>
                  <a:pt x="22" y="5"/>
                  <a:pt x="22" y="5"/>
                  <a:pt x="23" y="6"/>
                </a:cubicBezTo>
                <a:cubicBezTo>
                  <a:pt x="19" y="9"/>
                  <a:pt x="21" y="6"/>
                  <a:pt x="17" y="7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0"/>
                  <a:pt x="14" y="10"/>
                  <a:pt x="14" y="10"/>
                </a:cubicBezTo>
                <a:cubicBezTo>
                  <a:pt x="13" y="11"/>
                  <a:pt x="13" y="11"/>
                  <a:pt x="13" y="11"/>
                </a:cubicBezTo>
                <a:cubicBezTo>
                  <a:pt x="2" y="24"/>
                  <a:pt x="2" y="24"/>
                  <a:pt x="2" y="24"/>
                </a:cubicBezTo>
                <a:cubicBezTo>
                  <a:pt x="0" y="27"/>
                  <a:pt x="5" y="24"/>
                  <a:pt x="5" y="28"/>
                </a:cubicBezTo>
                <a:cubicBezTo>
                  <a:pt x="7" y="25"/>
                  <a:pt x="12" y="22"/>
                  <a:pt x="10" y="20"/>
                </a:cubicBezTo>
                <a:cubicBezTo>
                  <a:pt x="11" y="20"/>
                  <a:pt x="11" y="21"/>
                  <a:pt x="12" y="21"/>
                </a:cubicBezTo>
                <a:cubicBezTo>
                  <a:pt x="12" y="18"/>
                  <a:pt x="12" y="18"/>
                  <a:pt x="12" y="18"/>
                </a:cubicBezTo>
                <a:cubicBezTo>
                  <a:pt x="10" y="19"/>
                  <a:pt x="10" y="19"/>
                  <a:pt x="10" y="19"/>
                </a:cubicBezTo>
                <a:cubicBezTo>
                  <a:pt x="9" y="15"/>
                  <a:pt x="15" y="11"/>
                  <a:pt x="17" y="11"/>
                </a:cubicBezTo>
                <a:cubicBezTo>
                  <a:pt x="14" y="14"/>
                  <a:pt x="18" y="15"/>
                  <a:pt x="13" y="18"/>
                </a:cubicBezTo>
                <a:cubicBezTo>
                  <a:pt x="14" y="18"/>
                  <a:pt x="15" y="18"/>
                  <a:pt x="15" y="19"/>
                </a:cubicBezTo>
                <a:cubicBezTo>
                  <a:pt x="18" y="14"/>
                  <a:pt x="23" y="11"/>
                  <a:pt x="26" y="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2" name="Freeform 258">
            <a:extLst>
              <a:ext uri="{FF2B5EF4-FFF2-40B4-BE49-F238E27FC236}">
                <a16:creationId xmlns:a16="http://schemas.microsoft.com/office/drawing/2014/main" id="{0E8390A2-6BAE-438A-B17D-7724B36F95C4}"/>
              </a:ext>
            </a:extLst>
          </p:cNvPr>
          <p:cNvSpPr>
            <a:spLocks/>
          </p:cNvSpPr>
          <p:nvPr/>
        </p:nvSpPr>
        <p:spPr bwMode="auto">
          <a:xfrm>
            <a:off x="3572692" y="2170304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3" name="Freeform 259">
            <a:extLst>
              <a:ext uri="{FF2B5EF4-FFF2-40B4-BE49-F238E27FC236}">
                <a16:creationId xmlns:a16="http://schemas.microsoft.com/office/drawing/2014/main" id="{C3B1EFAF-D070-43A4-B7FE-E2C3FB9D3673}"/>
              </a:ext>
            </a:extLst>
          </p:cNvPr>
          <p:cNvSpPr>
            <a:spLocks/>
          </p:cNvSpPr>
          <p:nvPr/>
        </p:nvSpPr>
        <p:spPr bwMode="auto">
          <a:xfrm>
            <a:off x="3570476" y="2155902"/>
            <a:ext cx="6647" cy="14402"/>
          </a:xfrm>
          <a:custGeom>
            <a:avLst/>
            <a:gdLst>
              <a:gd name="T0" fmla="*/ 3 w 3"/>
              <a:gd name="T1" fmla="*/ 5 h 6"/>
              <a:gd name="T2" fmla="*/ 3 w 3"/>
              <a:gd name="T3" fmla="*/ 0 h 6"/>
              <a:gd name="T4" fmla="*/ 0 w 3"/>
              <a:gd name="T5" fmla="*/ 4 h 6"/>
              <a:gd name="T6" fmla="*/ 1 w 3"/>
              <a:gd name="T7" fmla="*/ 6 h 6"/>
              <a:gd name="T8" fmla="*/ 2 w 3"/>
              <a:gd name="T9" fmla="*/ 3 h 6"/>
              <a:gd name="T10" fmla="*/ 3 w 3"/>
              <a:gd name="T11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" h="6">
                <a:moveTo>
                  <a:pt x="3" y="5"/>
                </a:moveTo>
                <a:cubicBezTo>
                  <a:pt x="3" y="0"/>
                  <a:pt x="3" y="0"/>
                  <a:pt x="3" y="0"/>
                </a:cubicBezTo>
                <a:cubicBezTo>
                  <a:pt x="0" y="4"/>
                  <a:pt x="0" y="4"/>
                  <a:pt x="0" y="4"/>
                </a:cubicBezTo>
                <a:cubicBezTo>
                  <a:pt x="1" y="6"/>
                  <a:pt x="1" y="6"/>
                  <a:pt x="1" y="6"/>
                </a:cubicBezTo>
                <a:cubicBezTo>
                  <a:pt x="1" y="5"/>
                  <a:pt x="1" y="3"/>
                  <a:pt x="2" y="3"/>
                </a:cubicBezTo>
                <a:lnTo>
                  <a:pt x="3" y="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4" name="Freeform 260">
            <a:extLst>
              <a:ext uri="{FF2B5EF4-FFF2-40B4-BE49-F238E27FC236}">
                <a16:creationId xmlns:a16="http://schemas.microsoft.com/office/drawing/2014/main" id="{40F892A1-E9DB-4F7B-A1C8-9F91C9646F64}"/>
              </a:ext>
            </a:extLst>
          </p:cNvPr>
          <p:cNvSpPr>
            <a:spLocks/>
          </p:cNvSpPr>
          <p:nvPr/>
        </p:nvSpPr>
        <p:spPr bwMode="auto">
          <a:xfrm>
            <a:off x="3577123" y="2149254"/>
            <a:ext cx="9971" cy="13295"/>
          </a:xfrm>
          <a:custGeom>
            <a:avLst/>
            <a:gdLst>
              <a:gd name="T0" fmla="*/ 1 w 4"/>
              <a:gd name="T1" fmla="*/ 0 h 6"/>
              <a:gd name="T2" fmla="*/ 4 w 4"/>
              <a:gd name="T3" fmla="*/ 3 h 6"/>
              <a:gd name="T4" fmla="*/ 2 w 4"/>
              <a:gd name="T5" fmla="*/ 5 h 6"/>
              <a:gd name="T6" fmla="*/ 4 w 4"/>
              <a:gd name="T7" fmla="*/ 3 h 6"/>
              <a:gd name="T8" fmla="*/ 1 w 4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6">
                <a:moveTo>
                  <a:pt x="1" y="0"/>
                </a:moveTo>
                <a:cubicBezTo>
                  <a:pt x="0" y="2"/>
                  <a:pt x="2" y="4"/>
                  <a:pt x="4" y="3"/>
                </a:cubicBezTo>
                <a:cubicBezTo>
                  <a:pt x="3" y="6"/>
                  <a:pt x="1" y="2"/>
                  <a:pt x="2" y="5"/>
                </a:cubicBezTo>
                <a:cubicBezTo>
                  <a:pt x="3" y="6"/>
                  <a:pt x="4" y="4"/>
                  <a:pt x="4" y="3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5" name="Freeform 261">
            <a:extLst>
              <a:ext uri="{FF2B5EF4-FFF2-40B4-BE49-F238E27FC236}">
                <a16:creationId xmlns:a16="http://schemas.microsoft.com/office/drawing/2014/main" id="{00AB90FF-9977-48AA-8827-43CEB831A842}"/>
              </a:ext>
            </a:extLst>
          </p:cNvPr>
          <p:cNvSpPr>
            <a:spLocks/>
          </p:cNvSpPr>
          <p:nvPr/>
        </p:nvSpPr>
        <p:spPr bwMode="auto">
          <a:xfrm>
            <a:off x="3611467" y="2121557"/>
            <a:ext cx="5540" cy="2216"/>
          </a:xfrm>
          <a:custGeom>
            <a:avLst/>
            <a:gdLst>
              <a:gd name="T0" fmla="*/ 0 w 5"/>
              <a:gd name="T1" fmla="*/ 0 h 2"/>
              <a:gd name="T2" fmla="*/ 2 w 5"/>
              <a:gd name="T3" fmla="*/ 2 h 2"/>
              <a:gd name="T4" fmla="*/ 5 w 5"/>
              <a:gd name="T5" fmla="*/ 0 h 2"/>
              <a:gd name="T6" fmla="*/ 0 w 5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2">
                <a:moveTo>
                  <a:pt x="0" y="0"/>
                </a:moveTo>
                <a:lnTo>
                  <a:pt x="2" y="2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6" name="Freeform 262">
            <a:extLst>
              <a:ext uri="{FF2B5EF4-FFF2-40B4-BE49-F238E27FC236}">
                <a16:creationId xmlns:a16="http://schemas.microsoft.com/office/drawing/2014/main" id="{46B65C5E-A188-43F9-BB1F-89EDA66F3B4B}"/>
              </a:ext>
            </a:extLst>
          </p:cNvPr>
          <p:cNvSpPr>
            <a:spLocks/>
          </p:cNvSpPr>
          <p:nvPr/>
        </p:nvSpPr>
        <p:spPr bwMode="auto">
          <a:xfrm>
            <a:off x="3609251" y="2123774"/>
            <a:ext cx="4432" cy="4432"/>
          </a:xfrm>
          <a:custGeom>
            <a:avLst/>
            <a:gdLst>
              <a:gd name="T0" fmla="*/ 2 w 2"/>
              <a:gd name="T1" fmla="*/ 0 h 2"/>
              <a:gd name="T2" fmla="*/ 0 w 2"/>
              <a:gd name="T3" fmla="*/ 1 h 2"/>
              <a:gd name="T4" fmla="*/ 2 w 2"/>
              <a:gd name="T5" fmla="*/ 2 h 2"/>
              <a:gd name="T6" fmla="*/ 2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2"/>
                  <a:pt x="2" y="2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7" name="Freeform 263">
            <a:extLst>
              <a:ext uri="{FF2B5EF4-FFF2-40B4-BE49-F238E27FC236}">
                <a16:creationId xmlns:a16="http://schemas.microsoft.com/office/drawing/2014/main" id="{29E3B1A8-7621-46FA-B373-75050CF7B448}"/>
              </a:ext>
            </a:extLst>
          </p:cNvPr>
          <p:cNvSpPr>
            <a:spLocks/>
          </p:cNvSpPr>
          <p:nvPr/>
        </p:nvSpPr>
        <p:spPr bwMode="auto">
          <a:xfrm>
            <a:off x="3595956" y="2130421"/>
            <a:ext cx="4432" cy="4432"/>
          </a:xfrm>
          <a:custGeom>
            <a:avLst/>
            <a:gdLst>
              <a:gd name="T0" fmla="*/ 2 w 2"/>
              <a:gd name="T1" fmla="*/ 0 h 2"/>
              <a:gd name="T2" fmla="*/ 0 w 2"/>
              <a:gd name="T3" fmla="*/ 2 h 2"/>
              <a:gd name="T4" fmla="*/ 2 w 2"/>
              <a:gd name="T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0"/>
                </a:moveTo>
                <a:cubicBezTo>
                  <a:pt x="2" y="1"/>
                  <a:pt x="1" y="1"/>
                  <a:pt x="0" y="2"/>
                </a:cubicBez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8" name="Freeform 264">
            <a:extLst>
              <a:ext uri="{FF2B5EF4-FFF2-40B4-BE49-F238E27FC236}">
                <a16:creationId xmlns:a16="http://schemas.microsoft.com/office/drawing/2014/main" id="{9193C058-319F-4633-BBC8-F439158AD42E}"/>
              </a:ext>
            </a:extLst>
          </p:cNvPr>
          <p:cNvSpPr>
            <a:spLocks/>
          </p:cNvSpPr>
          <p:nvPr/>
        </p:nvSpPr>
        <p:spPr bwMode="auto">
          <a:xfrm>
            <a:off x="3600388" y="2128204"/>
            <a:ext cx="4432" cy="2216"/>
          </a:xfrm>
          <a:custGeom>
            <a:avLst/>
            <a:gdLst>
              <a:gd name="T0" fmla="*/ 2 w 2"/>
              <a:gd name="T1" fmla="*/ 0 h 1"/>
              <a:gd name="T2" fmla="*/ 2 w 2"/>
              <a:gd name="T3" fmla="*/ 0 h 1"/>
              <a:gd name="T4" fmla="*/ 0 w 2"/>
              <a:gd name="T5" fmla="*/ 1 h 1"/>
              <a:gd name="T6" fmla="*/ 2 w 2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1"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0" y="1"/>
                  <a:pt x="0" y="1"/>
                  <a:pt x="0" y="1"/>
                </a:cubicBezTo>
                <a:cubicBezTo>
                  <a:pt x="1" y="1"/>
                  <a:pt x="2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9" name="Freeform 265">
            <a:extLst>
              <a:ext uri="{FF2B5EF4-FFF2-40B4-BE49-F238E27FC236}">
                <a16:creationId xmlns:a16="http://schemas.microsoft.com/office/drawing/2014/main" id="{8694F323-10F0-44E7-8C88-0982D844D97A}"/>
              </a:ext>
            </a:extLst>
          </p:cNvPr>
          <p:cNvSpPr>
            <a:spLocks/>
          </p:cNvSpPr>
          <p:nvPr/>
        </p:nvSpPr>
        <p:spPr bwMode="auto">
          <a:xfrm>
            <a:off x="3600388" y="2121558"/>
            <a:ext cx="8863" cy="6647"/>
          </a:xfrm>
          <a:custGeom>
            <a:avLst/>
            <a:gdLst>
              <a:gd name="T0" fmla="*/ 4 w 4"/>
              <a:gd name="T1" fmla="*/ 2 h 3"/>
              <a:gd name="T2" fmla="*/ 0 w 4"/>
              <a:gd name="T3" fmla="*/ 2 h 3"/>
              <a:gd name="T4" fmla="*/ 2 w 4"/>
              <a:gd name="T5" fmla="*/ 3 h 3"/>
              <a:gd name="T6" fmla="*/ 4 w 4"/>
              <a:gd name="T7" fmla="*/ 2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3">
                <a:moveTo>
                  <a:pt x="4" y="2"/>
                </a:moveTo>
                <a:cubicBezTo>
                  <a:pt x="3" y="1"/>
                  <a:pt x="1" y="0"/>
                  <a:pt x="0" y="2"/>
                </a:cubicBezTo>
                <a:cubicBezTo>
                  <a:pt x="2" y="3"/>
                  <a:pt x="2" y="3"/>
                  <a:pt x="2" y="3"/>
                </a:cubicBezTo>
                <a:lnTo>
                  <a:pt x="4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0" name="Freeform 266">
            <a:extLst>
              <a:ext uri="{FF2B5EF4-FFF2-40B4-BE49-F238E27FC236}">
                <a16:creationId xmlns:a16="http://schemas.microsoft.com/office/drawing/2014/main" id="{190E7B4E-5EA5-416C-AED8-3AFD1531212E}"/>
              </a:ext>
            </a:extLst>
          </p:cNvPr>
          <p:cNvSpPr>
            <a:spLocks/>
          </p:cNvSpPr>
          <p:nvPr/>
        </p:nvSpPr>
        <p:spPr bwMode="auto">
          <a:xfrm>
            <a:off x="3796480" y="2078351"/>
            <a:ext cx="2216" cy="4432"/>
          </a:xfrm>
          <a:custGeom>
            <a:avLst/>
            <a:gdLst>
              <a:gd name="T0" fmla="*/ 2 w 2"/>
              <a:gd name="T1" fmla="*/ 0 h 4"/>
              <a:gd name="T2" fmla="*/ 0 w 2"/>
              <a:gd name="T3" fmla="*/ 4 h 4"/>
              <a:gd name="T4" fmla="*/ 0 w 2"/>
              <a:gd name="T5" fmla="*/ 4 h 4"/>
              <a:gd name="T6" fmla="*/ 2 w 2"/>
              <a:gd name="T7" fmla="*/ 0 h 4"/>
              <a:gd name="T8" fmla="*/ 2 w 2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2" y="0"/>
                </a:moveTo>
                <a:lnTo>
                  <a:pt x="0" y="4"/>
                </a:lnTo>
                <a:lnTo>
                  <a:pt x="0" y="4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1" name="Freeform 267">
            <a:extLst>
              <a:ext uri="{FF2B5EF4-FFF2-40B4-BE49-F238E27FC236}">
                <a16:creationId xmlns:a16="http://schemas.microsoft.com/office/drawing/2014/main" id="{EA1686FB-A6B4-49FB-99C1-0F2ACAD711F2}"/>
              </a:ext>
            </a:extLst>
          </p:cNvPr>
          <p:cNvSpPr>
            <a:spLocks/>
          </p:cNvSpPr>
          <p:nvPr/>
        </p:nvSpPr>
        <p:spPr bwMode="auto">
          <a:xfrm>
            <a:off x="3777646" y="2093861"/>
            <a:ext cx="0" cy="4432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0" y="1"/>
                  <a:pt x="0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2" name="Freeform 268">
            <a:extLst>
              <a:ext uri="{FF2B5EF4-FFF2-40B4-BE49-F238E27FC236}">
                <a16:creationId xmlns:a16="http://schemas.microsoft.com/office/drawing/2014/main" id="{0C139E80-6F15-4359-AF54-7C47A42413D2}"/>
              </a:ext>
            </a:extLst>
          </p:cNvPr>
          <p:cNvSpPr>
            <a:spLocks/>
          </p:cNvSpPr>
          <p:nvPr/>
        </p:nvSpPr>
        <p:spPr bwMode="auto">
          <a:xfrm>
            <a:off x="3758813" y="2098293"/>
            <a:ext cx="25481" cy="39883"/>
          </a:xfrm>
          <a:custGeom>
            <a:avLst/>
            <a:gdLst>
              <a:gd name="T0" fmla="*/ 10 w 11"/>
              <a:gd name="T1" fmla="*/ 12 h 17"/>
              <a:gd name="T2" fmla="*/ 7 w 11"/>
              <a:gd name="T3" fmla="*/ 11 h 17"/>
              <a:gd name="T4" fmla="*/ 7 w 11"/>
              <a:gd name="T5" fmla="*/ 6 h 17"/>
              <a:gd name="T6" fmla="*/ 9 w 11"/>
              <a:gd name="T7" fmla="*/ 9 h 17"/>
              <a:gd name="T8" fmla="*/ 8 w 11"/>
              <a:gd name="T9" fmla="*/ 6 h 17"/>
              <a:gd name="T10" fmla="*/ 8 w 11"/>
              <a:gd name="T11" fmla="*/ 0 h 17"/>
              <a:gd name="T12" fmla="*/ 0 w 11"/>
              <a:gd name="T13" fmla="*/ 9 h 17"/>
              <a:gd name="T14" fmla="*/ 7 w 11"/>
              <a:gd name="T15" fmla="*/ 17 h 17"/>
              <a:gd name="T16" fmla="*/ 10 w 11"/>
              <a:gd name="T17" fmla="*/ 12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17">
                <a:moveTo>
                  <a:pt x="10" y="12"/>
                </a:moveTo>
                <a:cubicBezTo>
                  <a:pt x="7" y="13"/>
                  <a:pt x="10" y="8"/>
                  <a:pt x="7" y="11"/>
                </a:cubicBezTo>
                <a:cubicBezTo>
                  <a:pt x="6" y="10"/>
                  <a:pt x="6" y="7"/>
                  <a:pt x="7" y="6"/>
                </a:cubicBezTo>
                <a:cubicBezTo>
                  <a:pt x="8" y="7"/>
                  <a:pt x="7" y="8"/>
                  <a:pt x="9" y="9"/>
                </a:cubicBezTo>
                <a:cubicBezTo>
                  <a:pt x="8" y="6"/>
                  <a:pt x="10" y="7"/>
                  <a:pt x="8" y="6"/>
                </a:cubicBezTo>
                <a:cubicBezTo>
                  <a:pt x="8" y="3"/>
                  <a:pt x="7" y="2"/>
                  <a:pt x="8" y="0"/>
                </a:cubicBezTo>
                <a:cubicBezTo>
                  <a:pt x="6" y="2"/>
                  <a:pt x="1" y="5"/>
                  <a:pt x="0" y="9"/>
                </a:cubicBezTo>
                <a:cubicBezTo>
                  <a:pt x="1" y="12"/>
                  <a:pt x="4" y="14"/>
                  <a:pt x="7" y="17"/>
                </a:cubicBezTo>
                <a:cubicBezTo>
                  <a:pt x="8" y="17"/>
                  <a:pt x="11" y="14"/>
                  <a:pt x="10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3" name="Freeform 269">
            <a:extLst>
              <a:ext uri="{FF2B5EF4-FFF2-40B4-BE49-F238E27FC236}">
                <a16:creationId xmlns:a16="http://schemas.microsoft.com/office/drawing/2014/main" id="{4D5FE41F-A52E-4CB6-8AD4-DA7243E0819F}"/>
              </a:ext>
            </a:extLst>
          </p:cNvPr>
          <p:cNvSpPr>
            <a:spLocks/>
          </p:cNvSpPr>
          <p:nvPr/>
        </p:nvSpPr>
        <p:spPr bwMode="auto">
          <a:xfrm>
            <a:off x="3794264" y="2121558"/>
            <a:ext cx="2216" cy="4432"/>
          </a:xfrm>
          <a:custGeom>
            <a:avLst/>
            <a:gdLst>
              <a:gd name="T0" fmla="*/ 0 w 1"/>
              <a:gd name="T1" fmla="*/ 2 h 2"/>
              <a:gd name="T2" fmla="*/ 1 w 1"/>
              <a:gd name="T3" fmla="*/ 1 h 2"/>
              <a:gd name="T4" fmla="*/ 0 w 1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1" y="2"/>
                  <a:pt x="1" y="1"/>
                  <a:pt x="1" y="1"/>
                </a:cubicBezTo>
                <a:cubicBezTo>
                  <a:pt x="0" y="0"/>
                  <a:pt x="1" y="2"/>
                  <a:pt x="0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4" name="Freeform 270">
            <a:extLst>
              <a:ext uri="{FF2B5EF4-FFF2-40B4-BE49-F238E27FC236}">
                <a16:creationId xmlns:a16="http://schemas.microsoft.com/office/drawing/2014/main" id="{77726051-CF24-4227-BC40-354FC23A63DB}"/>
              </a:ext>
            </a:extLst>
          </p:cNvPr>
          <p:cNvSpPr>
            <a:spLocks/>
          </p:cNvSpPr>
          <p:nvPr/>
        </p:nvSpPr>
        <p:spPr bwMode="auto">
          <a:xfrm>
            <a:off x="3706743" y="2119342"/>
            <a:ext cx="4432" cy="6647"/>
          </a:xfrm>
          <a:custGeom>
            <a:avLst/>
            <a:gdLst>
              <a:gd name="T0" fmla="*/ 0 w 2"/>
              <a:gd name="T1" fmla="*/ 0 h 3"/>
              <a:gd name="T2" fmla="*/ 1 w 2"/>
              <a:gd name="T3" fmla="*/ 3 h 3"/>
              <a:gd name="T4" fmla="*/ 2 w 2"/>
              <a:gd name="T5" fmla="*/ 0 h 3"/>
              <a:gd name="T6" fmla="*/ 0 w 2"/>
              <a:gd name="T7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0"/>
                </a:moveTo>
                <a:cubicBezTo>
                  <a:pt x="1" y="1"/>
                  <a:pt x="0" y="3"/>
                  <a:pt x="1" y="3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1" y="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5" name="Freeform 271">
            <a:extLst>
              <a:ext uri="{FF2B5EF4-FFF2-40B4-BE49-F238E27FC236}">
                <a16:creationId xmlns:a16="http://schemas.microsoft.com/office/drawing/2014/main" id="{A4415735-C978-4CE1-AC5E-BCF260E5D1EE}"/>
              </a:ext>
            </a:extLst>
          </p:cNvPr>
          <p:cNvSpPr>
            <a:spLocks/>
          </p:cNvSpPr>
          <p:nvPr/>
        </p:nvSpPr>
        <p:spPr bwMode="auto">
          <a:xfrm>
            <a:off x="3711174" y="2117126"/>
            <a:ext cx="2216" cy="2216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6" name="Freeform 272">
            <a:extLst>
              <a:ext uri="{FF2B5EF4-FFF2-40B4-BE49-F238E27FC236}">
                <a16:creationId xmlns:a16="http://schemas.microsoft.com/office/drawing/2014/main" id="{D8462CCD-DBB1-480E-834F-ABAC17FDB9A2}"/>
              </a:ext>
            </a:extLst>
          </p:cNvPr>
          <p:cNvSpPr>
            <a:spLocks/>
          </p:cNvSpPr>
          <p:nvPr/>
        </p:nvSpPr>
        <p:spPr bwMode="auto">
          <a:xfrm>
            <a:off x="3706742" y="2119342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7" name="Freeform 273">
            <a:extLst>
              <a:ext uri="{FF2B5EF4-FFF2-40B4-BE49-F238E27FC236}">
                <a16:creationId xmlns:a16="http://schemas.microsoft.com/office/drawing/2014/main" id="{616B105B-FCA3-43A7-8A0B-BBE7E89BEF43}"/>
              </a:ext>
            </a:extLst>
          </p:cNvPr>
          <p:cNvSpPr>
            <a:spLocks/>
          </p:cNvSpPr>
          <p:nvPr/>
        </p:nvSpPr>
        <p:spPr bwMode="auto">
          <a:xfrm>
            <a:off x="3583770" y="2140392"/>
            <a:ext cx="5540" cy="4432"/>
          </a:xfrm>
          <a:custGeom>
            <a:avLst/>
            <a:gdLst>
              <a:gd name="T0" fmla="*/ 2 w 2"/>
              <a:gd name="T1" fmla="*/ 1 h 2"/>
              <a:gd name="T2" fmla="*/ 0 w 2"/>
              <a:gd name="T3" fmla="*/ 2 h 2"/>
              <a:gd name="T4" fmla="*/ 2 w 2"/>
              <a:gd name="T5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2" y="1"/>
                </a:moveTo>
                <a:cubicBezTo>
                  <a:pt x="1" y="0"/>
                  <a:pt x="1" y="1"/>
                  <a:pt x="0" y="2"/>
                </a:cubicBezTo>
                <a:cubicBezTo>
                  <a:pt x="1" y="2"/>
                  <a:pt x="2" y="1"/>
                  <a:pt x="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8" name="Freeform 274">
            <a:extLst>
              <a:ext uri="{FF2B5EF4-FFF2-40B4-BE49-F238E27FC236}">
                <a16:creationId xmlns:a16="http://schemas.microsoft.com/office/drawing/2014/main" id="{CED4BEB0-FD35-4CDA-93E3-3188EAF27433}"/>
              </a:ext>
            </a:extLst>
          </p:cNvPr>
          <p:cNvSpPr>
            <a:spLocks/>
          </p:cNvSpPr>
          <p:nvPr/>
        </p:nvSpPr>
        <p:spPr bwMode="auto">
          <a:xfrm>
            <a:off x="3510651" y="2226804"/>
            <a:ext cx="4432" cy="3324"/>
          </a:xfrm>
          <a:custGeom>
            <a:avLst/>
            <a:gdLst>
              <a:gd name="T0" fmla="*/ 2 w 2"/>
              <a:gd name="T1" fmla="*/ 0 h 1"/>
              <a:gd name="T2" fmla="*/ 0 w 2"/>
              <a:gd name="T3" fmla="*/ 1 h 1"/>
              <a:gd name="T4" fmla="*/ 2 w 2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1">
                <a:moveTo>
                  <a:pt x="2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9" name="Freeform 275">
            <a:extLst>
              <a:ext uri="{FF2B5EF4-FFF2-40B4-BE49-F238E27FC236}">
                <a16:creationId xmlns:a16="http://schemas.microsoft.com/office/drawing/2014/main" id="{72F325E6-957E-46E1-883B-F196633E0D49}"/>
              </a:ext>
            </a:extLst>
          </p:cNvPr>
          <p:cNvSpPr>
            <a:spLocks/>
          </p:cNvSpPr>
          <p:nvPr/>
        </p:nvSpPr>
        <p:spPr bwMode="auto">
          <a:xfrm>
            <a:off x="3531701" y="2303247"/>
            <a:ext cx="0" cy="2216"/>
          </a:xfrm>
          <a:custGeom>
            <a:avLst/>
            <a:gdLst>
              <a:gd name="T0" fmla="*/ 0 h 2"/>
              <a:gd name="T1" fmla="*/ 2 h 2"/>
              <a:gd name="T2" fmla="*/ 0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0" name="Freeform 276">
            <a:extLst>
              <a:ext uri="{FF2B5EF4-FFF2-40B4-BE49-F238E27FC236}">
                <a16:creationId xmlns:a16="http://schemas.microsoft.com/office/drawing/2014/main" id="{C7E4AD71-E7C5-4256-B221-6770AAEC0D3C}"/>
              </a:ext>
            </a:extLst>
          </p:cNvPr>
          <p:cNvSpPr>
            <a:spLocks/>
          </p:cNvSpPr>
          <p:nvPr/>
        </p:nvSpPr>
        <p:spPr bwMode="auto">
          <a:xfrm>
            <a:off x="3523946" y="2305463"/>
            <a:ext cx="9971" cy="11078"/>
          </a:xfrm>
          <a:custGeom>
            <a:avLst/>
            <a:gdLst>
              <a:gd name="T0" fmla="*/ 3 w 4"/>
              <a:gd name="T1" fmla="*/ 0 h 5"/>
              <a:gd name="T2" fmla="*/ 1 w 4"/>
              <a:gd name="T3" fmla="*/ 3 h 5"/>
              <a:gd name="T4" fmla="*/ 1 w 4"/>
              <a:gd name="T5" fmla="*/ 3 h 5"/>
              <a:gd name="T6" fmla="*/ 0 w 4"/>
              <a:gd name="T7" fmla="*/ 5 h 5"/>
              <a:gd name="T8" fmla="*/ 3 w 4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5">
                <a:moveTo>
                  <a:pt x="3" y="0"/>
                </a:moveTo>
                <a:cubicBezTo>
                  <a:pt x="4" y="1"/>
                  <a:pt x="1" y="2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0" y="5"/>
                  <a:pt x="0" y="5"/>
                  <a:pt x="0" y="5"/>
                </a:cubicBezTo>
                <a:cubicBezTo>
                  <a:pt x="1" y="3"/>
                  <a:pt x="4" y="1"/>
                  <a:pt x="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1" name="Freeform 277">
            <a:extLst>
              <a:ext uri="{FF2B5EF4-FFF2-40B4-BE49-F238E27FC236}">
                <a16:creationId xmlns:a16="http://schemas.microsoft.com/office/drawing/2014/main" id="{0270F0CC-754A-4F01-A809-F849704AF41E}"/>
              </a:ext>
            </a:extLst>
          </p:cNvPr>
          <p:cNvSpPr>
            <a:spLocks noEditPoints="1"/>
          </p:cNvSpPr>
          <p:nvPr/>
        </p:nvSpPr>
        <p:spPr bwMode="auto">
          <a:xfrm>
            <a:off x="3644702" y="2597939"/>
            <a:ext cx="73119" cy="15510"/>
          </a:xfrm>
          <a:custGeom>
            <a:avLst/>
            <a:gdLst>
              <a:gd name="T0" fmla="*/ 1 w 32"/>
              <a:gd name="T1" fmla="*/ 6 h 7"/>
              <a:gd name="T2" fmla="*/ 0 w 32"/>
              <a:gd name="T3" fmla="*/ 7 h 7"/>
              <a:gd name="T4" fmla="*/ 0 w 32"/>
              <a:gd name="T5" fmla="*/ 7 h 7"/>
              <a:gd name="T6" fmla="*/ 1 w 32"/>
              <a:gd name="T7" fmla="*/ 6 h 7"/>
              <a:gd name="T8" fmla="*/ 32 w 32"/>
              <a:gd name="T9" fmla="*/ 6 h 7"/>
              <a:gd name="T10" fmla="*/ 32 w 32"/>
              <a:gd name="T11" fmla="*/ 6 h 7"/>
              <a:gd name="T12" fmla="*/ 32 w 32"/>
              <a:gd name="T13" fmla="*/ 6 h 7"/>
              <a:gd name="T14" fmla="*/ 16 w 32"/>
              <a:gd name="T15" fmla="*/ 0 h 7"/>
              <a:gd name="T16" fmla="*/ 1 w 32"/>
              <a:gd name="T17" fmla="*/ 6 h 7"/>
              <a:gd name="T18" fmla="*/ 16 w 32"/>
              <a:gd name="T19" fmla="*/ 0 h 7"/>
              <a:gd name="T20" fmla="*/ 16 w 32"/>
              <a:gd name="T21" fmla="*/ 0 h 7"/>
              <a:gd name="T22" fmla="*/ 16 w 32"/>
              <a:gd name="T23" fmla="*/ 0 h 7"/>
              <a:gd name="T24" fmla="*/ 16 w 32"/>
              <a:gd name="T25" fmla="*/ 0 h 7"/>
              <a:gd name="T26" fmla="*/ 16 w 32"/>
              <a:gd name="T27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2" h="7">
                <a:moveTo>
                  <a:pt x="1" y="6"/>
                </a:moveTo>
                <a:cubicBezTo>
                  <a:pt x="1" y="6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6"/>
                  <a:pt x="1" y="6"/>
                </a:cubicBezTo>
                <a:moveTo>
                  <a:pt x="32" y="6"/>
                </a:moveTo>
                <a:cubicBezTo>
                  <a:pt x="32" y="6"/>
                  <a:pt x="32" y="6"/>
                  <a:pt x="32" y="6"/>
                </a:cubicBezTo>
                <a:cubicBezTo>
                  <a:pt x="32" y="6"/>
                  <a:pt x="32" y="6"/>
                  <a:pt x="32" y="6"/>
                </a:cubicBezTo>
                <a:moveTo>
                  <a:pt x="16" y="0"/>
                </a:moveTo>
                <a:cubicBezTo>
                  <a:pt x="11" y="0"/>
                  <a:pt x="5" y="2"/>
                  <a:pt x="1" y="6"/>
                </a:cubicBezTo>
                <a:cubicBezTo>
                  <a:pt x="5" y="2"/>
                  <a:pt x="11" y="0"/>
                  <a:pt x="16" y="0"/>
                </a:cubicBezTo>
                <a:moveTo>
                  <a:pt x="16" y="0"/>
                </a:move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6" y="0"/>
                  <a:pt x="16" y="0"/>
                </a:cubicBezTo>
              </a:path>
            </a:pathLst>
          </a:custGeom>
          <a:solidFill>
            <a:srgbClr val="DCA4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2" name="Freeform 278">
            <a:extLst>
              <a:ext uri="{FF2B5EF4-FFF2-40B4-BE49-F238E27FC236}">
                <a16:creationId xmlns:a16="http://schemas.microsoft.com/office/drawing/2014/main" id="{9F8DB24D-A515-4778-8468-C332CB109BE5}"/>
              </a:ext>
            </a:extLst>
          </p:cNvPr>
          <p:cNvSpPr>
            <a:spLocks noEditPoints="1"/>
          </p:cNvSpPr>
          <p:nvPr/>
        </p:nvSpPr>
        <p:spPr bwMode="auto">
          <a:xfrm>
            <a:off x="2861443" y="2632282"/>
            <a:ext cx="1022558" cy="1112294"/>
          </a:xfrm>
          <a:custGeom>
            <a:avLst/>
            <a:gdLst>
              <a:gd name="T0" fmla="*/ 39 w 444"/>
              <a:gd name="T1" fmla="*/ 484 h 484"/>
              <a:gd name="T2" fmla="*/ 39 w 444"/>
              <a:gd name="T3" fmla="*/ 484 h 484"/>
              <a:gd name="T4" fmla="*/ 39 w 444"/>
              <a:gd name="T5" fmla="*/ 484 h 484"/>
              <a:gd name="T6" fmla="*/ 39 w 444"/>
              <a:gd name="T7" fmla="*/ 484 h 484"/>
              <a:gd name="T8" fmla="*/ 55 w 444"/>
              <a:gd name="T9" fmla="*/ 478 h 484"/>
              <a:gd name="T10" fmla="*/ 39 w 444"/>
              <a:gd name="T11" fmla="*/ 484 h 484"/>
              <a:gd name="T12" fmla="*/ 55 w 444"/>
              <a:gd name="T13" fmla="*/ 478 h 484"/>
              <a:gd name="T14" fmla="*/ 55 w 444"/>
              <a:gd name="T15" fmla="*/ 478 h 484"/>
              <a:gd name="T16" fmla="*/ 55 w 444"/>
              <a:gd name="T17" fmla="*/ 478 h 484"/>
              <a:gd name="T18" fmla="*/ 55 w 444"/>
              <a:gd name="T19" fmla="*/ 478 h 484"/>
              <a:gd name="T20" fmla="*/ 0 w 444"/>
              <a:gd name="T21" fmla="*/ 454 h 484"/>
              <a:gd name="T22" fmla="*/ 0 w 444"/>
              <a:gd name="T23" fmla="*/ 454 h 484"/>
              <a:gd name="T24" fmla="*/ 5 w 444"/>
              <a:gd name="T25" fmla="*/ 459 h 484"/>
              <a:gd name="T26" fmla="*/ 23 w 444"/>
              <a:gd name="T27" fmla="*/ 478 h 484"/>
              <a:gd name="T28" fmla="*/ 0 w 444"/>
              <a:gd name="T29" fmla="*/ 454 h 484"/>
              <a:gd name="T30" fmla="*/ 381 w 444"/>
              <a:gd name="T31" fmla="*/ 0 h 484"/>
              <a:gd name="T32" fmla="*/ 381 w 444"/>
              <a:gd name="T33" fmla="*/ 0 h 484"/>
              <a:gd name="T34" fmla="*/ 441 w 444"/>
              <a:gd name="T35" fmla="*/ 60 h 484"/>
              <a:gd name="T36" fmla="*/ 444 w 444"/>
              <a:gd name="T37" fmla="*/ 65 h 484"/>
              <a:gd name="T38" fmla="*/ 444 w 444"/>
              <a:gd name="T39" fmla="*/ 65 h 484"/>
              <a:gd name="T40" fmla="*/ 441 w 444"/>
              <a:gd name="T41" fmla="*/ 60 h 484"/>
              <a:gd name="T42" fmla="*/ 381 w 444"/>
              <a:gd name="T43" fmla="*/ 0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44" h="484">
                <a:moveTo>
                  <a:pt x="39" y="484"/>
                </a:moveTo>
                <a:cubicBezTo>
                  <a:pt x="39" y="484"/>
                  <a:pt x="39" y="484"/>
                  <a:pt x="39" y="484"/>
                </a:cubicBezTo>
                <a:cubicBezTo>
                  <a:pt x="39" y="484"/>
                  <a:pt x="39" y="484"/>
                  <a:pt x="39" y="484"/>
                </a:cubicBezTo>
                <a:cubicBezTo>
                  <a:pt x="39" y="484"/>
                  <a:pt x="39" y="484"/>
                  <a:pt x="39" y="484"/>
                </a:cubicBezTo>
                <a:moveTo>
                  <a:pt x="55" y="478"/>
                </a:moveTo>
                <a:cubicBezTo>
                  <a:pt x="50" y="482"/>
                  <a:pt x="45" y="484"/>
                  <a:pt x="39" y="484"/>
                </a:cubicBezTo>
                <a:cubicBezTo>
                  <a:pt x="45" y="484"/>
                  <a:pt x="50" y="482"/>
                  <a:pt x="55" y="478"/>
                </a:cubicBezTo>
                <a:moveTo>
                  <a:pt x="55" y="478"/>
                </a:moveTo>
                <a:cubicBezTo>
                  <a:pt x="55" y="478"/>
                  <a:pt x="55" y="478"/>
                  <a:pt x="55" y="478"/>
                </a:cubicBezTo>
                <a:cubicBezTo>
                  <a:pt x="55" y="478"/>
                  <a:pt x="55" y="478"/>
                  <a:pt x="55" y="478"/>
                </a:cubicBezTo>
                <a:moveTo>
                  <a:pt x="0" y="454"/>
                </a:moveTo>
                <a:cubicBezTo>
                  <a:pt x="0" y="454"/>
                  <a:pt x="0" y="454"/>
                  <a:pt x="0" y="454"/>
                </a:cubicBezTo>
                <a:cubicBezTo>
                  <a:pt x="5" y="459"/>
                  <a:pt x="5" y="459"/>
                  <a:pt x="5" y="459"/>
                </a:cubicBezTo>
                <a:cubicBezTo>
                  <a:pt x="23" y="478"/>
                  <a:pt x="23" y="478"/>
                  <a:pt x="23" y="478"/>
                </a:cubicBezTo>
                <a:cubicBezTo>
                  <a:pt x="0" y="454"/>
                  <a:pt x="0" y="454"/>
                  <a:pt x="0" y="454"/>
                </a:cubicBezTo>
                <a:moveTo>
                  <a:pt x="381" y="0"/>
                </a:moveTo>
                <a:cubicBezTo>
                  <a:pt x="381" y="0"/>
                  <a:pt x="381" y="0"/>
                  <a:pt x="381" y="0"/>
                </a:cubicBezTo>
                <a:cubicBezTo>
                  <a:pt x="441" y="60"/>
                  <a:pt x="441" y="60"/>
                  <a:pt x="441" y="60"/>
                </a:cubicBezTo>
                <a:cubicBezTo>
                  <a:pt x="442" y="61"/>
                  <a:pt x="443" y="63"/>
                  <a:pt x="444" y="65"/>
                </a:cubicBezTo>
                <a:cubicBezTo>
                  <a:pt x="444" y="65"/>
                  <a:pt x="444" y="65"/>
                  <a:pt x="444" y="65"/>
                </a:cubicBezTo>
                <a:cubicBezTo>
                  <a:pt x="443" y="63"/>
                  <a:pt x="442" y="61"/>
                  <a:pt x="441" y="60"/>
                </a:cubicBezTo>
                <a:cubicBezTo>
                  <a:pt x="381" y="0"/>
                  <a:pt x="381" y="0"/>
                  <a:pt x="381" y="0"/>
                </a:cubicBezTo>
              </a:path>
            </a:pathLst>
          </a:custGeom>
          <a:solidFill>
            <a:srgbClr val="CCC6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3" name="Freeform 279">
            <a:extLst>
              <a:ext uri="{FF2B5EF4-FFF2-40B4-BE49-F238E27FC236}">
                <a16:creationId xmlns:a16="http://schemas.microsoft.com/office/drawing/2014/main" id="{B5DA8BAF-7D72-4782-B94A-0CC05930D055}"/>
              </a:ext>
            </a:extLst>
          </p:cNvPr>
          <p:cNvSpPr>
            <a:spLocks/>
          </p:cNvSpPr>
          <p:nvPr/>
        </p:nvSpPr>
        <p:spPr bwMode="auto">
          <a:xfrm>
            <a:off x="2882492" y="2602924"/>
            <a:ext cx="1029205" cy="1146638"/>
          </a:xfrm>
          <a:custGeom>
            <a:avLst/>
            <a:gdLst>
              <a:gd name="T0" fmla="*/ 356 w 447"/>
              <a:gd name="T1" fmla="*/ 0 h 499"/>
              <a:gd name="T2" fmla="*/ 356 w 447"/>
              <a:gd name="T3" fmla="*/ 0 h 499"/>
              <a:gd name="T4" fmla="*/ 341 w 447"/>
              <a:gd name="T5" fmla="*/ 6 h 499"/>
              <a:gd name="T6" fmla="*/ 341 w 447"/>
              <a:gd name="T7" fmla="*/ 6 h 499"/>
              <a:gd name="T8" fmla="*/ 340 w 447"/>
              <a:gd name="T9" fmla="*/ 7 h 499"/>
              <a:gd name="T10" fmla="*/ 340 w 447"/>
              <a:gd name="T11" fmla="*/ 7 h 499"/>
              <a:gd name="T12" fmla="*/ 326 w 447"/>
              <a:gd name="T13" fmla="*/ 21 h 499"/>
              <a:gd name="T14" fmla="*/ 355 w 447"/>
              <a:gd name="T15" fmla="*/ 84 h 499"/>
              <a:gd name="T16" fmla="*/ 302 w 447"/>
              <a:gd name="T17" fmla="*/ 196 h 499"/>
              <a:gd name="T18" fmla="*/ 0 w 447"/>
              <a:gd name="T19" fmla="*/ 469 h 499"/>
              <a:gd name="T20" fmla="*/ 23 w 447"/>
              <a:gd name="T21" fmla="*/ 493 h 499"/>
              <a:gd name="T22" fmla="*/ 39 w 447"/>
              <a:gd name="T23" fmla="*/ 499 h 499"/>
              <a:gd name="T24" fmla="*/ 39 w 447"/>
              <a:gd name="T25" fmla="*/ 499 h 499"/>
              <a:gd name="T26" fmla="*/ 39 w 447"/>
              <a:gd name="T27" fmla="*/ 499 h 499"/>
              <a:gd name="T28" fmla="*/ 55 w 447"/>
              <a:gd name="T29" fmla="*/ 493 h 499"/>
              <a:gd name="T30" fmla="*/ 55 w 447"/>
              <a:gd name="T31" fmla="*/ 493 h 499"/>
              <a:gd name="T32" fmla="*/ 55 w 447"/>
              <a:gd name="T33" fmla="*/ 493 h 499"/>
              <a:gd name="T34" fmla="*/ 55 w 447"/>
              <a:gd name="T35" fmla="*/ 493 h 499"/>
              <a:gd name="T36" fmla="*/ 441 w 447"/>
              <a:gd name="T37" fmla="*/ 107 h 499"/>
              <a:gd name="T38" fmla="*/ 447 w 447"/>
              <a:gd name="T39" fmla="*/ 91 h 499"/>
              <a:gd name="T40" fmla="*/ 444 w 447"/>
              <a:gd name="T41" fmla="*/ 80 h 499"/>
              <a:gd name="T42" fmla="*/ 441 w 447"/>
              <a:gd name="T43" fmla="*/ 75 h 499"/>
              <a:gd name="T44" fmla="*/ 381 w 447"/>
              <a:gd name="T45" fmla="*/ 15 h 499"/>
              <a:gd name="T46" fmla="*/ 372 w 447"/>
              <a:gd name="T47" fmla="*/ 7 h 499"/>
              <a:gd name="T48" fmla="*/ 372 w 447"/>
              <a:gd name="T49" fmla="*/ 7 h 499"/>
              <a:gd name="T50" fmla="*/ 372 w 447"/>
              <a:gd name="T51" fmla="*/ 6 h 499"/>
              <a:gd name="T52" fmla="*/ 372 w 447"/>
              <a:gd name="T53" fmla="*/ 6 h 499"/>
              <a:gd name="T54" fmla="*/ 356 w 447"/>
              <a:gd name="T55" fmla="*/ 0 h 499"/>
              <a:gd name="T56" fmla="*/ 356 w 447"/>
              <a:gd name="T57" fmla="*/ 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7" h="499">
                <a:moveTo>
                  <a:pt x="356" y="0"/>
                </a:moveTo>
                <a:cubicBezTo>
                  <a:pt x="356" y="0"/>
                  <a:pt x="356" y="0"/>
                  <a:pt x="356" y="0"/>
                </a:cubicBezTo>
                <a:cubicBezTo>
                  <a:pt x="351" y="0"/>
                  <a:pt x="345" y="2"/>
                  <a:pt x="341" y="6"/>
                </a:cubicBezTo>
                <a:cubicBezTo>
                  <a:pt x="341" y="6"/>
                  <a:pt x="341" y="6"/>
                  <a:pt x="341" y="6"/>
                </a:cubicBezTo>
                <a:cubicBezTo>
                  <a:pt x="341" y="6"/>
                  <a:pt x="340" y="7"/>
                  <a:pt x="340" y="7"/>
                </a:cubicBezTo>
                <a:cubicBezTo>
                  <a:pt x="340" y="7"/>
                  <a:pt x="340" y="7"/>
                  <a:pt x="340" y="7"/>
                </a:cubicBezTo>
                <a:cubicBezTo>
                  <a:pt x="326" y="21"/>
                  <a:pt x="326" y="21"/>
                  <a:pt x="326" y="21"/>
                </a:cubicBezTo>
                <a:cubicBezTo>
                  <a:pt x="345" y="36"/>
                  <a:pt x="357" y="56"/>
                  <a:pt x="355" y="84"/>
                </a:cubicBezTo>
                <a:cubicBezTo>
                  <a:pt x="353" y="125"/>
                  <a:pt x="328" y="166"/>
                  <a:pt x="302" y="196"/>
                </a:cubicBezTo>
                <a:cubicBezTo>
                  <a:pt x="249" y="259"/>
                  <a:pt x="6" y="462"/>
                  <a:pt x="0" y="469"/>
                </a:cubicBezTo>
                <a:cubicBezTo>
                  <a:pt x="23" y="493"/>
                  <a:pt x="23" y="493"/>
                  <a:pt x="23" y="493"/>
                </a:cubicBezTo>
                <a:cubicBezTo>
                  <a:pt x="28" y="497"/>
                  <a:pt x="33" y="499"/>
                  <a:pt x="39" y="499"/>
                </a:cubicBezTo>
                <a:cubicBezTo>
                  <a:pt x="39" y="499"/>
                  <a:pt x="39" y="499"/>
                  <a:pt x="39" y="499"/>
                </a:cubicBezTo>
                <a:cubicBezTo>
                  <a:pt x="39" y="499"/>
                  <a:pt x="39" y="499"/>
                  <a:pt x="39" y="499"/>
                </a:cubicBezTo>
                <a:cubicBezTo>
                  <a:pt x="45" y="499"/>
                  <a:pt x="50" y="497"/>
                  <a:pt x="55" y="493"/>
                </a:cubicBezTo>
                <a:cubicBezTo>
                  <a:pt x="55" y="493"/>
                  <a:pt x="55" y="493"/>
                  <a:pt x="55" y="493"/>
                </a:cubicBezTo>
                <a:cubicBezTo>
                  <a:pt x="55" y="493"/>
                  <a:pt x="55" y="493"/>
                  <a:pt x="55" y="493"/>
                </a:cubicBezTo>
                <a:cubicBezTo>
                  <a:pt x="55" y="493"/>
                  <a:pt x="55" y="493"/>
                  <a:pt x="55" y="493"/>
                </a:cubicBezTo>
                <a:cubicBezTo>
                  <a:pt x="441" y="107"/>
                  <a:pt x="441" y="107"/>
                  <a:pt x="441" y="107"/>
                </a:cubicBezTo>
                <a:cubicBezTo>
                  <a:pt x="445" y="102"/>
                  <a:pt x="447" y="97"/>
                  <a:pt x="447" y="91"/>
                </a:cubicBezTo>
                <a:cubicBezTo>
                  <a:pt x="447" y="87"/>
                  <a:pt x="446" y="83"/>
                  <a:pt x="444" y="80"/>
                </a:cubicBezTo>
                <a:cubicBezTo>
                  <a:pt x="443" y="78"/>
                  <a:pt x="442" y="76"/>
                  <a:pt x="441" y="75"/>
                </a:cubicBezTo>
                <a:cubicBezTo>
                  <a:pt x="381" y="15"/>
                  <a:pt x="381" y="15"/>
                  <a:pt x="381" y="15"/>
                </a:cubicBezTo>
                <a:cubicBezTo>
                  <a:pt x="372" y="7"/>
                  <a:pt x="372" y="7"/>
                  <a:pt x="372" y="7"/>
                </a:cubicBezTo>
                <a:cubicBezTo>
                  <a:pt x="372" y="7"/>
                  <a:pt x="372" y="7"/>
                  <a:pt x="372" y="7"/>
                </a:cubicBezTo>
                <a:cubicBezTo>
                  <a:pt x="372" y="7"/>
                  <a:pt x="372" y="7"/>
                  <a:pt x="372" y="6"/>
                </a:cubicBezTo>
                <a:cubicBezTo>
                  <a:pt x="372" y="6"/>
                  <a:pt x="372" y="6"/>
                  <a:pt x="372" y="6"/>
                </a:cubicBezTo>
                <a:cubicBezTo>
                  <a:pt x="368" y="2"/>
                  <a:pt x="362" y="0"/>
                  <a:pt x="356" y="0"/>
                </a:cubicBezTo>
                <a:cubicBezTo>
                  <a:pt x="356" y="0"/>
                  <a:pt x="356" y="0"/>
                  <a:pt x="356" y="0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4" name="Freeform 280">
            <a:extLst>
              <a:ext uri="{FF2B5EF4-FFF2-40B4-BE49-F238E27FC236}">
                <a16:creationId xmlns:a16="http://schemas.microsoft.com/office/drawing/2014/main" id="{324AE06B-3541-4784-AD91-C73C17611D51}"/>
              </a:ext>
            </a:extLst>
          </p:cNvPr>
          <p:cNvSpPr>
            <a:spLocks/>
          </p:cNvSpPr>
          <p:nvPr/>
        </p:nvSpPr>
        <p:spPr bwMode="auto">
          <a:xfrm>
            <a:off x="2861444" y="3675889"/>
            <a:ext cx="11079" cy="11078"/>
          </a:xfrm>
          <a:custGeom>
            <a:avLst/>
            <a:gdLst>
              <a:gd name="T0" fmla="*/ 0 w 5"/>
              <a:gd name="T1" fmla="*/ 0 h 5"/>
              <a:gd name="T2" fmla="*/ 0 w 5"/>
              <a:gd name="T3" fmla="*/ 0 h 5"/>
              <a:gd name="T4" fmla="*/ 5 w 5"/>
              <a:gd name="T5" fmla="*/ 5 h 5"/>
              <a:gd name="T6" fmla="*/ 0 w 5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" h="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5" y="5"/>
                  <a:pt x="5" y="5"/>
                  <a:pt x="5" y="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7C4E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6" name="任意多边形: 形状 581">
            <a:extLst>
              <a:ext uri="{FF2B5EF4-FFF2-40B4-BE49-F238E27FC236}">
                <a16:creationId xmlns:a16="http://schemas.microsoft.com/office/drawing/2014/main" id="{C855C54D-53D7-4674-AF3C-8ECD64F791E5}"/>
              </a:ext>
            </a:extLst>
          </p:cNvPr>
          <p:cNvSpPr>
            <a:spLocks/>
          </p:cNvSpPr>
          <p:nvPr/>
        </p:nvSpPr>
        <p:spPr bwMode="auto">
          <a:xfrm rot="10800000">
            <a:off x="3011476" y="0"/>
            <a:ext cx="1560524" cy="1280946"/>
          </a:xfrm>
          <a:custGeom>
            <a:avLst/>
            <a:gdLst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1032346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80513 w 8294444"/>
              <a:gd name="connsiteY3" fmla="*/ 206389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7280656 w 7280656"/>
              <a:gd name="connsiteY0" fmla="*/ 6882628 h 6882628"/>
              <a:gd name="connsiteX1" fmla="*/ 4825922 w 7280656"/>
              <a:gd name="connsiteY1" fmla="*/ 6882628 h 6882628"/>
              <a:gd name="connsiteX2" fmla="*/ 0 w 7280656"/>
              <a:gd name="connsiteY2" fmla="*/ 2072938 h 6882628"/>
              <a:gd name="connsiteX3" fmla="*/ 395344 w 7280656"/>
              <a:gd name="connsiteY3" fmla="*/ 0 h 6882628"/>
              <a:gd name="connsiteX4" fmla="*/ 1312417 w 7280656"/>
              <a:gd name="connsiteY4" fmla="*/ 906345 h 6882628"/>
              <a:gd name="connsiteX5" fmla="*/ 7280656 w 7280656"/>
              <a:gd name="connsiteY5" fmla="*/ 6882628 h 6882628"/>
              <a:gd name="connsiteX0" fmla="*/ 7280656 w 7280656"/>
              <a:gd name="connsiteY0" fmla="*/ 5976283 h 5976283"/>
              <a:gd name="connsiteX1" fmla="*/ 4825922 w 7280656"/>
              <a:gd name="connsiteY1" fmla="*/ 5976283 h 5976283"/>
              <a:gd name="connsiteX2" fmla="*/ 0 w 7280656"/>
              <a:gd name="connsiteY2" fmla="*/ 1166593 h 5976283"/>
              <a:gd name="connsiteX3" fmla="*/ 1312417 w 7280656"/>
              <a:gd name="connsiteY3" fmla="*/ 0 h 5976283"/>
              <a:gd name="connsiteX4" fmla="*/ 7280656 w 7280656"/>
              <a:gd name="connsiteY4" fmla="*/ 5976283 h 5976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0656" h="5976283">
                <a:moveTo>
                  <a:pt x="7280656" y="5976283"/>
                </a:moveTo>
                <a:lnTo>
                  <a:pt x="4825922" y="5976283"/>
                </a:lnTo>
                <a:lnTo>
                  <a:pt x="0" y="1166593"/>
                </a:lnTo>
                <a:lnTo>
                  <a:pt x="1312417" y="0"/>
                </a:lnTo>
                <a:lnTo>
                  <a:pt x="7280656" y="597628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>
              <a:solidFill>
                <a:schemeClr val="lt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7" name="任意多边形: 形状 585">
            <a:extLst>
              <a:ext uri="{FF2B5EF4-FFF2-40B4-BE49-F238E27FC236}">
                <a16:creationId xmlns:a16="http://schemas.microsoft.com/office/drawing/2014/main" id="{2FF67CC2-C863-4115-9E25-4E6305F0C225}"/>
              </a:ext>
            </a:extLst>
          </p:cNvPr>
          <p:cNvSpPr>
            <a:spLocks/>
          </p:cNvSpPr>
          <p:nvPr/>
        </p:nvSpPr>
        <p:spPr bwMode="auto">
          <a:xfrm rot="10800000">
            <a:off x="3670565" y="-1"/>
            <a:ext cx="952865" cy="782153"/>
          </a:xfrm>
          <a:custGeom>
            <a:avLst/>
            <a:gdLst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0 w 8294444"/>
              <a:gd name="connsiteY2" fmla="*/ 1032346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1032346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80513 w 8294444"/>
              <a:gd name="connsiteY3" fmla="*/ 206389 h 6882628"/>
              <a:gd name="connsiteX4" fmla="*/ 0 w 8294444"/>
              <a:gd name="connsiteY4" fmla="*/ 0 h 6882628"/>
              <a:gd name="connsiteX5" fmla="*/ 1409132 w 8294444"/>
              <a:gd name="connsiteY5" fmla="*/ 0 h 6882628"/>
              <a:gd name="connsiteX6" fmla="*/ 2326205 w 8294444"/>
              <a:gd name="connsiteY6" fmla="*/ 906345 h 6882628"/>
              <a:gd name="connsiteX7" fmla="*/ 8294444 w 8294444"/>
              <a:gd name="connsiteY7" fmla="*/ 6882628 h 6882628"/>
              <a:gd name="connsiteX0" fmla="*/ 8294444 w 8294444"/>
              <a:gd name="connsiteY0" fmla="*/ 6882628 h 6882628"/>
              <a:gd name="connsiteX1" fmla="*/ 5839710 w 8294444"/>
              <a:gd name="connsiteY1" fmla="*/ 6882628 h 6882628"/>
              <a:gd name="connsiteX2" fmla="*/ 1013788 w 8294444"/>
              <a:gd name="connsiteY2" fmla="*/ 2072938 h 6882628"/>
              <a:gd name="connsiteX3" fmla="*/ 0 w 8294444"/>
              <a:gd name="connsiteY3" fmla="*/ 0 h 6882628"/>
              <a:gd name="connsiteX4" fmla="*/ 1409132 w 8294444"/>
              <a:gd name="connsiteY4" fmla="*/ 0 h 6882628"/>
              <a:gd name="connsiteX5" fmla="*/ 2326205 w 8294444"/>
              <a:gd name="connsiteY5" fmla="*/ 906345 h 6882628"/>
              <a:gd name="connsiteX6" fmla="*/ 8294444 w 8294444"/>
              <a:gd name="connsiteY6" fmla="*/ 6882628 h 6882628"/>
              <a:gd name="connsiteX0" fmla="*/ 7280656 w 7280656"/>
              <a:gd name="connsiteY0" fmla="*/ 6882628 h 6882628"/>
              <a:gd name="connsiteX1" fmla="*/ 4825922 w 7280656"/>
              <a:gd name="connsiteY1" fmla="*/ 6882628 h 6882628"/>
              <a:gd name="connsiteX2" fmla="*/ 0 w 7280656"/>
              <a:gd name="connsiteY2" fmla="*/ 2072938 h 6882628"/>
              <a:gd name="connsiteX3" fmla="*/ 395344 w 7280656"/>
              <a:gd name="connsiteY3" fmla="*/ 0 h 6882628"/>
              <a:gd name="connsiteX4" fmla="*/ 1312417 w 7280656"/>
              <a:gd name="connsiteY4" fmla="*/ 906345 h 6882628"/>
              <a:gd name="connsiteX5" fmla="*/ 7280656 w 7280656"/>
              <a:gd name="connsiteY5" fmla="*/ 6882628 h 6882628"/>
              <a:gd name="connsiteX0" fmla="*/ 7280656 w 7280656"/>
              <a:gd name="connsiteY0" fmla="*/ 5976283 h 5976283"/>
              <a:gd name="connsiteX1" fmla="*/ 4825922 w 7280656"/>
              <a:gd name="connsiteY1" fmla="*/ 5976283 h 5976283"/>
              <a:gd name="connsiteX2" fmla="*/ 0 w 7280656"/>
              <a:gd name="connsiteY2" fmla="*/ 1166593 h 5976283"/>
              <a:gd name="connsiteX3" fmla="*/ 1312417 w 7280656"/>
              <a:gd name="connsiteY3" fmla="*/ 0 h 5976283"/>
              <a:gd name="connsiteX4" fmla="*/ 7280656 w 7280656"/>
              <a:gd name="connsiteY4" fmla="*/ 5976283 h 5976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0656" h="5976283">
                <a:moveTo>
                  <a:pt x="7280656" y="5976283"/>
                </a:moveTo>
                <a:lnTo>
                  <a:pt x="4825922" y="5976283"/>
                </a:lnTo>
                <a:lnTo>
                  <a:pt x="0" y="1166593"/>
                </a:lnTo>
                <a:lnTo>
                  <a:pt x="1312417" y="0"/>
                </a:lnTo>
                <a:lnTo>
                  <a:pt x="7280656" y="597628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8" name="任意多边形: 形状 592">
            <a:extLst>
              <a:ext uri="{FF2B5EF4-FFF2-40B4-BE49-F238E27FC236}">
                <a16:creationId xmlns:a16="http://schemas.microsoft.com/office/drawing/2014/main" id="{7B2379E6-544E-4D92-85D5-49186FD48C0C}"/>
              </a:ext>
            </a:extLst>
          </p:cNvPr>
          <p:cNvSpPr/>
          <p:nvPr/>
        </p:nvSpPr>
        <p:spPr>
          <a:xfrm rot="2700000">
            <a:off x="-413745" y="2923995"/>
            <a:ext cx="1554548" cy="523943"/>
          </a:xfrm>
          <a:custGeom>
            <a:avLst/>
            <a:gdLst>
              <a:gd name="connsiteX0" fmla="*/ 0 w 2072731"/>
              <a:gd name="connsiteY0" fmla="*/ 0 h 698591"/>
              <a:gd name="connsiteX1" fmla="*/ 2072731 w 2072731"/>
              <a:gd name="connsiteY1" fmla="*/ 0 h 698591"/>
              <a:gd name="connsiteX2" fmla="*/ 2072731 w 2072731"/>
              <a:gd name="connsiteY2" fmla="*/ 698591 h 698591"/>
              <a:gd name="connsiteX3" fmla="*/ 698591 w 2072731"/>
              <a:gd name="connsiteY3" fmla="*/ 698591 h 69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2731" h="698591">
                <a:moveTo>
                  <a:pt x="0" y="0"/>
                </a:moveTo>
                <a:lnTo>
                  <a:pt x="2072731" y="0"/>
                </a:lnTo>
                <a:lnTo>
                  <a:pt x="2072731" y="698591"/>
                </a:lnTo>
                <a:lnTo>
                  <a:pt x="698591" y="698591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9" name="Freeform 6">
            <a:extLst>
              <a:ext uri="{FF2B5EF4-FFF2-40B4-BE49-F238E27FC236}">
                <a16:creationId xmlns:a16="http://schemas.microsoft.com/office/drawing/2014/main" id="{A477EF26-4606-4B5A-A290-7CA302CC8E52}"/>
              </a:ext>
            </a:extLst>
          </p:cNvPr>
          <p:cNvSpPr>
            <a:spLocks/>
          </p:cNvSpPr>
          <p:nvPr/>
        </p:nvSpPr>
        <p:spPr bwMode="auto">
          <a:xfrm>
            <a:off x="-108520" y="-92546"/>
            <a:ext cx="3824342" cy="3670349"/>
          </a:xfrm>
          <a:custGeom>
            <a:avLst/>
            <a:gdLst>
              <a:gd name="T0" fmla="*/ 0 w 3452"/>
              <a:gd name="T1" fmla="*/ 734 h 3313"/>
              <a:gd name="T2" fmla="*/ 2583 w 3452"/>
              <a:gd name="T3" fmla="*/ 3313 h 3313"/>
              <a:gd name="T4" fmla="*/ 3452 w 3452"/>
              <a:gd name="T5" fmla="*/ 2448 h 3313"/>
              <a:gd name="T6" fmla="*/ 1002 w 3452"/>
              <a:gd name="T7" fmla="*/ 0 h 3313"/>
              <a:gd name="T8" fmla="*/ 0 w 3452"/>
              <a:gd name="T9" fmla="*/ 0 h 3313"/>
              <a:gd name="T10" fmla="*/ 0 w 3452"/>
              <a:gd name="T11" fmla="*/ 734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52" h="3313">
                <a:moveTo>
                  <a:pt x="0" y="734"/>
                </a:moveTo>
                <a:lnTo>
                  <a:pt x="2583" y="3313"/>
                </a:lnTo>
                <a:lnTo>
                  <a:pt x="3452" y="2448"/>
                </a:lnTo>
                <a:lnTo>
                  <a:pt x="1002" y="0"/>
                </a:lnTo>
                <a:lnTo>
                  <a:pt x="0" y="0"/>
                </a:lnTo>
                <a:lnTo>
                  <a:pt x="0" y="73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5" name="Freeform 281">
            <a:extLst>
              <a:ext uri="{FF2B5EF4-FFF2-40B4-BE49-F238E27FC236}">
                <a16:creationId xmlns:a16="http://schemas.microsoft.com/office/drawing/2014/main" id="{0A7F247E-DD0C-48A9-B4D1-0C32EB331C96}"/>
              </a:ext>
            </a:extLst>
          </p:cNvPr>
          <p:cNvSpPr>
            <a:spLocks/>
          </p:cNvSpPr>
          <p:nvPr/>
        </p:nvSpPr>
        <p:spPr bwMode="auto">
          <a:xfrm>
            <a:off x="2904195" y="2859782"/>
            <a:ext cx="731701" cy="671725"/>
          </a:xfrm>
          <a:custGeom>
            <a:avLst/>
            <a:gdLst>
              <a:gd name="T0" fmla="*/ 327 w 352"/>
              <a:gd name="T1" fmla="*/ 0 h 324"/>
              <a:gd name="T2" fmla="*/ 158 w 352"/>
              <a:gd name="T3" fmla="*/ 150 h 324"/>
              <a:gd name="T4" fmla="*/ 22 w 352"/>
              <a:gd name="T5" fmla="*/ 322 h 324"/>
              <a:gd name="T6" fmla="*/ 28 w 352"/>
              <a:gd name="T7" fmla="*/ 324 h 324"/>
              <a:gd name="T8" fmla="*/ 226 w 352"/>
              <a:gd name="T9" fmla="*/ 150 h 324"/>
              <a:gd name="T10" fmla="*/ 333 w 352"/>
              <a:gd name="T11" fmla="*/ 3 h 324"/>
              <a:gd name="T12" fmla="*/ 327 w 352"/>
              <a:gd name="T13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2" h="324">
                <a:moveTo>
                  <a:pt x="327" y="0"/>
                </a:moveTo>
                <a:cubicBezTo>
                  <a:pt x="296" y="0"/>
                  <a:pt x="203" y="104"/>
                  <a:pt x="158" y="150"/>
                </a:cubicBezTo>
                <a:cubicBezTo>
                  <a:pt x="109" y="200"/>
                  <a:pt x="0" y="300"/>
                  <a:pt x="22" y="322"/>
                </a:cubicBezTo>
                <a:cubicBezTo>
                  <a:pt x="23" y="324"/>
                  <a:pt x="25" y="324"/>
                  <a:pt x="28" y="324"/>
                </a:cubicBezTo>
                <a:cubicBezTo>
                  <a:pt x="63" y="324"/>
                  <a:pt x="193" y="187"/>
                  <a:pt x="226" y="150"/>
                </a:cubicBezTo>
                <a:cubicBezTo>
                  <a:pt x="262" y="111"/>
                  <a:pt x="352" y="23"/>
                  <a:pt x="333" y="3"/>
                </a:cubicBezTo>
                <a:cubicBezTo>
                  <a:pt x="332" y="1"/>
                  <a:pt x="329" y="0"/>
                  <a:pt x="327" y="0"/>
                </a:cubicBezTo>
              </a:path>
            </a:pathLst>
          </a:custGeom>
          <a:solidFill>
            <a:schemeClr val="tx2">
              <a:lumMod val="60000"/>
              <a:lumOff val="40000"/>
              <a:alpha val="52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4445686" y="2931790"/>
            <a:ext cx="4471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Chemical composition differences </a:t>
            </a:r>
          </a:p>
          <a:p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controlling serpentine polymorph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4452145" y="4105404"/>
            <a:ext cx="3360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Shichao Ji, Zhou Zhang, Fang Huang  </a:t>
            </a:r>
            <a:endParaRPr lang="zh-CN" altLang="en-US" sz="1600" dirty="0"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07FB885-DB53-4569-8A88-29C7D6AF4985}"/>
              </a:ext>
            </a:extLst>
          </p:cNvPr>
          <p:cNvGrpSpPr/>
          <p:nvPr/>
        </p:nvGrpSpPr>
        <p:grpSpPr>
          <a:xfrm rot="2700000">
            <a:off x="238072" y="1113656"/>
            <a:ext cx="2963043" cy="883762"/>
            <a:chOff x="7527469" y="927071"/>
            <a:chExt cx="1760678" cy="78735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0123765-986A-4443-9CA3-8206D5A3DE01}"/>
                </a:ext>
              </a:extLst>
            </p:cNvPr>
            <p:cNvSpPr txBox="1"/>
            <p:nvPr/>
          </p:nvSpPr>
          <p:spPr>
            <a:xfrm>
              <a:off x="7527469" y="1388568"/>
              <a:ext cx="1738714" cy="325862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75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Serpentine Project</a:t>
              </a:r>
              <a:endParaRPr lang="zh-CN" altLang="en-US" spc="75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4EBE788-E21A-4DFA-92B0-262EBB98F311}"/>
                </a:ext>
              </a:extLst>
            </p:cNvPr>
            <p:cNvSpPr txBox="1"/>
            <p:nvPr/>
          </p:nvSpPr>
          <p:spPr>
            <a:xfrm>
              <a:off x="7549433" y="927071"/>
              <a:ext cx="1738714" cy="325862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pPr algn="just"/>
              <a:r>
                <a:rPr lang="en-US" altLang="zh-CN" spc="75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字魂105号-简雅黑" panose="000005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Weekly Presentation</a:t>
              </a:r>
              <a:endParaRPr lang="zh-CN" altLang="en-US" spc="75" dirty="0">
                <a:solidFill>
                  <a:schemeClr val="bg1"/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</p:grpSp>
      <p:pic>
        <p:nvPicPr>
          <p:cNvPr id="274" name="Picture 2" descr="C:\Users\senge\Desktop\所标新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58293" y="152066"/>
            <a:ext cx="994872" cy="1005840"/>
          </a:xfrm>
          <a:prstGeom prst="rect">
            <a:avLst/>
          </a:prstGeom>
          <a:noFill/>
          <a:ln w="9525">
            <a:noFill/>
            <a:bevel/>
          </a:ln>
        </p:spPr>
      </p:pic>
      <p:pic>
        <p:nvPicPr>
          <p:cNvPr id="276" name="图片 27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472" y="140096"/>
            <a:ext cx="1005840" cy="1005840"/>
          </a:xfrm>
          <a:prstGeom prst="rect">
            <a:avLst/>
          </a:prstGeom>
        </p:spPr>
      </p:pic>
      <p:sp>
        <p:nvSpPr>
          <p:cNvPr id="277" name="TextBox 288"/>
          <p:cNvSpPr txBox="1"/>
          <p:nvPr/>
        </p:nvSpPr>
        <p:spPr>
          <a:xfrm>
            <a:off x="4462194" y="2285459"/>
            <a:ext cx="2839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字魂105号-简雅黑" panose="000005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Thanks! Q&amp;A</a:t>
            </a:r>
            <a:endParaRPr lang="zh-CN" altLang="en-US"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字魂105号-简雅黑" panose="000005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40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299101" y="4494921"/>
            <a:ext cx="8444502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collected: 123 x 8; Blank cell is filled with median value of that column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45" y="1347614"/>
            <a:ext cx="7392635" cy="31054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5536" y="699542"/>
            <a:ext cx="518457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 Value - Chrysotile = -1, Lizardite = 1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88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299101" y="4494921"/>
            <a:ext cx="8444502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collected: 123 x 8; Blank cell is filled with median value of that column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67399" y="1058504"/>
            <a:ext cx="2880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0.811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 AUC: 0.608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Recall: 0.966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0.889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719" y="1463275"/>
            <a:ext cx="3156370" cy="319670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20848" y="1005201"/>
            <a:ext cx="2880320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64583" y="568415"/>
            <a:ext cx="518457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 Value - Chrysotile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Lizardite =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87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36" y="987574"/>
            <a:ext cx="518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Chrysotile = -1, Lizardite = 1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5646"/>
            <a:ext cx="9144000" cy="2438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1520" y="4074046"/>
            <a:ext cx="8444502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clusters were identified, and points are well disturbed.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 representing chrysotile (negative value) were disturbed in pink area.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1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创意油漆工作总结汇报季度报告PPT模板"/>
</p:tagLst>
</file>

<file path=ppt/theme/theme1.xml><?xml version="1.0" encoding="utf-8"?>
<a:theme xmlns:a="http://schemas.openxmlformats.org/drawingml/2006/main" name="Office 主题​​">
  <a:themeElements>
    <a:clrScheme name="自定义 47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7375E"/>
      </a:accent1>
      <a:accent2>
        <a:srgbClr val="FFC000"/>
      </a:accent2>
      <a:accent3>
        <a:srgbClr val="17375E"/>
      </a:accent3>
      <a:accent4>
        <a:srgbClr val="FCB806"/>
      </a:accent4>
      <a:accent5>
        <a:srgbClr val="17375E"/>
      </a:accent5>
      <a:accent6>
        <a:srgbClr val="FCB806"/>
      </a:accent6>
      <a:hlink>
        <a:srgbClr val="17375E"/>
      </a:hlink>
      <a:folHlink>
        <a:srgbClr val="FCB80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9035</TotalTime>
  <Words>738</Words>
  <Application>Microsoft Office PowerPoint</Application>
  <PresentationFormat>全屏显示(16:9)</PresentationFormat>
  <Paragraphs>191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微软雅黑</vt:lpstr>
      <vt:lpstr>宋体</vt:lpstr>
      <vt:lpstr>字魂105号-简雅黑</vt:lpstr>
      <vt:lpstr>字魂35号-经典雅黑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创意油漆工作总结汇报季度报告PPT模板</dc:title>
  <dc:creator>jsclly</dc:creator>
  <cp:lastModifiedBy>Ji Shichao</cp:lastModifiedBy>
  <cp:revision>781</cp:revision>
  <dcterms:created xsi:type="dcterms:W3CDTF">2014-11-09T01:07:25Z</dcterms:created>
  <dcterms:modified xsi:type="dcterms:W3CDTF">2020-12-29T03:09:08Z</dcterms:modified>
</cp:coreProperties>
</file>